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21"/>
  </p:notesMasterIdLst>
  <p:sldIdLst>
    <p:sldId id="256" r:id="rId2"/>
    <p:sldId id="260" r:id="rId3"/>
    <p:sldId id="264" r:id="rId4"/>
    <p:sldId id="262" r:id="rId5"/>
    <p:sldId id="286" r:id="rId6"/>
    <p:sldId id="265" r:id="rId7"/>
    <p:sldId id="271" r:id="rId8"/>
    <p:sldId id="287" r:id="rId9"/>
    <p:sldId id="288" r:id="rId10"/>
    <p:sldId id="270" r:id="rId11"/>
    <p:sldId id="266" r:id="rId12"/>
    <p:sldId id="304" r:id="rId13"/>
    <p:sldId id="305" r:id="rId14"/>
    <p:sldId id="273" r:id="rId15"/>
    <p:sldId id="306" r:id="rId16"/>
    <p:sldId id="307" r:id="rId17"/>
    <p:sldId id="309" r:id="rId18"/>
    <p:sldId id="274" r:id="rId19"/>
    <p:sldId id="308" r:id="rId20"/>
  </p:sldIdLst>
  <p:sldSz cx="9144000" cy="5143500" type="screen16x9"/>
  <p:notesSz cx="6858000" cy="9144000"/>
  <p:embeddedFontLst>
    <p:embeddedFont>
      <p:font typeface="Darker Grotesque" panose="020B0604020202020204" charset="0"/>
      <p:regular r:id="rId22"/>
      <p:bold r:id="rId23"/>
    </p:embeddedFont>
    <p:embeddedFont>
      <p:font typeface="Darker Grotesque Medium" panose="020B0604020202020204" charset="0"/>
      <p:regular r:id="rId24"/>
      <p:bold r:id="rId25"/>
    </p:embeddedFont>
    <p:embeddedFont>
      <p:font typeface="Ebrima" panose="02000000000000000000" pitchFamily="2" charset="0"/>
      <p:regular r:id="rId26"/>
      <p:bold r:id="rId27"/>
    </p:embeddedFont>
    <p:embeddedFont>
      <p:font typeface="Josefin Slab" pitchFamily="2" charset="0"/>
      <p:regular r:id="rId28"/>
      <p:bold r:id="rId29"/>
      <p:italic r:id="rId30"/>
      <p:bold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PT Sans" panose="020B0503020203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FE9E06-D939-404A-8554-7E8AB24DFDAD}">
  <a:tblStyle styleId="{F5FE9E06-D939-404A-8554-7E8AB24DFD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dd75e4c7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dd75e4c7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d7e9e01bb3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d7e9e01bb3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d953a0dbdd_0_1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d953a0dbdd_0_1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d953a0dbdd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d953a0dbdd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cc98d9fb70_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cc98d9fb70_8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d953a0dbdd_0_1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d953a0dbdd_0_1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d953a0dbdd_0_1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d953a0dbdd_0_1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380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d953a0dbdd_0_1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d953a0dbdd_0_1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741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d953a0dbdd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d953a0dbdd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d953a0dbdd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d953a0dbdd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647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d953a0dbdd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d953a0dbdd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412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798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99f2f57a7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99f2f57a7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99f2f57a7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99f2f57a7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45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996898"/>
            <a:ext cx="38520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720000" y="1755800"/>
            <a:ext cx="37053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9" name="Google Shape;89;p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7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7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94" name="Google Shape;94;p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7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8" name="Google Shape;98;p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ubTitle" idx="1"/>
          </p:nvPr>
        </p:nvSpPr>
        <p:spPr>
          <a:xfrm>
            <a:off x="5112600" y="2107125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5011800" y="1359000"/>
            <a:ext cx="34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22" name="Google Shape;122;p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127" name="Google Shape;127;p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9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31" name="Google Shape;131;p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7200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7200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1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99" name="Google Shape;199;p1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03" name="Google Shape;203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title"/>
          </p:nvPr>
        </p:nvSpPr>
        <p:spPr>
          <a:xfrm>
            <a:off x="4368900" y="1893300"/>
            <a:ext cx="40539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title" idx="2" hasCustomPrompt="1"/>
          </p:nvPr>
        </p:nvSpPr>
        <p:spPr>
          <a:xfrm>
            <a:off x="6945300" y="1101725"/>
            <a:ext cx="14775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"/>
          </p:nvPr>
        </p:nvSpPr>
        <p:spPr>
          <a:xfrm>
            <a:off x="4368900" y="3441973"/>
            <a:ext cx="40539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1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28" name="Google Shape;228;p1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" name="Google Shape;231;p16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" name="Google Shape;232;p16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233" name="Google Shape;233;p1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720000" y="1455913"/>
            <a:ext cx="363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7"/>
          <p:cNvSpPr txBox="1">
            <a:spLocks noGrp="1"/>
          </p:cNvSpPr>
          <p:nvPr>
            <p:ph type="subTitle" idx="1"/>
          </p:nvPr>
        </p:nvSpPr>
        <p:spPr>
          <a:xfrm>
            <a:off x="720000" y="3103025"/>
            <a:ext cx="3208200" cy="6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" name="Google Shape;241;p1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2" name="Google Shape;242;p1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17"/>
          <p:cNvGrpSpPr/>
          <p:nvPr/>
        </p:nvGrpSpPr>
        <p:grpSpPr>
          <a:xfrm flipH="1">
            <a:off x="6277599" y="4539099"/>
            <a:ext cx="825589" cy="93999"/>
            <a:chOff x="5718423" y="809024"/>
            <a:chExt cx="830071" cy="94500"/>
          </a:xfrm>
        </p:grpSpPr>
        <p:sp>
          <p:nvSpPr>
            <p:cNvPr id="246" name="Google Shape;246;p1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title"/>
          </p:nvPr>
        </p:nvSpPr>
        <p:spPr>
          <a:xfrm>
            <a:off x="5194800" y="1642350"/>
            <a:ext cx="3228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5194900" y="2215050"/>
            <a:ext cx="3228000" cy="108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1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56" name="Google Shape;256;p1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" name="Google Shape;259;p18"/>
          <p:cNvGrpSpPr/>
          <p:nvPr/>
        </p:nvGrpSpPr>
        <p:grpSpPr>
          <a:xfrm flipH="1">
            <a:off x="7597199" y="4539099"/>
            <a:ext cx="825589" cy="93999"/>
            <a:chOff x="5718423" y="809024"/>
            <a:chExt cx="830071" cy="94500"/>
          </a:xfrm>
        </p:grpSpPr>
        <p:sp>
          <p:nvSpPr>
            <p:cNvPr id="260" name="Google Shape;260;p1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 txBox="1">
            <a:spLocks noGrp="1"/>
          </p:cNvSpPr>
          <p:nvPr>
            <p:ph type="title"/>
          </p:nvPr>
        </p:nvSpPr>
        <p:spPr>
          <a:xfrm>
            <a:off x="5194800" y="1559725"/>
            <a:ext cx="32280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subTitle" idx="1"/>
          </p:nvPr>
        </p:nvSpPr>
        <p:spPr>
          <a:xfrm>
            <a:off x="5194950" y="266910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" name="Google Shape;269;p1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70" name="Google Shape;270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" name="Google Shape;273;p1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" name="Google Shape;274;p1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275" name="Google Shape;275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0"/>
          <p:cNvSpPr txBox="1">
            <a:spLocks noGrp="1"/>
          </p:cNvSpPr>
          <p:nvPr>
            <p:ph type="title"/>
          </p:nvPr>
        </p:nvSpPr>
        <p:spPr>
          <a:xfrm>
            <a:off x="720000" y="1642350"/>
            <a:ext cx="322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1"/>
          </p:nvPr>
        </p:nvSpPr>
        <p:spPr>
          <a:xfrm>
            <a:off x="720000" y="221505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2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84" name="Google Shape;284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20"/>
          <p:cNvGrpSpPr/>
          <p:nvPr/>
        </p:nvGrpSpPr>
        <p:grpSpPr>
          <a:xfrm flipH="1">
            <a:off x="720011" y="4539099"/>
            <a:ext cx="825589" cy="93999"/>
            <a:chOff x="5718423" y="809024"/>
            <a:chExt cx="830071" cy="94500"/>
          </a:xfrm>
        </p:grpSpPr>
        <p:sp>
          <p:nvSpPr>
            <p:cNvPr id="288" name="Google Shape;288;p2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"/>
          </p:nvPr>
        </p:nvSpPr>
        <p:spPr>
          <a:xfrm>
            <a:off x="6240302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accent6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2"/>
          </p:nvPr>
        </p:nvSpPr>
        <p:spPr>
          <a:xfrm>
            <a:off x="774689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accent6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rgbClr val="F1F0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1"/>
          <p:cNvSpPr txBox="1">
            <a:spLocks noGrp="1"/>
          </p:cNvSpPr>
          <p:nvPr>
            <p:ph type="title" idx="3"/>
          </p:nvPr>
        </p:nvSpPr>
        <p:spPr>
          <a:xfrm>
            <a:off x="1020650" y="2906850"/>
            <a:ext cx="16620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title" idx="4"/>
          </p:nvPr>
        </p:nvSpPr>
        <p:spPr>
          <a:xfrm>
            <a:off x="6470401" y="2906850"/>
            <a:ext cx="16620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2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01" name="Google Shape;301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21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305" name="Google Shape;305;p2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26"/>
          <p:cNvSpPr txBox="1">
            <a:spLocks noGrp="1"/>
          </p:cNvSpPr>
          <p:nvPr>
            <p:ph type="title" idx="2"/>
          </p:nvPr>
        </p:nvSpPr>
        <p:spPr>
          <a:xfrm>
            <a:off x="976800" y="162965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2" name="Google Shape;372;p26"/>
          <p:cNvSpPr txBox="1">
            <a:spLocks noGrp="1"/>
          </p:cNvSpPr>
          <p:nvPr>
            <p:ph type="subTitle" idx="1"/>
          </p:nvPr>
        </p:nvSpPr>
        <p:spPr>
          <a:xfrm>
            <a:off x="877500" y="189245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26"/>
          <p:cNvSpPr txBox="1">
            <a:spLocks noGrp="1"/>
          </p:cNvSpPr>
          <p:nvPr>
            <p:ph type="title" idx="3"/>
          </p:nvPr>
        </p:nvSpPr>
        <p:spPr>
          <a:xfrm>
            <a:off x="6727200" y="162965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4" name="Google Shape;374;p26"/>
          <p:cNvSpPr txBox="1">
            <a:spLocks noGrp="1"/>
          </p:cNvSpPr>
          <p:nvPr>
            <p:ph type="subTitle" idx="4"/>
          </p:nvPr>
        </p:nvSpPr>
        <p:spPr>
          <a:xfrm>
            <a:off x="6627900" y="189245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26"/>
          <p:cNvSpPr txBox="1">
            <a:spLocks noGrp="1"/>
          </p:cNvSpPr>
          <p:nvPr>
            <p:ph type="title" idx="5"/>
          </p:nvPr>
        </p:nvSpPr>
        <p:spPr>
          <a:xfrm>
            <a:off x="976800" y="3723261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6" name="Google Shape;376;p26"/>
          <p:cNvSpPr txBox="1">
            <a:spLocks noGrp="1"/>
          </p:cNvSpPr>
          <p:nvPr>
            <p:ph type="subTitle" idx="6"/>
          </p:nvPr>
        </p:nvSpPr>
        <p:spPr>
          <a:xfrm>
            <a:off x="877500" y="2990187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6"/>
          <p:cNvSpPr txBox="1">
            <a:spLocks noGrp="1"/>
          </p:cNvSpPr>
          <p:nvPr>
            <p:ph type="title" idx="7"/>
          </p:nvPr>
        </p:nvSpPr>
        <p:spPr>
          <a:xfrm>
            <a:off x="6727200" y="3723261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8" name="Google Shape;378;p26"/>
          <p:cNvSpPr txBox="1">
            <a:spLocks noGrp="1"/>
          </p:cNvSpPr>
          <p:nvPr>
            <p:ph type="subTitle" idx="8"/>
          </p:nvPr>
        </p:nvSpPr>
        <p:spPr>
          <a:xfrm>
            <a:off x="6627900" y="2990186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Google Shape;380;p2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81" name="Google Shape;381;p2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26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385" name="Google Shape;385;p2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2"/>
          <p:cNvSpPr txBox="1">
            <a:spLocks noGrp="1"/>
          </p:cNvSpPr>
          <p:nvPr>
            <p:ph type="title" hasCustomPrompt="1"/>
          </p:nvPr>
        </p:nvSpPr>
        <p:spPr>
          <a:xfrm>
            <a:off x="713200" y="1123375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4" name="Google Shape;474;p32"/>
          <p:cNvSpPr txBox="1">
            <a:spLocks noGrp="1"/>
          </p:cNvSpPr>
          <p:nvPr>
            <p:ph type="subTitle" idx="1"/>
          </p:nvPr>
        </p:nvSpPr>
        <p:spPr>
          <a:xfrm>
            <a:off x="713200" y="1706776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75" name="Google Shape;475;p32"/>
          <p:cNvSpPr txBox="1">
            <a:spLocks noGrp="1"/>
          </p:cNvSpPr>
          <p:nvPr>
            <p:ph type="title" idx="2" hasCustomPrompt="1"/>
          </p:nvPr>
        </p:nvSpPr>
        <p:spPr>
          <a:xfrm>
            <a:off x="713200" y="2255071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6" name="Google Shape;476;p32"/>
          <p:cNvSpPr txBox="1">
            <a:spLocks noGrp="1"/>
          </p:cNvSpPr>
          <p:nvPr>
            <p:ph type="subTitle" idx="3"/>
          </p:nvPr>
        </p:nvSpPr>
        <p:spPr>
          <a:xfrm>
            <a:off x="713200" y="2855401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77" name="Google Shape;477;p32"/>
          <p:cNvSpPr txBox="1">
            <a:spLocks noGrp="1"/>
          </p:cNvSpPr>
          <p:nvPr>
            <p:ph type="title" idx="4" hasCustomPrompt="1"/>
          </p:nvPr>
        </p:nvSpPr>
        <p:spPr>
          <a:xfrm>
            <a:off x="713200" y="3413999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8" name="Google Shape;478;p32"/>
          <p:cNvSpPr txBox="1">
            <a:spLocks noGrp="1"/>
          </p:cNvSpPr>
          <p:nvPr>
            <p:ph type="subTitle" idx="5"/>
          </p:nvPr>
        </p:nvSpPr>
        <p:spPr>
          <a:xfrm>
            <a:off x="713200" y="4022825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79" name="Google Shape;479;p3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0" name="Google Shape;480;p3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81" name="Google Shape;481;p3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oogle Shape;484;p32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485" name="Google Shape;485;p3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6" name="Google Shape;526;p3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27" name="Google Shape;527;p3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35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531" name="Google Shape;531;p3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39" name="Google Shape;539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36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543" name="Google Shape;543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7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37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551" name="Google Shape;551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37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5" name="Google Shape;555;p37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556" name="Google Shape;556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62" name="Google Shape;562;p3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3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3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68" name="Google Shape;568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D2D6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60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72" r:id="rId13"/>
    <p:sldLayoutId id="2147483678" r:id="rId14"/>
    <p:sldLayoutId id="2147483681" r:id="rId15"/>
    <p:sldLayoutId id="2147483682" r:id="rId16"/>
    <p:sldLayoutId id="2147483683" r:id="rId17"/>
    <p:sldLayoutId id="2147483684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FF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1"/>
          <p:cNvSpPr/>
          <p:nvPr/>
        </p:nvSpPr>
        <p:spPr>
          <a:xfrm>
            <a:off x="637700" y="1499350"/>
            <a:ext cx="3813000" cy="639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/>
          <p:cNvSpPr txBox="1">
            <a:spLocks noGrp="1"/>
          </p:cNvSpPr>
          <p:nvPr>
            <p:ph type="ctrTitle"/>
          </p:nvPr>
        </p:nvSpPr>
        <p:spPr>
          <a:xfrm>
            <a:off x="713200" y="1607594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dk1"/>
                </a:solidFill>
              </a:rPr>
              <a:t>Briefing </a:t>
            </a:r>
            <a:r>
              <a:rPr lang="en" sz="3500" b="1" dirty="0">
                <a:solidFill>
                  <a:schemeClr val="bg1"/>
                </a:solidFill>
              </a:rPr>
              <a:t>Planejamento inicial</a:t>
            </a:r>
            <a:endParaRPr sz="4000" b="1" dirty="0">
              <a:solidFill>
                <a:schemeClr val="bg1"/>
              </a:solidFill>
            </a:endParaRPr>
          </a:p>
        </p:txBody>
      </p:sp>
      <p:sp>
        <p:nvSpPr>
          <p:cNvPr id="581" name="Google Shape;581;p41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Integrantes: Willyan Paproski, Yasmin Prichoa, Vinicius Felício, </a:t>
            </a:r>
            <a:r>
              <a:rPr lang="en"/>
              <a:t>Vitor Borginhon</a:t>
            </a:r>
            <a:endParaRPr dirty="0"/>
          </a:p>
        </p:txBody>
      </p:sp>
      <p:grpSp>
        <p:nvGrpSpPr>
          <p:cNvPr id="582" name="Google Shape;582;p41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583" name="Google Shape;583;p4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" name="Google Shape;587;p41"/>
          <p:cNvGrpSpPr/>
          <p:nvPr/>
        </p:nvGrpSpPr>
        <p:grpSpPr>
          <a:xfrm>
            <a:off x="5029270" y="1457228"/>
            <a:ext cx="3384497" cy="2229043"/>
            <a:chOff x="5029270" y="1457228"/>
            <a:chExt cx="3384497" cy="2229043"/>
          </a:xfrm>
        </p:grpSpPr>
        <p:sp>
          <p:nvSpPr>
            <p:cNvPr id="588" name="Google Shape;588;p41"/>
            <p:cNvSpPr/>
            <p:nvPr/>
          </p:nvSpPr>
          <p:spPr>
            <a:xfrm>
              <a:off x="6320045" y="1469966"/>
              <a:ext cx="595034" cy="126373"/>
            </a:xfrm>
            <a:custGeom>
              <a:avLst/>
              <a:gdLst/>
              <a:ahLst/>
              <a:cxnLst/>
              <a:rect l="l" t="t" r="r" b="b"/>
              <a:pathLst>
                <a:path w="48955" h="10397" extrusionOk="0">
                  <a:moveTo>
                    <a:pt x="3111" y="0"/>
                  </a:moveTo>
                  <a:cubicBezTo>
                    <a:pt x="1387" y="0"/>
                    <a:pt x="1" y="1386"/>
                    <a:pt x="1" y="3110"/>
                  </a:cubicBezTo>
                  <a:lnTo>
                    <a:pt x="1" y="7302"/>
                  </a:lnTo>
                  <a:cubicBezTo>
                    <a:pt x="1" y="9010"/>
                    <a:pt x="1387" y="10397"/>
                    <a:pt x="3111" y="10397"/>
                  </a:cubicBezTo>
                  <a:lnTo>
                    <a:pt x="45844" y="10397"/>
                  </a:lnTo>
                  <a:cubicBezTo>
                    <a:pt x="47568" y="10397"/>
                    <a:pt x="48954" y="9010"/>
                    <a:pt x="48954" y="7302"/>
                  </a:cubicBezTo>
                  <a:lnTo>
                    <a:pt x="48954" y="3110"/>
                  </a:lnTo>
                  <a:cubicBezTo>
                    <a:pt x="48954" y="1386"/>
                    <a:pt x="47568" y="0"/>
                    <a:pt x="45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5452793" y="1926498"/>
              <a:ext cx="2708802" cy="1327284"/>
            </a:xfrm>
            <a:custGeom>
              <a:avLst/>
              <a:gdLst/>
              <a:ahLst/>
              <a:cxnLst/>
              <a:rect l="l" t="t" r="r" b="b"/>
              <a:pathLst>
                <a:path w="222860" h="109199" extrusionOk="0">
                  <a:moveTo>
                    <a:pt x="10853" y="0"/>
                  </a:moveTo>
                  <a:cubicBezTo>
                    <a:pt x="4869" y="0"/>
                    <a:pt x="1" y="4852"/>
                    <a:pt x="1" y="10836"/>
                  </a:cubicBezTo>
                  <a:lnTo>
                    <a:pt x="1" y="98364"/>
                  </a:lnTo>
                  <a:cubicBezTo>
                    <a:pt x="1" y="104348"/>
                    <a:pt x="4869" y="109199"/>
                    <a:pt x="10853" y="109199"/>
                  </a:cubicBezTo>
                  <a:lnTo>
                    <a:pt x="212025" y="109199"/>
                  </a:lnTo>
                  <a:cubicBezTo>
                    <a:pt x="218009" y="109199"/>
                    <a:pt x="222859" y="104348"/>
                    <a:pt x="222859" y="98364"/>
                  </a:cubicBezTo>
                  <a:lnTo>
                    <a:pt x="222859" y="10836"/>
                  </a:lnTo>
                  <a:cubicBezTo>
                    <a:pt x="222859" y="4852"/>
                    <a:pt x="218009" y="0"/>
                    <a:pt x="21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5476434" y="1941497"/>
              <a:ext cx="2661544" cy="1297298"/>
            </a:xfrm>
            <a:custGeom>
              <a:avLst/>
              <a:gdLst/>
              <a:ahLst/>
              <a:cxnLst/>
              <a:rect l="l" t="t" r="r" b="b"/>
              <a:pathLst>
                <a:path w="218972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208135" y="106731"/>
                  </a:lnTo>
                  <a:cubicBezTo>
                    <a:pt x="214119" y="106731"/>
                    <a:pt x="218971" y="101879"/>
                    <a:pt x="218971" y="95895"/>
                  </a:cubicBezTo>
                  <a:lnTo>
                    <a:pt x="218971" y="10853"/>
                  </a:lnTo>
                  <a:cubicBezTo>
                    <a:pt x="218971" y="4852"/>
                    <a:pt x="214119" y="1"/>
                    <a:pt x="208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1"/>
            <p:cNvSpPr/>
            <p:nvPr/>
          </p:nvSpPr>
          <p:spPr>
            <a:xfrm>
              <a:off x="5476434" y="1941497"/>
              <a:ext cx="1724646" cy="1297298"/>
            </a:xfrm>
            <a:custGeom>
              <a:avLst/>
              <a:gdLst/>
              <a:ahLst/>
              <a:cxnLst/>
              <a:rect l="l" t="t" r="r" b="b"/>
              <a:pathLst>
                <a:path w="141891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141890" y="106731"/>
                  </a:lnTo>
                  <a:lnTo>
                    <a:pt x="14189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7275637" y="2153536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1"/>
                  </a:moveTo>
                  <a:cubicBezTo>
                    <a:pt x="1387" y="1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1"/>
                    <a:pt x="29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1"/>
            <p:cNvSpPr/>
            <p:nvPr/>
          </p:nvSpPr>
          <p:spPr>
            <a:xfrm>
              <a:off x="7748407" y="2184761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1"/>
                  </a:moveTo>
                  <a:cubicBezTo>
                    <a:pt x="693" y="1"/>
                    <a:pt x="1" y="693"/>
                    <a:pt x="1" y="1539"/>
                  </a:cubicBezTo>
                  <a:cubicBezTo>
                    <a:pt x="1" y="2401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1"/>
                    <a:pt x="24088" y="1539"/>
                  </a:cubicBezTo>
                  <a:cubicBezTo>
                    <a:pt x="24088" y="693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1"/>
            <p:cNvSpPr/>
            <p:nvPr/>
          </p:nvSpPr>
          <p:spPr>
            <a:xfrm>
              <a:off x="7748407" y="2279690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0"/>
                  </a:moveTo>
                  <a:cubicBezTo>
                    <a:pt x="693" y="0"/>
                    <a:pt x="1" y="693"/>
                    <a:pt x="1" y="1538"/>
                  </a:cubicBezTo>
                  <a:cubicBezTo>
                    <a:pt x="1" y="2401"/>
                    <a:pt x="693" y="3093"/>
                    <a:pt x="1556" y="3093"/>
                  </a:cubicBezTo>
                  <a:lnTo>
                    <a:pt x="22533" y="3093"/>
                  </a:lnTo>
                  <a:cubicBezTo>
                    <a:pt x="23395" y="3093"/>
                    <a:pt x="24088" y="2401"/>
                    <a:pt x="24088" y="1538"/>
                  </a:cubicBezTo>
                  <a:cubicBezTo>
                    <a:pt x="24088" y="693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1"/>
            <p:cNvSpPr/>
            <p:nvPr/>
          </p:nvSpPr>
          <p:spPr>
            <a:xfrm>
              <a:off x="7748407" y="2374618"/>
              <a:ext cx="169097" cy="37595"/>
            </a:xfrm>
            <a:custGeom>
              <a:avLst/>
              <a:gdLst/>
              <a:ahLst/>
              <a:cxnLst/>
              <a:rect l="l" t="t" r="r" b="b"/>
              <a:pathLst>
                <a:path w="13912" h="3093" extrusionOk="0">
                  <a:moveTo>
                    <a:pt x="1556" y="0"/>
                  </a:moveTo>
                  <a:cubicBezTo>
                    <a:pt x="693" y="0"/>
                    <a:pt x="1" y="692"/>
                    <a:pt x="1" y="1538"/>
                  </a:cubicBezTo>
                  <a:cubicBezTo>
                    <a:pt x="1" y="2400"/>
                    <a:pt x="693" y="3093"/>
                    <a:pt x="1556" y="3093"/>
                  </a:cubicBezTo>
                  <a:lnTo>
                    <a:pt x="12357" y="3093"/>
                  </a:lnTo>
                  <a:cubicBezTo>
                    <a:pt x="13219" y="3093"/>
                    <a:pt x="13912" y="2400"/>
                    <a:pt x="13912" y="1538"/>
                  </a:cubicBezTo>
                  <a:cubicBezTo>
                    <a:pt x="13912" y="692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7275637" y="2514738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0"/>
                    <a:pt x="291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7748407" y="2545757"/>
              <a:ext cx="292783" cy="37813"/>
            </a:xfrm>
            <a:custGeom>
              <a:avLst/>
              <a:gdLst/>
              <a:ahLst/>
              <a:cxnLst/>
              <a:rect l="l" t="t" r="r" b="b"/>
              <a:pathLst>
                <a:path w="24088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0"/>
                    <a:pt x="1556" y="3110"/>
                  </a:cubicBezTo>
                  <a:lnTo>
                    <a:pt x="22533" y="3110"/>
                  </a:lnTo>
                  <a:cubicBezTo>
                    <a:pt x="23395" y="3110"/>
                    <a:pt x="24088" y="2418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7748407" y="2640673"/>
              <a:ext cx="292783" cy="37825"/>
            </a:xfrm>
            <a:custGeom>
              <a:avLst/>
              <a:gdLst/>
              <a:ahLst/>
              <a:cxnLst/>
              <a:rect l="l" t="t" r="r" b="b"/>
              <a:pathLst>
                <a:path w="24088" h="3112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9"/>
                    <a:pt x="693" y="3111"/>
                    <a:pt x="1556" y="3111"/>
                  </a:cubicBezTo>
                  <a:lnTo>
                    <a:pt x="22533" y="3111"/>
                  </a:lnTo>
                  <a:cubicBezTo>
                    <a:pt x="23395" y="3111"/>
                    <a:pt x="24088" y="2419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1"/>
            <p:cNvSpPr/>
            <p:nvPr/>
          </p:nvSpPr>
          <p:spPr>
            <a:xfrm>
              <a:off x="7748407" y="2735601"/>
              <a:ext cx="169097" cy="37813"/>
            </a:xfrm>
            <a:custGeom>
              <a:avLst/>
              <a:gdLst/>
              <a:ahLst/>
              <a:cxnLst/>
              <a:rect l="l" t="t" r="r" b="b"/>
              <a:pathLst>
                <a:path w="13912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1"/>
                    <a:pt x="1556" y="3111"/>
                  </a:cubicBezTo>
                  <a:lnTo>
                    <a:pt x="12357" y="3111"/>
                  </a:lnTo>
                  <a:cubicBezTo>
                    <a:pt x="13219" y="3111"/>
                    <a:pt x="13912" y="2418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1"/>
            <p:cNvSpPr/>
            <p:nvPr/>
          </p:nvSpPr>
          <p:spPr>
            <a:xfrm>
              <a:off x="7275637" y="2875940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6"/>
                    <a:pt x="1" y="3093"/>
                  </a:cubicBezTo>
                  <a:lnTo>
                    <a:pt x="1" y="20740"/>
                  </a:lnTo>
                  <a:cubicBezTo>
                    <a:pt x="1" y="22448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8"/>
                    <a:pt x="32253" y="20740"/>
                  </a:cubicBezTo>
                  <a:lnTo>
                    <a:pt x="32253" y="3093"/>
                  </a:lnTo>
                  <a:cubicBezTo>
                    <a:pt x="32253" y="1386"/>
                    <a:pt x="30867" y="0"/>
                    <a:pt x="29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7748407" y="2906959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0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7748407" y="3001875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01"/>
                    <a:pt x="693" y="3095"/>
                    <a:pt x="1556" y="3095"/>
                  </a:cubicBezTo>
                  <a:lnTo>
                    <a:pt x="22533" y="3095"/>
                  </a:lnTo>
                  <a:cubicBezTo>
                    <a:pt x="23395" y="3095"/>
                    <a:pt x="24088" y="2401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7748407" y="3096803"/>
              <a:ext cx="169097" cy="37619"/>
            </a:xfrm>
            <a:custGeom>
              <a:avLst/>
              <a:gdLst/>
              <a:ahLst/>
              <a:cxnLst/>
              <a:rect l="l" t="t" r="r" b="b"/>
              <a:pathLst>
                <a:path w="13912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12357" y="3094"/>
                  </a:lnTo>
                  <a:cubicBezTo>
                    <a:pt x="13219" y="3094"/>
                    <a:pt x="13912" y="2400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5920835" y="3483481"/>
              <a:ext cx="99863" cy="100070"/>
            </a:xfrm>
            <a:custGeom>
              <a:avLst/>
              <a:gdLst/>
              <a:ahLst/>
              <a:cxnLst/>
              <a:rect l="l" t="t" r="r" b="b"/>
              <a:pathLst>
                <a:path w="8216" h="8233" extrusionOk="0">
                  <a:moveTo>
                    <a:pt x="4109" y="0"/>
                  </a:moveTo>
                  <a:cubicBezTo>
                    <a:pt x="1844" y="0"/>
                    <a:pt x="0" y="1843"/>
                    <a:pt x="0" y="4108"/>
                  </a:cubicBezTo>
                  <a:cubicBezTo>
                    <a:pt x="0" y="6373"/>
                    <a:pt x="1844" y="8233"/>
                    <a:pt x="4109" y="8233"/>
                  </a:cubicBezTo>
                  <a:cubicBezTo>
                    <a:pt x="6374" y="8233"/>
                    <a:pt x="8216" y="6373"/>
                    <a:pt x="8216" y="4108"/>
                  </a:cubicBezTo>
                  <a:cubicBezTo>
                    <a:pt x="8216" y="1843"/>
                    <a:pt x="6374" y="0"/>
                    <a:pt x="4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1"/>
            <p:cNvSpPr/>
            <p:nvPr/>
          </p:nvSpPr>
          <p:spPr>
            <a:xfrm>
              <a:off x="6613861" y="1706048"/>
              <a:ext cx="1714363" cy="373126"/>
            </a:xfrm>
            <a:custGeom>
              <a:avLst/>
              <a:gdLst/>
              <a:ahLst/>
              <a:cxnLst/>
              <a:rect l="l" t="t" r="r" b="b"/>
              <a:pathLst>
                <a:path w="141045" h="30698" extrusionOk="0">
                  <a:moveTo>
                    <a:pt x="2924" y="0"/>
                  </a:moveTo>
                  <a:cubicBezTo>
                    <a:pt x="1386" y="0"/>
                    <a:pt x="0" y="1386"/>
                    <a:pt x="0" y="3093"/>
                  </a:cubicBezTo>
                  <a:lnTo>
                    <a:pt x="0" y="27603"/>
                  </a:lnTo>
                  <a:cubicBezTo>
                    <a:pt x="0" y="29311"/>
                    <a:pt x="1386" y="30697"/>
                    <a:pt x="3093" y="30697"/>
                  </a:cubicBezTo>
                  <a:lnTo>
                    <a:pt x="137951" y="30697"/>
                  </a:lnTo>
                  <a:cubicBezTo>
                    <a:pt x="139659" y="30697"/>
                    <a:pt x="141045" y="29311"/>
                    <a:pt x="141045" y="27603"/>
                  </a:cubicBezTo>
                  <a:lnTo>
                    <a:pt x="141045" y="3093"/>
                  </a:lnTo>
                  <a:cubicBezTo>
                    <a:pt x="141045" y="1386"/>
                    <a:pt x="139659" y="0"/>
                    <a:pt x="137782" y="0"/>
                  </a:cubicBezTo>
                  <a:close/>
                </a:path>
              </a:pathLst>
            </a:custGeom>
            <a:solidFill>
              <a:srgbClr val="A97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6617556" y="1709743"/>
              <a:ext cx="1706973" cy="365736"/>
            </a:xfrm>
            <a:custGeom>
              <a:avLst/>
              <a:gdLst/>
              <a:ahLst/>
              <a:cxnLst/>
              <a:rect l="l" t="t" r="r" b="b"/>
              <a:pathLst>
                <a:path w="140437" h="30090" extrusionOk="0">
                  <a:moveTo>
                    <a:pt x="2789" y="0"/>
                  </a:moveTo>
                  <a:cubicBezTo>
                    <a:pt x="1251" y="0"/>
                    <a:pt x="1" y="1251"/>
                    <a:pt x="1" y="2789"/>
                  </a:cubicBezTo>
                  <a:lnTo>
                    <a:pt x="1" y="27299"/>
                  </a:lnTo>
                  <a:cubicBezTo>
                    <a:pt x="1" y="28838"/>
                    <a:pt x="1251" y="30089"/>
                    <a:pt x="2789" y="30089"/>
                  </a:cubicBezTo>
                  <a:lnTo>
                    <a:pt x="137647" y="30089"/>
                  </a:lnTo>
                  <a:cubicBezTo>
                    <a:pt x="139186" y="30089"/>
                    <a:pt x="140437" y="28838"/>
                    <a:pt x="140437" y="27299"/>
                  </a:cubicBezTo>
                  <a:lnTo>
                    <a:pt x="140437" y="2789"/>
                  </a:lnTo>
                  <a:cubicBezTo>
                    <a:pt x="140437" y="1251"/>
                    <a:pt x="139186" y="0"/>
                    <a:pt x="137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6703441" y="1776095"/>
              <a:ext cx="233006" cy="233006"/>
            </a:xfrm>
            <a:custGeom>
              <a:avLst/>
              <a:gdLst/>
              <a:ahLst/>
              <a:cxnLst/>
              <a:rect l="l" t="t" r="r" b="b"/>
              <a:pathLst>
                <a:path w="19170" h="19170" extrusionOk="0">
                  <a:moveTo>
                    <a:pt x="9584" y="1"/>
                  </a:moveTo>
                  <a:cubicBezTo>
                    <a:pt x="4294" y="1"/>
                    <a:pt x="0" y="4294"/>
                    <a:pt x="0" y="9586"/>
                  </a:cubicBezTo>
                  <a:cubicBezTo>
                    <a:pt x="0" y="14876"/>
                    <a:pt x="4294" y="19170"/>
                    <a:pt x="9584" y="19170"/>
                  </a:cubicBezTo>
                  <a:cubicBezTo>
                    <a:pt x="14876" y="19170"/>
                    <a:pt x="19169" y="14876"/>
                    <a:pt x="19169" y="9586"/>
                  </a:cubicBezTo>
                  <a:cubicBezTo>
                    <a:pt x="19169" y="4294"/>
                    <a:pt x="14876" y="1"/>
                    <a:pt x="9584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7036480" y="1829515"/>
              <a:ext cx="674952" cy="37619"/>
            </a:xfrm>
            <a:custGeom>
              <a:avLst/>
              <a:gdLst/>
              <a:ahLst/>
              <a:cxnLst/>
              <a:rect l="l" t="t" r="r" b="b"/>
              <a:pathLst>
                <a:path w="55530" h="3095" extrusionOk="0">
                  <a:moveTo>
                    <a:pt x="1556" y="1"/>
                  </a:moveTo>
                  <a:cubicBezTo>
                    <a:pt x="694" y="1"/>
                    <a:pt x="1" y="694"/>
                    <a:pt x="1" y="1540"/>
                  </a:cubicBezTo>
                  <a:cubicBezTo>
                    <a:pt x="1" y="2401"/>
                    <a:pt x="694" y="3095"/>
                    <a:pt x="1556" y="3095"/>
                  </a:cubicBezTo>
                  <a:lnTo>
                    <a:pt x="53975" y="3095"/>
                  </a:lnTo>
                  <a:cubicBezTo>
                    <a:pt x="54836" y="3095"/>
                    <a:pt x="55530" y="2401"/>
                    <a:pt x="55530" y="1540"/>
                  </a:cubicBezTo>
                  <a:cubicBezTo>
                    <a:pt x="55530" y="694"/>
                    <a:pt x="54836" y="1"/>
                    <a:pt x="5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1"/>
            <p:cNvSpPr/>
            <p:nvPr/>
          </p:nvSpPr>
          <p:spPr>
            <a:xfrm>
              <a:off x="7759285" y="1829515"/>
              <a:ext cx="477304" cy="37619"/>
            </a:xfrm>
            <a:custGeom>
              <a:avLst/>
              <a:gdLst/>
              <a:ahLst/>
              <a:cxnLst/>
              <a:rect l="l" t="t" r="r" b="b"/>
              <a:pathLst>
                <a:path w="39269" h="3095" extrusionOk="0">
                  <a:moveTo>
                    <a:pt x="1540" y="1"/>
                  </a:moveTo>
                  <a:cubicBezTo>
                    <a:pt x="695" y="1"/>
                    <a:pt x="1" y="694"/>
                    <a:pt x="1" y="1540"/>
                  </a:cubicBezTo>
                  <a:cubicBezTo>
                    <a:pt x="1" y="2401"/>
                    <a:pt x="695" y="3095"/>
                    <a:pt x="1540" y="3095"/>
                  </a:cubicBezTo>
                  <a:lnTo>
                    <a:pt x="37714" y="3095"/>
                  </a:lnTo>
                  <a:cubicBezTo>
                    <a:pt x="38575" y="3095"/>
                    <a:pt x="39269" y="2401"/>
                    <a:pt x="39269" y="1540"/>
                  </a:cubicBezTo>
                  <a:cubicBezTo>
                    <a:pt x="39269" y="694"/>
                    <a:pt x="38575" y="1"/>
                    <a:pt x="37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1"/>
            <p:cNvSpPr/>
            <p:nvPr/>
          </p:nvSpPr>
          <p:spPr>
            <a:xfrm>
              <a:off x="7036480" y="1924444"/>
              <a:ext cx="265058" cy="37619"/>
            </a:xfrm>
            <a:custGeom>
              <a:avLst/>
              <a:gdLst/>
              <a:ahLst/>
              <a:cxnLst/>
              <a:rect l="l" t="t" r="r" b="b"/>
              <a:pathLst>
                <a:path w="21807" h="3095" extrusionOk="0">
                  <a:moveTo>
                    <a:pt x="1556" y="0"/>
                  </a:moveTo>
                  <a:cubicBezTo>
                    <a:pt x="694" y="0"/>
                    <a:pt x="1" y="694"/>
                    <a:pt x="1" y="1539"/>
                  </a:cubicBezTo>
                  <a:cubicBezTo>
                    <a:pt x="1" y="2401"/>
                    <a:pt x="694" y="3094"/>
                    <a:pt x="1556" y="3094"/>
                  </a:cubicBezTo>
                  <a:lnTo>
                    <a:pt x="20269" y="3094"/>
                  </a:lnTo>
                  <a:cubicBezTo>
                    <a:pt x="21114" y="3094"/>
                    <a:pt x="21806" y="2401"/>
                    <a:pt x="21806" y="1539"/>
                  </a:cubicBezTo>
                  <a:cubicBezTo>
                    <a:pt x="21806" y="694"/>
                    <a:pt x="21114" y="0"/>
                    <a:pt x="20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1"/>
            <p:cNvSpPr/>
            <p:nvPr/>
          </p:nvSpPr>
          <p:spPr>
            <a:xfrm>
              <a:off x="5673267" y="1457228"/>
              <a:ext cx="459825" cy="389778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1"/>
            <p:cNvSpPr/>
            <p:nvPr/>
          </p:nvSpPr>
          <p:spPr>
            <a:xfrm>
              <a:off x="5817909" y="1559948"/>
              <a:ext cx="170543" cy="138710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5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1"/>
            <p:cNvSpPr/>
            <p:nvPr/>
          </p:nvSpPr>
          <p:spPr>
            <a:xfrm>
              <a:off x="5300175" y="2956587"/>
              <a:ext cx="436622" cy="284980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1"/>
            <p:cNvSpPr/>
            <p:nvPr/>
          </p:nvSpPr>
          <p:spPr>
            <a:xfrm>
              <a:off x="5374951" y="3039798"/>
              <a:ext cx="287058" cy="60822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7782513" y="1481684"/>
              <a:ext cx="269993" cy="269981"/>
            </a:xfrm>
            <a:custGeom>
              <a:avLst/>
              <a:gdLst/>
              <a:ahLst/>
              <a:cxnLst/>
              <a:rect l="l" t="t" r="r" b="b"/>
              <a:pathLst>
                <a:path w="22213" h="22212" extrusionOk="0">
                  <a:moveTo>
                    <a:pt x="11106" y="0"/>
                  </a:moveTo>
                  <a:cubicBezTo>
                    <a:pt x="4987" y="0"/>
                    <a:pt x="1" y="4986"/>
                    <a:pt x="1" y="11105"/>
                  </a:cubicBezTo>
                  <a:cubicBezTo>
                    <a:pt x="1" y="17242"/>
                    <a:pt x="4987" y="22212"/>
                    <a:pt x="11106" y="22212"/>
                  </a:cubicBezTo>
                  <a:cubicBezTo>
                    <a:pt x="17225" y="22212"/>
                    <a:pt x="22212" y="17242"/>
                    <a:pt x="22212" y="11105"/>
                  </a:cubicBezTo>
                  <a:cubicBezTo>
                    <a:pt x="22212" y="4986"/>
                    <a:pt x="17225" y="0"/>
                    <a:pt x="1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7870039" y="1520494"/>
              <a:ext cx="97189" cy="96192"/>
            </a:xfrm>
            <a:custGeom>
              <a:avLst/>
              <a:gdLst/>
              <a:ahLst/>
              <a:cxnLst/>
              <a:rect l="l" t="t" r="r" b="b"/>
              <a:pathLst>
                <a:path w="7996" h="7914" extrusionOk="0">
                  <a:moveTo>
                    <a:pt x="4011" y="1"/>
                  </a:moveTo>
                  <a:cubicBezTo>
                    <a:pt x="1859" y="1"/>
                    <a:pt x="84" y="1730"/>
                    <a:pt x="51" y="3889"/>
                  </a:cubicBezTo>
                  <a:cubicBezTo>
                    <a:pt x="1" y="6070"/>
                    <a:pt x="1741" y="7879"/>
                    <a:pt x="3922" y="7912"/>
                  </a:cubicBezTo>
                  <a:cubicBezTo>
                    <a:pt x="3954" y="7913"/>
                    <a:pt x="3986" y="7913"/>
                    <a:pt x="4017" y="7913"/>
                  </a:cubicBezTo>
                  <a:cubicBezTo>
                    <a:pt x="6171" y="7913"/>
                    <a:pt x="7912" y="6191"/>
                    <a:pt x="7962" y="4042"/>
                  </a:cubicBezTo>
                  <a:cubicBezTo>
                    <a:pt x="7995" y="1861"/>
                    <a:pt x="6255" y="53"/>
                    <a:pt x="4074" y="1"/>
                  </a:cubicBezTo>
                  <a:cubicBezTo>
                    <a:pt x="4053" y="1"/>
                    <a:pt x="4032" y="1"/>
                    <a:pt x="4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7823803" y="1637592"/>
              <a:ext cx="184727" cy="105673"/>
            </a:xfrm>
            <a:custGeom>
              <a:avLst/>
              <a:gdLst/>
              <a:ahLst/>
              <a:cxnLst/>
              <a:rect l="l" t="t" r="r" b="b"/>
              <a:pathLst>
                <a:path w="15198" h="8694" extrusionOk="0">
                  <a:moveTo>
                    <a:pt x="7551" y="1"/>
                  </a:moveTo>
                  <a:cubicBezTo>
                    <a:pt x="4102" y="1"/>
                    <a:pt x="1150" y="2179"/>
                    <a:pt x="1" y="5243"/>
                  </a:cubicBezTo>
                  <a:cubicBezTo>
                    <a:pt x="1860" y="7305"/>
                    <a:pt x="4531" y="8641"/>
                    <a:pt x="7540" y="8691"/>
                  </a:cubicBezTo>
                  <a:cubicBezTo>
                    <a:pt x="7618" y="8693"/>
                    <a:pt x="7697" y="8694"/>
                    <a:pt x="7775" y="8694"/>
                  </a:cubicBezTo>
                  <a:cubicBezTo>
                    <a:pt x="10690" y="8694"/>
                    <a:pt x="13321" y="7473"/>
                    <a:pt x="15198" y="5531"/>
                  </a:cubicBezTo>
                  <a:cubicBezTo>
                    <a:pt x="14150" y="2369"/>
                    <a:pt x="11208" y="54"/>
                    <a:pt x="7709" y="3"/>
                  </a:cubicBezTo>
                  <a:cubicBezTo>
                    <a:pt x="7656" y="2"/>
                    <a:pt x="7603" y="1"/>
                    <a:pt x="7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8" name="Google Shape;618;p41"/>
            <p:cNvGrpSpPr/>
            <p:nvPr/>
          </p:nvGrpSpPr>
          <p:grpSpPr>
            <a:xfrm>
              <a:off x="5306560" y="1715806"/>
              <a:ext cx="454888" cy="454888"/>
              <a:chOff x="5289166" y="402821"/>
              <a:chExt cx="801000" cy="801000"/>
            </a:xfrm>
          </p:grpSpPr>
          <p:sp>
            <p:nvSpPr>
              <p:cNvPr id="619" name="Google Shape;619;p41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41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1" name="Google Shape;621;p41"/>
            <p:cNvSpPr/>
            <p:nvPr/>
          </p:nvSpPr>
          <p:spPr>
            <a:xfrm>
              <a:off x="8072364" y="2213821"/>
              <a:ext cx="292491" cy="29249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2" name="Google Shape;622;p41"/>
            <p:cNvGrpSpPr/>
            <p:nvPr/>
          </p:nvGrpSpPr>
          <p:grpSpPr>
            <a:xfrm>
              <a:off x="6387030" y="2729646"/>
              <a:ext cx="995046" cy="816206"/>
              <a:chOff x="6710430" y="2844909"/>
              <a:chExt cx="995046" cy="816206"/>
            </a:xfrm>
          </p:grpSpPr>
          <p:sp>
            <p:nvSpPr>
              <p:cNvPr id="623" name="Google Shape;623;p41"/>
              <p:cNvSpPr/>
              <p:nvPr/>
            </p:nvSpPr>
            <p:spPr>
              <a:xfrm>
                <a:off x="6710430" y="2844909"/>
                <a:ext cx="995046" cy="655225"/>
              </a:xfrm>
              <a:custGeom>
                <a:avLst/>
                <a:gdLst/>
                <a:ahLst/>
                <a:cxnLst/>
                <a:rect l="l" t="t" r="r" b="b"/>
                <a:pathLst>
                  <a:path w="81865" h="53907" extrusionOk="0">
                    <a:moveTo>
                      <a:pt x="3110" y="0"/>
                    </a:moveTo>
                    <a:cubicBezTo>
                      <a:pt x="1386" y="0"/>
                      <a:pt x="0" y="1386"/>
                      <a:pt x="0" y="3094"/>
                    </a:cubicBezTo>
                    <a:lnTo>
                      <a:pt x="0" y="50813"/>
                    </a:lnTo>
                    <a:cubicBezTo>
                      <a:pt x="0" y="52521"/>
                      <a:pt x="1386" y="53907"/>
                      <a:pt x="3110" y="53907"/>
                    </a:cubicBezTo>
                    <a:lnTo>
                      <a:pt x="78771" y="53907"/>
                    </a:lnTo>
                    <a:cubicBezTo>
                      <a:pt x="80478" y="53907"/>
                      <a:pt x="81864" y="52521"/>
                      <a:pt x="81864" y="50813"/>
                    </a:cubicBezTo>
                    <a:lnTo>
                      <a:pt x="81864" y="3094"/>
                    </a:lnTo>
                    <a:cubicBezTo>
                      <a:pt x="81864" y="1386"/>
                      <a:pt x="80478" y="0"/>
                      <a:pt x="787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41"/>
              <p:cNvSpPr/>
              <p:nvPr/>
            </p:nvSpPr>
            <p:spPr>
              <a:xfrm>
                <a:off x="6748231" y="2882515"/>
                <a:ext cx="919672" cy="580024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47719" extrusionOk="0">
                    <a:moveTo>
                      <a:pt x="0" y="0"/>
                    </a:moveTo>
                    <a:lnTo>
                      <a:pt x="0" y="47719"/>
                    </a:lnTo>
                    <a:lnTo>
                      <a:pt x="75661" y="47719"/>
                    </a:lnTo>
                    <a:lnTo>
                      <a:pt x="75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41"/>
              <p:cNvSpPr/>
              <p:nvPr/>
            </p:nvSpPr>
            <p:spPr>
              <a:xfrm>
                <a:off x="6748231" y="3005570"/>
                <a:ext cx="919672" cy="456967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41"/>
              <p:cNvSpPr/>
              <p:nvPr/>
            </p:nvSpPr>
            <p:spPr>
              <a:xfrm>
                <a:off x="7225498" y="2979486"/>
                <a:ext cx="140560" cy="140548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41"/>
              <p:cNvSpPr/>
              <p:nvPr/>
            </p:nvSpPr>
            <p:spPr>
              <a:xfrm>
                <a:off x="7321087" y="3433715"/>
                <a:ext cx="227400" cy="2274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8" name="Google Shape;628;p41"/>
            <p:cNvSpPr/>
            <p:nvPr/>
          </p:nvSpPr>
          <p:spPr>
            <a:xfrm>
              <a:off x="6878913" y="3637361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8364857" y="248429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7170539" y="147307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5226503" y="2396433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5029270" y="2748958"/>
              <a:ext cx="270900" cy="2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5"/>
          <p:cNvSpPr txBox="1">
            <a:spLocks noGrp="1"/>
          </p:cNvSpPr>
          <p:nvPr>
            <p:ph type="title"/>
          </p:nvPr>
        </p:nvSpPr>
        <p:spPr>
          <a:xfrm>
            <a:off x="458297" y="441493"/>
            <a:ext cx="6866525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Qual o tema do projeto?</a:t>
            </a:r>
            <a:endParaRPr sz="4000" dirty="0"/>
          </a:p>
        </p:txBody>
      </p:sp>
      <p:sp>
        <p:nvSpPr>
          <p:cNvPr id="715" name="Google Shape;715;p45"/>
          <p:cNvSpPr txBox="1">
            <a:spLocks noGrp="1"/>
          </p:cNvSpPr>
          <p:nvPr>
            <p:ph type="subTitle" idx="1"/>
          </p:nvPr>
        </p:nvSpPr>
        <p:spPr>
          <a:xfrm>
            <a:off x="497117" y="2172009"/>
            <a:ext cx="357745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Matrizes energéticas brasileiras: produção, demanda, custo e consumo</a:t>
            </a:r>
            <a:endParaRPr sz="2400" dirty="0"/>
          </a:p>
        </p:txBody>
      </p:sp>
      <p:grpSp>
        <p:nvGrpSpPr>
          <p:cNvPr id="716" name="Google Shape;716;p45"/>
          <p:cNvGrpSpPr/>
          <p:nvPr/>
        </p:nvGrpSpPr>
        <p:grpSpPr>
          <a:xfrm>
            <a:off x="4311614" y="1781128"/>
            <a:ext cx="4256539" cy="2259874"/>
            <a:chOff x="4374739" y="1425006"/>
            <a:chExt cx="4256539" cy="2259874"/>
          </a:xfrm>
        </p:grpSpPr>
        <p:sp>
          <p:nvSpPr>
            <p:cNvPr id="717" name="Google Shape;717;p45"/>
            <p:cNvSpPr/>
            <p:nvPr/>
          </p:nvSpPr>
          <p:spPr>
            <a:xfrm>
              <a:off x="6905597" y="3112174"/>
              <a:ext cx="419225" cy="572706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5"/>
            <p:cNvSpPr/>
            <p:nvPr/>
          </p:nvSpPr>
          <p:spPr>
            <a:xfrm flipH="1">
              <a:off x="7687763" y="190824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9" name="Google Shape;719;p45"/>
            <p:cNvGrpSpPr/>
            <p:nvPr/>
          </p:nvGrpSpPr>
          <p:grpSpPr>
            <a:xfrm>
              <a:off x="4851597" y="1425006"/>
              <a:ext cx="1542900" cy="316800"/>
              <a:chOff x="4801222" y="1142831"/>
              <a:chExt cx="1542900" cy="316800"/>
            </a:xfrm>
          </p:grpSpPr>
          <p:sp>
            <p:nvSpPr>
              <p:cNvPr id="720" name="Google Shape;720;p45"/>
              <p:cNvSpPr/>
              <p:nvPr/>
            </p:nvSpPr>
            <p:spPr>
              <a:xfrm>
                <a:off x="4801222" y="1142831"/>
                <a:ext cx="1542900" cy="3168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85738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5"/>
              <p:cNvSpPr/>
              <p:nvPr/>
            </p:nvSpPr>
            <p:spPr>
              <a:xfrm>
                <a:off x="5161905" y="1239184"/>
                <a:ext cx="60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5"/>
              <p:cNvSpPr/>
              <p:nvPr/>
            </p:nvSpPr>
            <p:spPr>
              <a:xfrm>
                <a:off x="5810078" y="1239184"/>
                <a:ext cx="442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5"/>
              <p:cNvSpPr/>
              <p:nvPr/>
            </p:nvSpPr>
            <p:spPr>
              <a:xfrm>
                <a:off x="5161905" y="1344867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5"/>
              <p:cNvSpPr/>
              <p:nvPr/>
            </p:nvSpPr>
            <p:spPr>
              <a:xfrm>
                <a:off x="4858914" y="1184993"/>
                <a:ext cx="232500" cy="23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45"/>
            <p:cNvSpPr/>
            <p:nvPr/>
          </p:nvSpPr>
          <p:spPr>
            <a:xfrm>
              <a:off x="6517358" y="1636165"/>
              <a:ext cx="521400" cy="105600"/>
            </a:xfrm>
            <a:prstGeom prst="roundRect">
              <a:avLst>
                <a:gd name="adj" fmla="val 42298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5"/>
            <p:cNvSpPr/>
            <p:nvPr/>
          </p:nvSpPr>
          <p:spPr>
            <a:xfrm>
              <a:off x="4374739" y="2773665"/>
              <a:ext cx="394500" cy="274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7" name="Google Shape;727;p45"/>
            <p:cNvGrpSpPr/>
            <p:nvPr/>
          </p:nvGrpSpPr>
          <p:grpSpPr>
            <a:xfrm>
              <a:off x="5386483" y="2396195"/>
              <a:ext cx="801000" cy="801000"/>
              <a:chOff x="5372267" y="434783"/>
              <a:chExt cx="801000" cy="801000"/>
            </a:xfrm>
          </p:grpSpPr>
          <p:sp>
            <p:nvSpPr>
              <p:cNvPr id="728" name="Google Shape;728;p45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0" name="Google Shape;730;p45"/>
            <p:cNvGrpSpPr/>
            <p:nvPr/>
          </p:nvGrpSpPr>
          <p:grpSpPr>
            <a:xfrm>
              <a:off x="4785772" y="2647318"/>
              <a:ext cx="739744" cy="1028624"/>
              <a:chOff x="8161500" y="2897475"/>
              <a:chExt cx="1020900" cy="1419575"/>
            </a:xfrm>
          </p:grpSpPr>
          <p:sp>
            <p:nvSpPr>
              <p:cNvPr id="731" name="Google Shape;731;p45"/>
              <p:cNvSpPr/>
              <p:nvPr/>
            </p:nvSpPr>
            <p:spPr>
              <a:xfrm>
                <a:off x="8424000" y="2897475"/>
                <a:ext cx="758400" cy="75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14313" dist="19050" dir="5400000" algn="bl" rotWithShape="0">
                  <a:schemeClr val="dk1">
                    <a:alpha val="3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5"/>
              <p:cNvSpPr/>
              <p:nvPr/>
            </p:nvSpPr>
            <p:spPr>
              <a:xfrm>
                <a:off x="8877600" y="3669350"/>
                <a:ext cx="138900" cy="138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3" name="Google Shape;733;p45"/>
              <p:cNvGrpSpPr/>
              <p:nvPr/>
            </p:nvGrpSpPr>
            <p:grpSpPr>
              <a:xfrm>
                <a:off x="8662225" y="3048175"/>
                <a:ext cx="281950" cy="894600"/>
                <a:chOff x="9961275" y="3048175"/>
                <a:chExt cx="281950" cy="894600"/>
              </a:xfrm>
            </p:grpSpPr>
            <p:cxnSp>
              <p:nvCxnSpPr>
                <p:cNvPr id="734" name="Google Shape;734;p45"/>
                <p:cNvCxnSpPr/>
                <p:nvPr/>
              </p:nvCxnSpPr>
              <p:spPr>
                <a:xfrm>
                  <a:off x="10097400" y="3048175"/>
                  <a:ext cx="0" cy="894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735" name="Google Shape;735;p45"/>
                <p:cNvCxnSpPr/>
                <p:nvPr/>
              </p:nvCxnSpPr>
              <p:spPr>
                <a:xfrm>
                  <a:off x="9961275" y="3354450"/>
                  <a:ext cx="131400" cy="13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736" name="Google Shape;736;p45"/>
                <p:cNvCxnSpPr/>
                <p:nvPr/>
              </p:nvCxnSpPr>
              <p:spPr>
                <a:xfrm flipH="1">
                  <a:off x="10102175" y="3150275"/>
                  <a:ext cx="111900" cy="111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737" name="Google Shape;737;p45"/>
                <p:cNvCxnSpPr/>
                <p:nvPr/>
              </p:nvCxnSpPr>
              <p:spPr>
                <a:xfrm flipH="1">
                  <a:off x="10092625" y="3753100"/>
                  <a:ext cx="150600" cy="15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</p:grpSp>
          <p:sp>
            <p:nvSpPr>
              <p:cNvPr id="738" name="Google Shape;738;p45"/>
              <p:cNvSpPr/>
              <p:nvPr/>
            </p:nvSpPr>
            <p:spPr>
              <a:xfrm>
                <a:off x="8586863" y="3937850"/>
                <a:ext cx="432675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7307" h="15168" extrusionOk="0">
                    <a:moveTo>
                      <a:pt x="0" y="0"/>
                    </a:moveTo>
                    <a:lnTo>
                      <a:pt x="17307" y="0"/>
                    </a:lnTo>
                    <a:lnTo>
                      <a:pt x="15362" y="15168"/>
                    </a:lnTo>
                    <a:lnTo>
                      <a:pt x="1556" y="151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328613" dist="19050" dir="5400000" algn="bl" rotWithShape="0">
                  <a:schemeClr val="dk1">
                    <a:alpha val="24000"/>
                  </a:schemeClr>
                </a:outerShdw>
              </a:effectLst>
            </p:spPr>
          </p:sp>
          <p:grpSp>
            <p:nvGrpSpPr>
              <p:cNvPr id="739" name="Google Shape;739;p45"/>
              <p:cNvGrpSpPr/>
              <p:nvPr/>
            </p:nvGrpSpPr>
            <p:grpSpPr>
              <a:xfrm>
                <a:off x="8161500" y="3500302"/>
                <a:ext cx="525000" cy="298200"/>
                <a:chOff x="10048800" y="3500302"/>
                <a:chExt cx="525000" cy="298200"/>
              </a:xfrm>
            </p:grpSpPr>
            <p:sp>
              <p:nvSpPr>
                <p:cNvPr id="740" name="Google Shape;740;p45"/>
                <p:cNvSpPr/>
                <p:nvPr/>
              </p:nvSpPr>
              <p:spPr>
                <a:xfrm>
                  <a:off x="10048800" y="3500302"/>
                  <a:ext cx="525000" cy="298200"/>
                </a:xfrm>
                <a:prstGeom prst="wedgeRoundRectCallout">
                  <a:avLst>
                    <a:gd name="adj1" fmla="val 31681"/>
                    <a:gd name="adj2" fmla="val 70641"/>
                    <a:gd name="adj3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45"/>
                <p:cNvSpPr/>
                <p:nvPr/>
              </p:nvSpPr>
              <p:spPr>
                <a:xfrm>
                  <a:off x="10111975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45"/>
                <p:cNvSpPr/>
                <p:nvPr/>
              </p:nvSpPr>
              <p:spPr>
                <a:xfrm>
                  <a:off x="10271953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45"/>
                <p:cNvSpPr/>
                <p:nvPr/>
              </p:nvSpPr>
              <p:spPr>
                <a:xfrm>
                  <a:off x="10431932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44" name="Google Shape;744;p45"/>
            <p:cNvSpPr/>
            <p:nvPr/>
          </p:nvSpPr>
          <p:spPr>
            <a:xfrm>
              <a:off x="8032619" y="3271615"/>
              <a:ext cx="253800" cy="2538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5386471" y="2095984"/>
              <a:ext cx="197100" cy="1971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6" name="Google Shape;746;p45"/>
            <p:cNvGrpSpPr/>
            <p:nvPr/>
          </p:nvGrpSpPr>
          <p:grpSpPr>
            <a:xfrm>
              <a:off x="4408235" y="1688223"/>
              <a:ext cx="3745392" cy="1987726"/>
              <a:chOff x="2442475" y="1834625"/>
              <a:chExt cx="3131075" cy="1661700"/>
            </a:xfrm>
          </p:grpSpPr>
          <p:sp>
            <p:nvSpPr>
              <p:cNvPr id="747" name="Google Shape;747;p45"/>
              <p:cNvSpPr/>
              <p:nvPr/>
            </p:nvSpPr>
            <p:spPr>
              <a:xfrm>
                <a:off x="2442475" y="1941350"/>
                <a:ext cx="2724775" cy="107300"/>
              </a:xfrm>
              <a:custGeom>
                <a:avLst/>
                <a:gdLst/>
                <a:ahLst/>
                <a:cxnLst/>
                <a:rect l="l" t="t" r="r" b="b"/>
                <a:pathLst>
                  <a:path w="108991" h="4292" extrusionOk="0">
                    <a:moveTo>
                      <a:pt x="2283" y="0"/>
                    </a:moveTo>
                    <a:cubicBezTo>
                      <a:pt x="1141" y="0"/>
                      <a:pt x="0" y="867"/>
                      <a:pt x="0" y="2009"/>
                    </a:cubicBezTo>
                    <a:cubicBezTo>
                      <a:pt x="0" y="3424"/>
                      <a:pt x="1141" y="4291"/>
                      <a:pt x="2283" y="4291"/>
                    </a:cubicBezTo>
                    <a:lnTo>
                      <a:pt x="106982" y="4291"/>
                    </a:lnTo>
                    <a:cubicBezTo>
                      <a:pt x="108124" y="4291"/>
                      <a:pt x="108991" y="3424"/>
                      <a:pt x="108991" y="2009"/>
                    </a:cubicBezTo>
                    <a:cubicBezTo>
                      <a:pt x="108991" y="867"/>
                      <a:pt x="108124" y="0"/>
                      <a:pt x="1069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2442475" y="183462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75"/>
                      <a:pt x="0" y="845"/>
                    </a:cubicBezTo>
                    <a:cubicBezTo>
                      <a:pt x="0" y="1416"/>
                      <a:pt x="274" y="1713"/>
                      <a:pt x="845" y="1713"/>
                    </a:cubicBezTo>
                    <a:cubicBezTo>
                      <a:pt x="1415" y="1713"/>
                      <a:pt x="1712" y="1416"/>
                      <a:pt x="1712" y="845"/>
                    </a:cubicBezTo>
                    <a:cubicBezTo>
                      <a:pt x="1712" y="275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2534900" y="1834625"/>
                <a:ext cx="502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1713" extrusionOk="0">
                    <a:moveTo>
                      <a:pt x="868" y="1"/>
                    </a:moveTo>
                    <a:cubicBezTo>
                      <a:pt x="571" y="1"/>
                      <a:pt x="1" y="275"/>
                      <a:pt x="1" y="845"/>
                    </a:cubicBezTo>
                    <a:cubicBezTo>
                      <a:pt x="1" y="1416"/>
                      <a:pt x="571" y="1713"/>
                      <a:pt x="868" y="1713"/>
                    </a:cubicBezTo>
                    <a:cubicBezTo>
                      <a:pt x="1439" y="1713"/>
                      <a:pt x="2009" y="1416"/>
                      <a:pt x="2009" y="845"/>
                    </a:cubicBezTo>
                    <a:cubicBezTo>
                      <a:pt x="2009" y="275"/>
                      <a:pt x="1439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2627925" y="183462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0" y="275"/>
                      <a:pt x="0" y="845"/>
                    </a:cubicBezTo>
                    <a:cubicBezTo>
                      <a:pt x="0" y="1416"/>
                      <a:pt x="571" y="1713"/>
                      <a:pt x="1142" y="1713"/>
                    </a:cubicBezTo>
                    <a:cubicBezTo>
                      <a:pt x="1712" y="1713"/>
                      <a:pt x="1986" y="1416"/>
                      <a:pt x="1986" y="845"/>
                    </a:cubicBezTo>
                    <a:cubicBezTo>
                      <a:pt x="1986" y="275"/>
                      <a:pt x="1712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464625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571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571" y="52202"/>
                      <a:pt x="1142" y="52202"/>
                    </a:cubicBezTo>
                    <a:lnTo>
                      <a:pt x="35950" y="52202"/>
                    </a:lnTo>
                    <a:cubicBezTo>
                      <a:pt x="36818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818" y="1"/>
                      <a:pt x="359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4845975" y="2827891"/>
                <a:ext cx="535275" cy="535275"/>
              </a:xfrm>
              <a:custGeom>
                <a:avLst/>
                <a:gdLst/>
                <a:ahLst/>
                <a:cxnLst/>
                <a:rect l="l" t="t" r="r" b="b"/>
                <a:pathLst>
                  <a:path w="21411" h="21411" extrusionOk="0">
                    <a:moveTo>
                      <a:pt x="10568" y="6574"/>
                    </a:moveTo>
                    <a:cubicBezTo>
                      <a:pt x="12851" y="6574"/>
                      <a:pt x="14563" y="8560"/>
                      <a:pt x="14563" y="10842"/>
                    </a:cubicBezTo>
                    <a:cubicBezTo>
                      <a:pt x="14563" y="12851"/>
                      <a:pt x="12851" y="14837"/>
                      <a:pt x="10568" y="14837"/>
                    </a:cubicBezTo>
                    <a:cubicBezTo>
                      <a:pt x="8286" y="14837"/>
                      <a:pt x="6574" y="12851"/>
                      <a:pt x="6574" y="10842"/>
                    </a:cubicBezTo>
                    <a:cubicBezTo>
                      <a:pt x="6574" y="8560"/>
                      <a:pt x="8286" y="6574"/>
                      <a:pt x="10568" y="6574"/>
                    </a:cubicBezTo>
                    <a:close/>
                    <a:moveTo>
                      <a:pt x="8560" y="0"/>
                    </a:moveTo>
                    <a:lnTo>
                      <a:pt x="8560" y="2009"/>
                    </a:lnTo>
                    <a:cubicBezTo>
                      <a:pt x="7715" y="2283"/>
                      <a:pt x="6848" y="2580"/>
                      <a:pt x="6003" y="3150"/>
                    </a:cubicBezTo>
                    <a:lnTo>
                      <a:pt x="4565" y="1712"/>
                    </a:lnTo>
                    <a:lnTo>
                      <a:pt x="1712" y="4565"/>
                    </a:lnTo>
                    <a:lnTo>
                      <a:pt x="3150" y="6277"/>
                    </a:lnTo>
                    <a:cubicBezTo>
                      <a:pt x="2580" y="6848"/>
                      <a:pt x="2283" y="7715"/>
                      <a:pt x="2009" y="8560"/>
                    </a:cubicBezTo>
                    <a:lnTo>
                      <a:pt x="0" y="8560"/>
                    </a:lnTo>
                    <a:lnTo>
                      <a:pt x="0" y="12851"/>
                    </a:lnTo>
                    <a:lnTo>
                      <a:pt x="2009" y="12851"/>
                    </a:lnTo>
                    <a:cubicBezTo>
                      <a:pt x="2283" y="13695"/>
                      <a:pt x="2580" y="14563"/>
                      <a:pt x="3150" y="15407"/>
                    </a:cubicBezTo>
                    <a:lnTo>
                      <a:pt x="1712" y="16845"/>
                    </a:lnTo>
                    <a:lnTo>
                      <a:pt x="4565" y="19698"/>
                    </a:lnTo>
                    <a:lnTo>
                      <a:pt x="6003" y="18260"/>
                    </a:lnTo>
                    <a:cubicBezTo>
                      <a:pt x="6848" y="18831"/>
                      <a:pt x="7715" y="19128"/>
                      <a:pt x="8560" y="19402"/>
                    </a:cubicBezTo>
                    <a:lnTo>
                      <a:pt x="8560" y="21410"/>
                    </a:lnTo>
                    <a:lnTo>
                      <a:pt x="12554" y="21410"/>
                    </a:lnTo>
                    <a:lnTo>
                      <a:pt x="12851" y="19402"/>
                    </a:lnTo>
                    <a:cubicBezTo>
                      <a:pt x="13696" y="19128"/>
                      <a:pt x="14563" y="18831"/>
                      <a:pt x="15134" y="18260"/>
                    </a:cubicBezTo>
                    <a:lnTo>
                      <a:pt x="16845" y="19698"/>
                    </a:lnTo>
                    <a:lnTo>
                      <a:pt x="19699" y="16845"/>
                    </a:lnTo>
                    <a:lnTo>
                      <a:pt x="18261" y="15407"/>
                    </a:lnTo>
                    <a:cubicBezTo>
                      <a:pt x="18831" y="14563"/>
                      <a:pt x="19128" y="13695"/>
                      <a:pt x="19128" y="12851"/>
                    </a:cubicBezTo>
                    <a:lnTo>
                      <a:pt x="21410" y="12851"/>
                    </a:lnTo>
                    <a:lnTo>
                      <a:pt x="21410" y="8560"/>
                    </a:lnTo>
                    <a:lnTo>
                      <a:pt x="19128" y="8560"/>
                    </a:lnTo>
                    <a:cubicBezTo>
                      <a:pt x="19128" y="7715"/>
                      <a:pt x="18831" y="6848"/>
                      <a:pt x="18261" y="6277"/>
                    </a:cubicBezTo>
                    <a:lnTo>
                      <a:pt x="19699" y="4565"/>
                    </a:lnTo>
                    <a:lnTo>
                      <a:pt x="16845" y="1712"/>
                    </a:lnTo>
                    <a:lnTo>
                      <a:pt x="15134" y="3150"/>
                    </a:lnTo>
                    <a:cubicBezTo>
                      <a:pt x="14563" y="2580"/>
                      <a:pt x="13696" y="2283"/>
                      <a:pt x="12851" y="2009"/>
                    </a:cubicBezTo>
                    <a:lnTo>
                      <a:pt x="125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359800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274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274" y="52202"/>
                      <a:pt x="1142" y="52202"/>
                    </a:cubicBezTo>
                    <a:lnTo>
                      <a:pt x="35950" y="52202"/>
                    </a:lnTo>
                    <a:cubicBezTo>
                      <a:pt x="36521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521" y="1"/>
                      <a:pt x="359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5"/>
              <p:cNvSpPr/>
              <p:nvPr/>
            </p:nvSpPr>
            <p:spPr>
              <a:xfrm>
                <a:off x="3655050" y="2433800"/>
                <a:ext cx="813175" cy="1005475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40219" extrusionOk="0">
                    <a:moveTo>
                      <a:pt x="1" y="0"/>
                    </a:moveTo>
                    <a:lnTo>
                      <a:pt x="1" y="40218"/>
                    </a:lnTo>
                    <a:lnTo>
                      <a:pt x="32527" y="40218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5"/>
              <p:cNvSpPr/>
              <p:nvPr/>
            </p:nvSpPr>
            <p:spPr>
              <a:xfrm>
                <a:off x="3647650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2009" y="1439"/>
                      <a:pt x="2009" y="868"/>
                    </a:cubicBezTo>
                    <a:cubicBezTo>
                      <a:pt x="2009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5"/>
              <p:cNvSpPr/>
              <p:nvPr/>
            </p:nvSpPr>
            <p:spPr>
              <a:xfrm>
                <a:off x="3740650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1" y="298"/>
                      <a:pt x="1" y="868"/>
                    </a:cubicBezTo>
                    <a:cubicBezTo>
                      <a:pt x="1" y="1439"/>
                      <a:pt x="571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5"/>
              <p:cNvSpPr/>
              <p:nvPr/>
            </p:nvSpPr>
            <p:spPr>
              <a:xfrm>
                <a:off x="384052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98"/>
                      <a:pt x="0" y="868"/>
                    </a:cubicBezTo>
                    <a:cubicBezTo>
                      <a:pt x="0" y="1439"/>
                      <a:pt x="274" y="1713"/>
                      <a:pt x="845" y="1713"/>
                    </a:cubicBezTo>
                    <a:cubicBezTo>
                      <a:pt x="1415" y="1713"/>
                      <a:pt x="1712" y="1439"/>
                      <a:pt x="1712" y="868"/>
                    </a:cubicBezTo>
                    <a:cubicBezTo>
                      <a:pt x="1712" y="298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5"/>
              <p:cNvSpPr/>
              <p:nvPr/>
            </p:nvSpPr>
            <p:spPr>
              <a:xfrm>
                <a:off x="3790300" y="3061500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5"/>
              <p:cNvSpPr/>
              <p:nvPr/>
            </p:nvSpPr>
            <p:spPr>
              <a:xfrm>
                <a:off x="3790300" y="3175625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5"/>
              <p:cNvSpPr/>
              <p:nvPr/>
            </p:nvSpPr>
            <p:spPr>
              <a:xfrm>
                <a:off x="3932950" y="3282325"/>
                <a:ext cx="256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1713" extrusionOk="0">
                    <a:moveTo>
                      <a:pt x="571" y="0"/>
                    </a:moveTo>
                    <a:cubicBezTo>
                      <a:pt x="298" y="0"/>
                      <a:pt x="1" y="571"/>
                      <a:pt x="1" y="868"/>
                    </a:cubicBezTo>
                    <a:cubicBezTo>
                      <a:pt x="1" y="1142"/>
                      <a:pt x="298" y="1712"/>
                      <a:pt x="571" y="1712"/>
                    </a:cubicBezTo>
                    <a:lnTo>
                      <a:pt x="9428" y="1712"/>
                    </a:lnTo>
                    <a:cubicBezTo>
                      <a:pt x="9998" y="1712"/>
                      <a:pt x="10272" y="1142"/>
                      <a:pt x="10272" y="868"/>
                    </a:cubicBezTo>
                    <a:cubicBezTo>
                      <a:pt x="10272" y="571"/>
                      <a:pt x="9998" y="0"/>
                      <a:pt x="94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45"/>
              <p:cNvSpPr/>
              <p:nvPr/>
            </p:nvSpPr>
            <p:spPr>
              <a:xfrm>
                <a:off x="3911850" y="2533650"/>
                <a:ext cx="306450" cy="306450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2258" extrusionOk="0">
                    <a:moveTo>
                      <a:pt x="5981" y="1"/>
                    </a:moveTo>
                    <a:cubicBezTo>
                      <a:pt x="2557" y="1"/>
                      <a:pt x="0" y="2557"/>
                      <a:pt x="0" y="5981"/>
                    </a:cubicBezTo>
                    <a:cubicBezTo>
                      <a:pt x="0" y="9405"/>
                      <a:pt x="2557" y="12258"/>
                      <a:pt x="5981" y="12258"/>
                    </a:cubicBezTo>
                    <a:cubicBezTo>
                      <a:pt x="9404" y="12258"/>
                      <a:pt x="12258" y="9405"/>
                      <a:pt x="12258" y="5981"/>
                    </a:cubicBezTo>
                    <a:cubicBezTo>
                      <a:pt x="12258" y="2557"/>
                      <a:pt x="9404" y="1"/>
                      <a:pt x="5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45"/>
              <p:cNvSpPr/>
              <p:nvPr/>
            </p:nvSpPr>
            <p:spPr>
              <a:xfrm>
                <a:off x="4004300" y="2576450"/>
                <a:ext cx="1141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269" extrusionOk="0">
                    <a:moveTo>
                      <a:pt x="2283" y="1"/>
                    </a:moveTo>
                    <a:cubicBezTo>
                      <a:pt x="1141" y="1"/>
                      <a:pt x="0" y="845"/>
                      <a:pt x="0" y="2283"/>
                    </a:cubicBezTo>
                    <a:cubicBezTo>
                      <a:pt x="0" y="3424"/>
                      <a:pt x="1141" y="4269"/>
                      <a:pt x="2283" y="4269"/>
                    </a:cubicBezTo>
                    <a:cubicBezTo>
                      <a:pt x="3424" y="4269"/>
                      <a:pt x="4565" y="3424"/>
                      <a:pt x="4565" y="2283"/>
                    </a:cubicBezTo>
                    <a:cubicBezTo>
                      <a:pt x="4565" y="845"/>
                      <a:pt x="3424" y="1"/>
                      <a:pt x="2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45"/>
              <p:cNvSpPr/>
              <p:nvPr/>
            </p:nvSpPr>
            <p:spPr>
              <a:xfrm>
                <a:off x="3954650" y="2711700"/>
                <a:ext cx="214000" cy="121550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4862" extrusionOk="0">
                    <a:moveTo>
                      <a:pt x="4269" y="0"/>
                    </a:moveTo>
                    <a:cubicBezTo>
                      <a:pt x="2283" y="0"/>
                      <a:pt x="571" y="1141"/>
                      <a:pt x="0" y="2853"/>
                    </a:cubicBezTo>
                    <a:cubicBezTo>
                      <a:pt x="1141" y="3995"/>
                      <a:pt x="2557" y="4862"/>
                      <a:pt x="4269" y="4862"/>
                    </a:cubicBezTo>
                    <a:cubicBezTo>
                      <a:pt x="5980" y="4862"/>
                      <a:pt x="7418" y="3995"/>
                      <a:pt x="8560" y="2853"/>
                    </a:cubicBezTo>
                    <a:cubicBezTo>
                      <a:pt x="7989" y="1141"/>
                      <a:pt x="6277" y="0"/>
                      <a:pt x="4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45"/>
            <p:cNvGrpSpPr/>
            <p:nvPr/>
          </p:nvGrpSpPr>
          <p:grpSpPr>
            <a:xfrm>
              <a:off x="7199564" y="2548592"/>
              <a:ext cx="836053" cy="232500"/>
              <a:chOff x="7110769" y="2167592"/>
              <a:chExt cx="836053" cy="232500"/>
            </a:xfrm>
          </p:grpSpPr>
          <p:sp>
            <p:nvSpPr>
              <p:cNvPr id="768" name="Google Shape;768;p45"/>
              <p:cNvSpPr/>
              <p:nvPr/>
            </p:nvSpPr>
            <p:spPr>
              <a:xfrm>
                <a:off x="7110769" y="2167592"/>
                <a:ext cx="338100" cy="232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45"/>
              <p:cNvSpPr/>
              <p:nvPr/>
            </p:nvSpPr>
            <p:spPr>
              <a:xfrm>
                <a:off x="7552322" y="2167610"/>
                <a:ext cx="394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45"/>
              <p:cNvSpPr/>
              <p:nvPr/>
            </p:nvSpPr>
            <p:spPr>
              <a:xfrm>
                <a:off x="7552322" y="2259290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45"/>
              <p:cNvSpPr/>
              <p:nvPr/>
            </p:nvSpPr>
            <p:spPr>
              <a:xfrm>
                <a:off x="7552322" y="2350970"/>
                <a:ext cx="1596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9"/>
          <p:cNvSpPr txBox="1">
            <a:spLocks noGrp="1"/>
          </p:cNvSpPr>
          <p:nvPr>
            <p:ph type="title"/>
          </p:nvPr>
        </p:nvSpPr>
        <p:spPr>
          <a:xfrm>
            <a:off x="442264" y="704796"/>
            <a:ext cx="706337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Quais são os principais objetivos do site?</a:t>
            </a:r>
            <a:endParaRPr sz="4000" dirty="0"/>
          </a:p>
        </p:txBody>
      </p:sp>
      <p:grpSp>
        <p:nvGrpSpPr>
          <p:cNvPr id="917" name="Google Shape;917;p49"/>
          <p:cNvGrpSpPr/>
          <p:nvPr/>
        </p:nvGrpSpPr>
        <p:grpSpPr>
          <a:xfrm>
            <a:off x="5178056" y="1439770"/>
            <a:ext cx="3063905" cy="2526174"/>
            <a:chOff x="4572002" y="983473"/>
            <a:chExt cx="3648694" cy="3149998"/>
          </a:xfrm>
        </p:grpSpPr>
        <p:sp>
          <p:nvSpPr>
            <p:cNvPr id="918" name="Google Shape;918;p49"/>
            <p:cNvSpPr/>
            <p:nvPr/>
          </p:nvSpPr>
          <p:spPr>
            <a:xfrm>
              <a:off x="5114109" y="3393901"/>
              <a:ext cx="305056" cy="711891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9"/>
            <p:cNvSpPr/>
            <p:nvPr/>
          </p:nvSpPr>
          <p:spPr>
            <a:xfrm rot="-347953">
              <a:off x="7458837" y="1988443"/>
              <a:ext cx="319131" cy="101067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0" name="Google Shape;920;p49"/>
            <p:cNvGrpSpPr/>
            <p:nvPr/>
          </p:nvGrpSpPr>
          <p:grpSpPr>
            <a:xfrm>
              <a:off x="4572002" y="983473"/>
              <a:ext cx="3648694" cy="3149998"/>
              <a:chOff x="775925" y="238125"/>
              <a:chExt cx="6067000" cy="5237775"/>
            </a:xfrm>
          </p:grpSpPr>
          <p:sp>
            <p:nvSpPr>
              <p:cNvPr id="921" name="Google Shape;921;p49"/>
              <p:cNvSpPr/>
              <p:nvPr/>
            </p:nvSpPr>
            <p:spPr>
              <a:xfrm>
                <a:off x="1947300" y="238125"/>
                <a:ext cx="2584400" cy="5237775"/>
              </a:xfrm>
              <a:custGeom>
                <a:avLst/>
                <a:gdLst/>
                <a:ahLst/>
                <a:cxnLst/>
                <a:rect l="l" t="t" r="r" b="b"/>
                <a:pathLst>
                  <a:path w="103376" h="209511" extrusionOk="0">
                    <a:moveTo>
                      <a:pt x="11629" y="0"/>
                    </a:moveTo>
                    <a:cubicBezTo>
                      <a:pt x="5223" y="0"/>
                      <a:pt x="1" y="5222"/>
                      <a:pt x="1" y="11644"/>
                    </a:cubicBezTo>
                    <a:lnTo>
                      <a:pt x="1" y="197851"/>
                    </a:lnTo>
                    <a:cubicBezTo>
                      <a:pt x="1" y="204273"/>
                      <a:pt x="5223" y="209510"/>
                      <a:pt x="11629" y="209510"/>
                    </a:cubicBezTo>
                    <a:lnTo>
                      <a:pt x="91748" y="209510"/>
                    </a:lnTo>
                    <a:cubicBezTo>
                      <a:pt x="98170" y="209510"/>
                      <a:pt x="103376" y="204273"/>
                      <a:pt x="103376" y="197851"/>
                    </a:cubicBezTo>
                    <a:lnTo>
                      <a:pt x="103376" y="11644"/>
                    </a:lnTo>
                    <a:cubicBezTo>
                      <a:pt x="103376" y="5222"/>
                      <a:pt x="98170" y="0"/>
                      <a:pt x="9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9"/>
              <p:cNvSpPr/>
              <p:nvPr/>
            </p:nvSpPr>
            <p:spPr>
              <a:xfrm>
                <a:off x="2001075" y="3034875"/>
                <a:ext cx="2476850" cy="23673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694" extrusionOk="0">
                    <a:moveTo>
                      <a:pt x="1" y="1"/>
                    </a:moveTo>
                    <a:lnTo>
                      <a:pt x="1" y="84609"/>
                    </a:lnTo>
                    <a:cubicBezTo>
                      <a:pt x="1" y="90173"/>
                      <a:pt x="4506" y="94693"/>
                      <a:pt x="10070" y="94693"/>
                    </a:cubicBezTo>
                    <a:lnTo>
                      <a:pt x="89020" y="94693"/>
                    </a:lnTo>
                    <a:cubicBezTo>
                      <a:pt x="94570" y="94693"/>
                      <a:pt x="99074" y="90173"/>
                      <a:pt x="99074" y="84609"/>
                    </a:cubicBezTo>
                    <a:lnTo>
                      <a:pt x="99074" y="1"/>
                    </a:ln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9"/>
              <p:cNvSpPr/>
              <p:nvPr/>
            </p:nvSpPr>
            <p:spPr>
              <a:xfrm>
                <a:off x="2236850" y="3453400"/>
                <a:ext cx="2041200" cy="1498350"/>
              </a:xfrm>
              <a:custGeom>
                <a:avLst/>
                <a:gdLst/>
                <a:ahLst/>
                <a:cxnLst/>
                <a:rect l="l" t="t" r="r" b="b"/>
                <a:pathLst>
                  <a:path w="81648" h="59934" extrusionOk="0">
                    <a:moveTo>
                      <a:pt x="3944" y="1"/>
                    </a:moveTo>
                    <a:cubicBezTo>
                      <a:pt x="1761" y="1"/>
                      <a:pt x="1" y="1762"/>
                      <a:pt x="1" y="3944"/>
                    </a:cubicBezTo>
                    <a:lnTo>
                      <a:pt x="1" y="55991"/>
                    </a:lnTo>
                    <a:cubicBezTo>
                      <a:pt x="1" y="58173"/>
                      <a:pt x="1761" y="59934"/>
                      <a:pt x="3944" y="59934"/>
                    </a:cubicBezTo>
                    <a:lnTo>
                      <a:pt x="77703" y="59934"/>
                    </a:lnTo>
                    <a:cubicBezTo>
                      <a:pt x="79885" y="59934"/>
                      <a:pt x="81647" y="58173"/>
                      <a:pt x="81647" y="55991"/>
                    </a:cubicBezTo>
                    <a:lnTo>
                      <a:pt x="81647" y="3944"/>
                    </a:lnTo>
                    <a:cubicBezTo>
                      <a:pt x="81647" y="1762"/>
                      <a:pt x="79885" y="1"/>
                      <a:pt x="77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2462450" y="3643575"/>
                <a:ext cx="728750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50" h="23600" extrusionOk="0">
                    <a:moveTo>
                      <a:pt x="1607" y="0"/>
                    </a:moveTo>
                    <a:cubicBezTo>
                      <a:pt x="718" y="0"/>
                      <a:pt x="1" y="717"/>
                      <a:pt x="1" y="1590"/>
                    </a:cubicBezTo>
                    <a:lnTo>
                      <a:pt x="1" y="21994"/>
                    </a:lnTo>
                    <a:cubicBezTo>
                      <a:pt x="1" y="22883"/>
                      <a:pt x="718" y="23600"/>
                      <a:pt x="1607" y="23600"/>
                    </a:cubicBezTo>
                    <a:lnTo>
                      <a:pt x="27559" y="23600"/>
                    </a:lnTo>
                    <a:cubicBezTo>
                      <a:pt x="28449" y="23600"/>
                      <a:pt x="29149" y="22883"/>
                      <a:pt x="29149" y="21994"/>
                    </a:cubicBezTo>
                    <a:lnTo>
                      <a:pt x="29149" y="1590"/>
                    </a:lnTo>
                    <a:cubicBezTo>
                      <a:pt x="29149" y="717"/>
                      <a:pt x="28449" y="0"/>
                      <a:pt x="27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3323300" y="3643575"/>
                <a:ext cx="728725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49" h="23600" extrusionOk="0">
                    <a:moveTo>
                      <a:pt x="1605" y="0"/>
                    </a:moveTo>
                    <a:cubicBezTo>
                      <a:pt x="717" y="0"/>
                      <a:pt x="0" y="717"/>
                      <a:pt x="0" y="1590"/>
                    </a:cubicBezTo>
                    <a:lnTo>
                      <a:pt x="0" y="21994"/>
                    </a:lnTo>
                    <a:cubicBezTo>
                      <a:pt x="0" y="22883"/>
                      <a:pt x="717" y="23600"/>
                      <a:pt x="1605" y="23600"/>
                    </a:cubicBezTo>
                    <a:lnTo>
                      <a:pt x="27558" y="23600"/>
                    </a:lnTo>
                    <a:cubicBezTo>
                      <a:pt x="28446" y="23600"/>
                      <a:pt x="29148" y="22883"/>
                      <a:pt x="29148" y="21994"/>
                    </a:cubicBezTo>
                    <a:lnTo>
                      <a:pt x="29148" y="1590"/>
                    </a:lnTo>
                    <a:cubicBezTo>
                      <a:pt x="29148" y="717"/>
                      <a:pt x="28446" y="0"/>
                      <a:pt x="27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2462450" y="4374225"/>
                <a:ext cx="15895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1" extrusionOk="0">
                    <a:moveTo>
                      <a:pt x="1248" y="0"/>
                    </a:moveTo>
                    <a:cubicBezTo>
                      <a:pt x="562" y="0"/>
                      <a:pt x="1" y="561"/>
                      <a:pt x="1" y="1263"/>
                    </a:cubicBezTo>
                    <a:cubicBezTo>
                      <a:pt x="1" y="1949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9"/>
                      <a:pt x="63582" y="1263"/>
                    </a:cubicBezTo>
                    <a:cubicBezTo>
                      <a:pt x="63582" y="561"/>
                      <a:pt x="63036" y="0"/>
                      <a:pt x="62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2462450" y="4536725"/>
                <a:ext cx="1589575" cy="62750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0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48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8"/>
                      <a:pt x="63582" y="1248"/>
                    </a:cubicBezTo>
                    <a:cubicBezTo>
                      <a:pt x="63582" y="562"/>
                      <a:pt x="63036" y="1"/>
                      <a:pt x="6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2462450" y="4699200"/>
                <a:ext cx="60327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495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34"/>
                      <a:pt x="562" y="2495"/>
                      <a:pt x="1248" y="2495"/>
                    </a:cubicBezTo>
                    <a:lnTo>
                      <a:pt x="22883" y="2495"/>
                    </a:lnTo>
                    <a:cubicBezTo>
                      <a:pt x="23569" y="2495"/>
                      <a:pt x="24130" y="1934"/>
                      <a:pt x="24130" y="1248"/>
                    </a:cubicBezTo>
                    <a:cubicBezTo>
                      <a:pt x="24130" y="562"/>
                      <a:pt x="23569" y="1"/>
                      <a:pt x="22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2001075" y="311775"/>
                <a:ext cx="2476850" cy="3655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9"/>
              <p:cNvSpPr/>
              <p:nvPr/>
            </p:nvSpPr>
            <p:spPr>
              <a:xfrm>
                <a:off x="2001075" y="677300"/>
                <a:ext cx="2476850" cy="235760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9"/>
              <p:cNvSpPr/>
              <p:nvPr/>
            </p:nvSpPr>
            <p:spPr>
              <a:xfrm>
                <a:off x="2714975" y="1167900"/>
                <a:ext cx="1049050" cy="1051400"/>
              </a:xfrm>
              <a:custGeom>
                <a:avLst/>
                <a:gdLst/>
                <a:ahLst/>
                <a:cxnLst/>
                <a:rect l="l" t="t" r="r" b="b"/>
                <a:pathLst>
                  <a:path w="41962" h="42056" extrusionOk="0">
                    <a:moveTo>
                      <a:pt x="20981" y="0"/>
                    </a:moveTo>
                    <a:cubicBezTo>
                      <a:pt x="9415" y="0"/>
                      <a:pt x="1" y="9431"/>
                      <a:pt x="1" y="21028"/>
                    </a:cubicBezTo>
                    <a:cubicBezTo>
                      <a:pt x="1" y="32625"/>
                      <a:pt x="9415" y="42055"/>
                      <a:pt x="20981" y="42055"/>
                    </a:cubicBezTo>
                    <a:cubicBezTo>
                      <a:pt x="32563" y="42055"/>
                      <a:pt x="41962" y="32625"/>
                      <a:pt x="41962" y="21028"/>
                    </a:cubicBezTo>
                    <a:cubicBezTo>
                      <a:pt x="41962" y="9431"/>
                      <a:pt x="32563" y="0"/>
                      <a:pt x="209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200025" dist="19050" dir="5400000" algn="bl" rotWithShape="0">
                  <a:schemeClr val="dk1">
                    <a:alpha val="32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9"/>
              <p:cNvSpPr/>
              <p:nvPr/>
            </p:nvSpPr>
            <p:spPr>
              <a:xfrm>
                <a:off x="3052850" y="1319100"/>
                <a:ext cx="373725" cy="374525"/>
              </a:xfrm>
              <a:custGeom>
                <a:avLst/>
                <a:gdLst/>
                <a:ahLst/>
                <a:cxnLst/>
                <a:rect l="l" t="t" r="r" b="b"/>
                <a:pathLst>
                  <a:path w="14949" h="14981" extrusionOk="0">
                    <a:moveTo>
                      <a:pt x="7466" y="0"/>
                    </a:moveTo>
                    <a:cubicBezTo>
                      <a:pt x="3336" y="0"/>
                      <a:pt x="0" y="3352"/>
                      <a:pt x="0" y="7482"/>
                    </a:cubicBezTo>
                    <a:cubicBezTo>
                      <a:pt x="0" y="11628"/>
                      <a:pt x="3336" y="14980"/>
                      <a:pt x="7466" y="14980"/>
                    </a:cubicBezTo>
                    <a:cubicBezTo>
                      <a:pt x="11597" y="14980"/>
                      <a:pt x="14948" y="11628"/>
                      <a:pt x="14948" y="7482"/>
                    </a:cubicBezTo>
                    <a:cubicBezTo>
                      <a:pt x="14948" y="3352"/>
                      <a:pt x="11597" y="0"/>
                      <a:pt x="7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9"/>
              <p:cNvSpPr/>
              <p:nvPr/>
            </p:nvSpPr>
            <p:spPr>
              <a:xfrm>
                <a:off x="2880600" y="1774650"/>
                <a:ext cx="718200" cy="411900"/>
              </a:xfrm>
              <a:custGeom>
                <a:avLst/>
                <a:gdLst/>
                <a:ahLst/>
                <a:cxnLst/>
                <a:rect l="l" t="t" r="r" b="b"/>
                <a:pathLst>
                  <a:path w="28728" h="16476" extrusionOk="0">
                    <a:moveTo>
                      <a:pt x="14356" y="1"/>
                    </a:moveTo>
                    <a:cubicBezTo>
                      <a:pt x="7716" y="1"/>
                      <a:pt x="2090" y="4255"/>
                      <a:pt x="1" y="10195"/>
                    </a:cubicBezTo>
                    <a:cubicBezTo>
                      <a:pt x="3586" y="14044"/>
                      <a:pt x="8682" y="16476"/>
                      <a:pt x="14356" y="16476"/>
                    </a:cubicBezTo>
                    <a:cubicBezTo>
                      <a:pt x="20030" y="16476"/>
                      <a:pt x="25143" y="14044"/>
                      <a:pt x="28728" y="10195"/>
                    </a:cubicBezTo>
                    <a:cubicBezTo>
                      <a:pt x="26639" y="4255"/>
                      <a:pt x="20996" y="1"/>
                      <a:pt x="14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9"/>
              <p:cNvSpPr/>
              <p:nvPr/>
            </p:nvSpPr>
            <p:spPr>
              <a:xfrm>
                <a:off x="2796425" y="2406725"/>
                <a:ext cx="8292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33171" h="2838" extrusionOk="0">
                    <a:moveTo>
                      <a:pt x="1419" y="0"/>
                    </a:moveTo>
                    <a:cubicBezTo>
                      <a:pt x="639" y="0"/>
                      <a:pt x="1" y="639"/>
                      <a:pt x="1" y="1418"/>
                    </a:cubicBezTo>
                    <a:cubicBezTo>
                      <a:pt x="1" y="2197"/>
                      <a:pt x="639" y="2837"/>
                      <a:pt x="1419" y="2837"/>
                    </a:cubicBezTo>
                    <a:lnTo>
                      <a:pt x="31768" y="2837"/>
                    </a:lnTo>
                    <a:cubicBezTo>
                      <a:pt x="32547" y="2837"/>
                      <a:pt x="33171" y="2197"/>
                      <a:pt x="33171" y="1418"/>
                    </a:cubicBezTo>
                    <a:cubicBezTo>
                      <a:pt x="33171" y="639"/>
                      <a:pt x="32547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9"/>
              <p:cNvSpPr/>
              <p:nvPr/>
            </p:nvSpPr>
            <p:spPr>
              <a:xfrm>
                <a:off x="2962825" y="2584775"/>
                <a:ext cx="4968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19875" h="2838" extrusionOk="0">
                    <a:moveTo>
                      <a:pt x="1403" y="1"/>
                    </a:moveTo>
                    <a:cubicBezTo>
                      <a:pt x="624" y="1"/>
                      <a:pt x="0" y="641"/>
                      <a:pt x="0" y="1420"/>
                    </a:cubicBezTo>
                    <a:cubicBezTo>
                      <a:pt x="0" y="2199"/>
                      <a:pt x="624" y="2838"/>
                      <a:pt x="1403" y="2838"/>
                    </a:cubicBezTo>
                    <a:lnTo>
                      <a:pt x="18456" y="2838"/>
                    </a:lnTo>
                    <a:cubicBezTo>
                      <a:pt x="19235" y="2838"/>
                      <a:pt x="19875" y="2199"/>
                      <a:pt x="19875" y="1420"/>
                    </a:cubicBezTo>
                    <a:cubicBezTo>
                      <a:pt x="19875" y="641"/>
                      <a:pt x="19235" y="1"/>
                      <a:pt x="184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9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9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9"/>
              <p:cNvSpPr/>
              <p:nvPr/>
            </p:nvSpPr>
            <p:spPr>
              <a:xfrm>
                <a:off x="4079650" y="1137125"/>
                <a:ext cx="1760625" cy="2495925"/>
              </a:xfrm>
              <a:custGeom>
                <a:avLst/>
                <a:gdLst/>
                <a:ahLst/>
                <a:cxnLst/>
                <a:rect l="l" t="t" r="r" b="b"/>
                <a:pathLst>
                  <a:path w="70425" h="99837" extrusionOk="0">
                    <a:moveTo>
                      <a:pt x="4084" y="1"/>
                    </a:moveTo>
                    <a:cubicBezTo>
                      <a:pt x="1840" y="1"/>
                      <a:pt x="0" y="1824"/>
                      <a:pt x="0" y="4085"/>
                    </a:cubicBezTo>
                    <a:lnTo>
                      <a:pt x="0" y="95753"/>
                    </a:lnTo>
                    <a:cubicBezTo>
                      <a:pt x="0" y="97998"/>
                      <a:pt x="1840" y="99837"/>
                      <a:pt x="4084" y="99837"/>
                    </a:cubicBezTo>
                    <a:lnTo>
                      <a:pt x="66340" y="99837"/>
                    </a:lnTo>
                    <a:cubicBezTo>
                      <a:pt x="68601" y="99837"/>
                      <a:pt x="70424" y="97998"/>
                      <a:pt x="70424" y="95753"/>
                    </a:cubicBezTo>
                    <a:lnTo>
                      <a:pt x="70424" y="4085"/>
                    </a:lnTo>
                    <a:cubicBezTo>
                      <a:pt x="70424" y="1824"/>
                      <a:pt x="68601" y="1"/>
                      <a:pt x="663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214313" dist="19050" dir="12780000" algn="bl" rotWithShape="0">
                  <a:schemeClr val="dk1">
                    <a:alpha val="4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9"/>
              <p:cNvSpPr/>
              <p:nvPr/>
            </p:nvSpPr>
            <p:spPr>
              <a:xfrm>
                <a:off x="4445175" y="1505375"/>
                <a:ext cx="1036975" cy="1232975"/>
              </a:xfrm>
              <a:custGeom>
                <a:avLst/>
                <a:gdLst/>
                <a:ahLst/>
                <a:cxnLst/>
                <a:rect l="l" t="t" r="r" b="b"/>
                <a:pathLst>
                  <a:path w="41479" h="49319" extrusionOk="0">
                    <a:moveTo>
                      <a:pt x="20732" y="13966"/>
                    </a:moveTo>
                    <a:cubicBezTo>
                      <a:pt x="17895" y="13966"/>
                      <a:pt x="15604" y="16273"/>
                      <a:pt x="15604" y="19126"/>
                    </a:cubicBezTo>
                    <a:cubicBezTo>
                      <a:pt x="15604" y="21090"/>
                      <a:pt x="16695" y="22789"/>
                      <a:pt x="18300" y="23662"/>
                    </a:cubicBezTo>
                    <a:lnTo>
                      <a:pt x="18300" y="29632"/>
                    </a:lnTo>
                    <a:cubicBezTo>
                      <a:pt x="18300" y="30910"/>
                      <a:pt x="19345" y="31954"/>
                      <a:pt x="20638" y="31954"/>
                    </a:cubicBezTo>
                    <a:cubicBezTo>
                      <a:pt x="21916" y="31954"/>
                      <a:pt x="22961" y="30910"/>
                      <a:pt x="22961" y="29632"/>
                    </a:cubicBezTo>
                    <a:lnTo>
                      <a:pt x="22961" y="23755"/>
                    </a:lnTo>
                    <a:cubicBezTo>
                      <a:pt x="24676" y="22930"/>
                      <a:pt x="25875" y="21168"/>
                      <a:pt x="25875" y="19126"/>
                    </a:cubicBezTo>
                    <a:cubicBezTo>
                      <a:pt x="25875" y="16273"/>
                      <a:pt x="23568" y="13966"/>
                      <a:pt x="20732" y="13966"/>
                    </a:cubicBezTo>
                    <a:close/>
                    <a:moveTo>
                      <a:pt x="29398" y="3398"/>
                    </a:moveTo>
                    <a:cubicBezTo>
                      <a:pt x="30115" y="7856"/>
                      <a:pt x="33638" y="11379"/>
                      <a:pt x="38081" y="12096"/>
                    </a:cubicBezTo>
                    <a:lnTo>
                      <a:pt x="38081" y="23491"/>
                    </a:lnTo>
                    <a:cubicBezTo>
                      <a:pt x="38081" y="33793"/>
                      <a:pt x="27824" y="43536"/>
                      <a:pt x="20732" y="45781"/>
                    </a:cubicBezTo>
                    <a:cubicBezTo>
                      <a:pt x="13655" y="43536"/>
                      <a:pt x="3383" y="33793"/>
                      <a:pt x="3383" y="23491"/>
                    </a:cubicBezTo>
                    <a:lnTo>
                      <a:pt x="3383" y="12096"/>
                    </a:lnTo>
                    <a:cubicBezTo>
                      <a:pt x="7825" y="11379"/>
                      <a:pt x="11348" y="7856"/>
                      <a:pt x="12065" y="3398"/>
                    </a:cubicBezTo>
                    <a:close/>
                    <a:moveTo>
                      <a:pt x="8823" y="0"/>
                    </a:moveTo>
                    <a:lnTo>
                      <a:pt x="8823" y="1700"/>
                    </a:lnTo>
                    <a:cubicBezTo>
                      <a:pt x="8823" y="5643"/>
                      <a:pt x="5628" y="8839"/>
                      <a:pt x="1684" y="8839"/>
                    </a:cubicBezTo>
                    <a:lnTo>
                      <a:pt x="0" y="8839"/>
                    </a:lnTo>
                    <a:lnTo>
                      <a:pt x="0" y="23491"/>
                    </a:lnTo>
                    <a:cubicBezTo>
                      <a:pt x="0" y="35757"/>
                      <a:pt x="12003" y="46903"/>
                      <a:pt x="20280" y="49194"/>
                    </a:cubicBezTo>
                    <a:lnTo>
                      <a:pt x="20732" y="49318"/>
                    </a:lnTo>
                    <a:lnTo>
                      <a:pt x="21184" y="49194"/>
                    </a:lnTo>
                    <a:cubicBezTo>
                      <a:pt x="29460" y="46903"/>
                      <a:pt x="41479" y="35757"/>
                      <a:pt x="41479" y="23491"/>
                    </a:cubicBezTo>
                    <a:lnTo>
                      <a:pt x="41479" y="8839"/>
                    </a:lnTo>
                    <a:lnTo>
                      <a:pt x="39779" y="8839"/>
                    </a:lnTo>
                    <a:cubicBezTo>
                      <a:pt x="35851" y="8839"/>
                      <a:pt x="32656" y="5643"/>
                      <a:pt x="32656" y="1700"/>
                    </a:cubicBezTo>
                    <a:lnTo>
                      <a:pt x="326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9"/>
              <p:cNvSpPr/>
              <p:nvPr/>
            </p:nvSpPr>
            <p:spPr>
              <a:xfrm>
                <a:off x="4369200" y="2990825"/>
                <a:ext cx="1640975" cy="472325"/>
              </a:xfrm>
              <a:custGeom>
                <a:avLst/>
                <a:gdLst/>
                <a:ahLst/>
                <a:cxnLst/>
                <a:rect l="l" t="t" r="r" b="b"/>
                <a:pathLst>
                  <a:path w="65639" h="18893" extrusionOk="0">
                    <a:moveTo>
                      <a:pt x="2775" y="1"/>
                    </a:moveTo>
                    <a:cubicBezTo>
                      <a:pt x="1247" y="1"/>
                      <a:pt x="0" y="1264"/>
                      <a:pt x="0" y="2792"/>
                    </a:cubicBezTo>
                    <a:lnTo>
                      <a:pt x="0" y="16103"/>
                    </a:lnTo>
                    <a:cubicBezTo>
                      <a:pt x="0" y="17646"/>
                      <a:pt x="1247" y="18893"/>
                      <a:pt x="2775" y="18893"/>
                    </a:cubicBezTo>
                    <a:lnTo>
                      <a:pt x="62849" y="18893"/>
                    </a:lnTo>
                    <a:cubicBezTo>
                      <a:pt x="64391" y="18893"/>
                      <a:pt x="65638" y="17646"/>
                      <a:pt x="65638" y="16103"/>
                    </a:cubicBezTo>
                    <a:lnTo>
                      <a:pt x="65638" y="2792"/>
                    </a:lnTo>
                    <a:cubicBezTo>
                      <a:pt x="65638" y="1264"/>
                      <a:pt x="64391" y="1"/>
                      <a:pt x="628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9"/>
              <p:cNvSpPr/>
              <p:nvPr/>
            </p:nvSpPr>
            <p:spPr>
              <a:xfrm>
                <a:off x="4472075" y="3069350"/>
                <a:ext cx="345275" cy="31527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12611" extrusionOk="0">
                    <a:moveTo>
                      <a:pt x="6907" y="1"/>
                    </a:moveTo>
                    <a:cubicBezTo>
                      <a:pt x="5296" y="1"/>
                      <a:pt x="3687" y="617"/>
                      <a:pt x="2463" y="1848"/>
                    </a:cubicBezTo>
                    <a:cubicBezTo>
                      <a:pt x="1" y="4311"/>
                      <a:pt x="1" y="8301"/>
                      <a:pt x="2463" y="10764"/>
                    </a:cubicBezTo>
                    <a:cubicBezTo>
                      <a:pt x="3687" y="11995"/>
                      <a:pt x="5296" y="12611"/>
                      <a:pt x="6907" y="12611"/>
                    </a:cubicBezTo>
                    <a:cubicBezTo>
                      <a:pt x="8518" y="12611"/>
                      <a:pt x="10132" y="11995"/>
                      <a:pt x="11363" y="10764"/>
                    </a:cubicBezTo>
                    <a:cubicBezTo>
                      <a:pt x="13811" y="8301"/>
                      <a:pt x="13811" y="4311"/>
                      <a:pt x="11363" y="1848"/>
                    </a:cubicBezTo>
                    <a:cubicBezTo>
                      <a:pt x="10132" y="617"/>
                      <a:pt x="8518" y="1"/>
                      <a:pt x="69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9"/>
              <p:cNvSpPr/>
              <p:nvPr/>
            </p:nvSpPr>
            <p:spPr>
              <a:xfrm>
                <a:off x="4928000" y="3144375"/>
                <a:ext cx="57910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23164" h="1965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3"/>
                    </a:cubicBezTo>
                    <a:cubicBezTo>
                      <a:pt x="1" y="1528"/>
                      <a:pt x="452" y="1964"/>
                      <a:pt x="998" y="1964"/>
                    </a:cubicBezTo>
                    <a:lnTo>
                      <a:pt x="22181" y="1964"/>
                    </a:lnTo>
                    <a:cubicBezTo>
                      <a:pt x="22727" y="1964"/>
                      <a:pt x="23163" y="1528"/>
                      <a:pt x="23163" y="983"/>
                    </a:cubicBezTo>
                    <a:cubicBezTo>
                      <a:pt x="23163" y="437"/>
                      <a:pt x="22727" y="0"/>
                      <a:pt x="22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9"/>
              <p:cNvSpPr/>
              <p:nvPr/>
            </p:nvSpPr>
            <p:spPr>
              <a:xfrm>
                <a:off x="5569800" y="3144375"/>
                <a:ext cx="28995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11598" h="1965" extrusionOk="0">
                    <a:moveTo>
                      <a:pt x="983" y="0"/>
                    </a:moveTo>
                    <a:cubicBezTo>
                      <a:pt x="437" y="0"/>
                      <a:pt x="0" y="437"/>
                      <a:pt x="0" y="983"/>
                    </a:cubicBezTo>
                    <a:cubicBezTo>
                      <a:pt x="0" y="1528"/>
                      <a:pt x="437" y="1964"/>
                      <a:pt x="983" y="1964"/>
                    </a:cubicBezTo>
                    <a:lnTo>
                      <a:pt x="10616" y="1964"/>
                    </a:lnTo>
                    <a:cubicBezTo>
                      <a:pt x="11161" y="1964"/>
                      <a:pt x="11597" y="1528"/>
                      <a:pt x="11597" y="983"/>
                    </a:cubicBezTo>
                    <a:cubicBezTo>
                      <a:pt x="11597" y="437"/>
                      <a:pt x="11161" y="0"/>
                      <a:pt x="10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9"/>
              <p:cNvSpPr/>
              <p:nvPr/>
            </p:nvSpPr>
            <p:spPr>
              <a:xfrm>
                <a:off x="4928000" y="3268700"/>
                <a:ext cx="346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13874" h="1980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2"/>
                    </a:cubicBezTo>
                    <a:cubicBezTo>
                      <a:pt x="1" y="1528"/>
                      <a:pt x="452" y="1979"/>
                      <a:pt x="998" y="1979"/>
                    </a:cubicBezTo>
                    <a:lnTo>
                      <a:pt x="12891" y="1979"/>
                    </a:lnTo>
                    <a:cubicBezTo>
                      <a:pt x="13437" y="1979"/>
                      <a:pt x="13873" y="1528"/>
                      <a:pt x="13873" y="982"/>
                    </a:cubicBezTo>
                    <a:cubicBezTo>
                      <a:pt x="13873" y="437"/>
                      <a:pt x="13437" y="0"/>
                      <a:pt x="12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9"/>
              <p:cNvSpPr/>
              <p:nvPr/>
            </p:nvSpPr>
            <p:spPr>
              <a:xfrm>
                <a:off x="1453175" y="2049775"/>
                <a:ext cx="1194800" cy="1197125"/>
              </a:xfrm>
              <a:custGeom>
                <a:avLst/>
                <a:gdLst/>
                <a:ahLst/>
                <a:cxnLst/>
                <a:rect l="l" t="t" r="r" b="b"/>
                <a:pathLst>
                  <a:path w="47792" h="47885" extrusionOk="0">
                    <a:moveTo>
                      <a:pt x="4631" y="0"/>
                    </a:moveTo>
                    <a:cubicBezTo>
                      <a:pt x="2075" y="0"/>
                      <a:pt x="1" y="2089"/>
                      <a:pt x="1" y="4645"/>
                    </a:cubicBezTo>
                    <a:lnTo>
                      <a:pt x="1" y="43239"/>
                    </a:lnTo>
                    <a:cubicBezTo>
                      <a:pt x="1" y="45796"/>
                      <a:pt x="2075" y="47885"/>
                      <a:pt x="4631" y="47885"/>
                    </a:cubicBezTo>
                    <a:lnTo>
                      <a:pt x="43147" y="47885"/>
                    </a:lnTo>
                    <a:cubicBezTo>
                      <a:pt x="45703" y="47885"/>
                      <a:pt x="47792" y="45796"/>
                      <a:pt x="47792" y="43239"/>
                    </a:cubicBezTo>
                    <a:lnTo>
                      <a:pt x="47792" y="4645"/>
                    </a:lnTo>
                    <a:cubicBezTo>
                      <a:pt x="47792" y="2089"/>
                      <a:pt x="45703" y="0"/>
                      <a:pt x="431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157163" dist="19050" dir="384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9"/>
              <p:cNvSpPr/>
              <p:nvPr/>
            </p:nvSpPr>
            <p:spPr>
              <a:xfrm>
                <a:off x="1499575" y="2096525"/>
                <a:ext cx="1102050" cy="1103975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44159" extrusionOk="0">
                    <a:moveTo>
                      <a:pt x="2775" y="1"/>
                    </a:moveTo>
                    <a:cubicBezTo>
                      <a:pt x="1247" y="1"/>
                      <a:pt x="0" y="1248"/>
                      <a:pt x="0" y="2775"/>
                    </a:cubicBezTo>
                    <a:lnTo>
                      <a:pt x="0" y="41369"/>
                    </a:lnTo>
                    <a:cubicBezTo>
                      <a:pt x="0" y="42897"/>
                      <a:pt x="1247" y="44159"/>
                      <a:pt x="2775" y="44159"/>
                    </a:cubicBezTo>
                    <a:lnTo>
                      <a:pt x="41291" y="44159"/>
                    </a:lnTo>
                    <a:cubicBezTo>
                      <a:pt x="42818" y="44159"/>
                      <a:pt x="44081" y="42897"/>
                      <a:pt x="44081" y="41369"/>
                    </a:cubicBezTo>
                    <a:lnTo>
                      <a:pt x="44081" y="2775"/>
                    </a:lnTo>
                    <a:cubicBezTo>
                      <a:pt x="44081" y="1248"/>
                      <a:pt x="42818" y="1"/>
                      <a:pt x="41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9"/>
              <p:cNvSpPr/>
              <p:nvPr/>
            </p:nvSpPr>
            <p:spPr>
              <a:xfrm>
                <a:off x="1499575" y="2316300"/>
                <a:ext cx="1102050" cy="884200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35368" extrusionOk="0">
                    <a:moveTo>
                      <a:pt x="13826" y="1"/>
                    </a:moveTo>
                    <a:lnTo>
                      <a:pt x="0" y="20654"/>
                    </a:lnTo>
                    <a:lnTo>
                      <a:pt x="0" y="32578"/>
                    </a:lnTo>
                    <a:cubicBezTo>
                      <a:pt x="0" y="34106"/>
                      <a:pt x="1247" y="35368"/>
                      <a:pt x="2775" y="35368"/>
                    </a:cubicBezTo>
                    <a:lnTo>
                      <a:pt x="41291" y="35368"/>
                    </a:lnTo>
                    <a:cubicBezTo>
                      <a:pt x="42818" y="35368"/>
                      <a:pt x="44081" y="34106"/>
                      <a:pt x="44081" y="32578"/>
                    </a:cubicBezTo>
                    <a:lnTo>
                      <a:pt x="44081" y="26733"/>
                    </a:lnTo>
                    <a:lnTo>
                      <a:pt x="34370" y="12221"/>
                    </a:lnTo>
                    <a:lnTo>
                      <a:pt x="28182" y="21449"/>
                    </a:lnTo>
                    <a:lnTo>
                      <a:pt x="27652" y="20670"/>
                    </a:lnTo>
                    <a:lnTo>
                      <a:pt x="13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9"/>
              <p:cNvSpPr/>
              <p:nvPr/>
            </p:nvSpPr>
            <p:spPr>
              <a:xfrm>
                <a:off x="2133200" y="2241875"/>
                <a:ext cx="254100" cy="2545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10180" extrusionOk="0">
                    <a:moveTo>
                      <a:pt x="5082" y="0"/>
                    </a:moveTo>
                    <a:cubicBezTo>
                      <a:pt x="2276" y="0"/>
                      <a:pt x="0" y="2276"/>
                      <a:pt x="0" y="5098"/>
                    </a:cubicBezTo>
                    <a:cubicBezTo>
                      <a:pt x="0" y="7904"/>
                      <a:pt x="2276" y="10179"/>
                      <a:pt x="5082" y="10179"/>
                    </a:cubicBezTo>
                    <a:cubicBezTo>
                      <a:pt x="7888" y="10179"/>
                      <a:pt x="10163" y="7904"/>
                      <a:pt x="10163" y="5098"/>
                    </a:cubicBezTo>
                    <a:cubicBezTo>
                      <a:pt x="10163" y="2276"/>
                      <a:pt x="7888" y="0"/>
                      <a:pt x="50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9"/>
              <p:cNvSpPr/>
              <p:nvPr/>
            </p:nvSpPr>
            <p:spPr>
              <a:xfrm>
                <a:off x="5544475" y="456750"/>
                <a:ext cx="1298450" cy="1300775"/>
              </a:xfrm>
              <a:custGeom>
                <a:avLst/>
                <a:gdLst/>
                <a:ahLst/>
                <a:cxnLst/>
                <a:rect l="l" t="t" r="r" b="b"/>
                <a:pathLst>
                  <a:path w="51938" h="52031" extrusionOk="0">
                    <a:moveTo>
                      <a:pt x="4396" y="0"/>
                    </a:moveTo>
                    <a:cubicBezTo>
                      <a:pt x="1965" y="0"/>
                      <a:pt x="1" y="1979"/>
                      <a:pt x="1" y="4411"/>
                    </a:cubicBezTo>
                    <a:lnTo>
                      <a:pt x="1" y="47619"/>
                    </a:lnTo>
                    <a:cubicBezTo>
                      <a:pt x="1" y="50050"/>
                      <a:pt x="1965" y="52031"/>
                      <a:pt x="4396" y="52031"/>
                    </a:cubicBezTo>
                    <a:lnTo>
                      <a:pt x="47526" y="52031"/>
                    </a:lnTo>
                    <a:cubicBezTo>
                      <a:pt x="49958" y="52031"/>
                      <a:pt x="51938" y="50050"/>
                      <a:pt x="51938" y="47619"/>
                    </a:cubicBezTo>
                    <a:lnTo>
                      <a:pt x="51938" y="4411"/>
                    </a:lnTo>
                    <a:cubicBezTo>
                      <a:pt x="51938" y="1979"/>
                      <a:pt x="49958" y="0"/>
                      <a:pt x="475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371475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9"/>
              <p:cNvSpPr/>
              <p:nvPr/>
            </p:nvSpPr>
            <p:spPr>
              <a:xfrm>
                <a:off x="5783750" y="677300"/>
                <a:ext cx="819925" cy="859675"/>
              </a:xfrm>
              <a:custGeom>
                <a:avLst/>
                <a:gdLst/>
                <a:ahLst/>
                <a:cxnLst/>
                <a:rect l="l" t="t" r="r" b="b"/>
                <a:pathLst>
                  <a:path w="32797" h="34387" extrusionOk="0">
                    <a:moveTo>
                      <a:pt x="16398" y="11675"/>
                    </a:moveTo>
                    <a:cubicBezTo>
                      <a:pt x="19437" y="11675"/>
                      <a:pt x="21900" y="14154"/>
                      <a:pt x="21900" y="17193"/>
                    </a:cubicBezTo>
                    <a:cubicBezTo>
                      <a:pt x="21900" y="20233"/>
                      <a:pt x="19437" y="22711"/>
                      <a:pt x="16398" y="22711"/>
                    </a:cubicBezTo>
                    <a:cubicBezTo>
                      <a:pt x="13358" y="22711"/>
                      <a:pt x="10895" y="20233"/>
                      <a:pt x="10895" y="17193"/>
                    </a:cubicBezTo>
                    <a:cubicBezTo>
                      <a:pt x="10895" y="14154"/>
                      <a:pt x="13358" y="11675"/>
                      <a:pt x="16398" y="11675"/>
                    </a:cubicBezTo>
                    <a:close/>
                    <a:moveTo>
                      <a:pt x="13312" y="1"/>
                    </a:moveTo>
                    <a:lnTo>
                      <a:pt x="12314" y="4692"/>
                    </a:lnTo>
                    <a:cubicBezTo>
                      <a:pt x="10552" y="5253"/>
                      <a:pt x="8979" y="6204"/>
                      <a:pt x="7638" y="7404"/>
                    </a:cubicBezTo>
                    <a:lnTo>
                      <a:pt x="3071" y="5924"/>
                    </a:lnTo>
                    <a:lnTo>
                      <a:pt x="0" y="11270"/>
                    </a:lnTo>
                    <a:lnTo>
                      <a:pt x="3538" y="14481"/>
                    </a:lnTo>
                    <a:cubicBezTo>
                      <a:pt x="3351" y="15353"/>
                      <a:pt x="3258" y="16258"/>
                      <a:pt x="3258" y="17193"/>
                    </a:cubicBezTo>
                    <a:cubicBezTo>
                      <a:pt x="3258" y="18128"/>
                      <a:pt x="3351" y="19032"/>
                      <a:pt x="3538" y="19905"/>
                    </a:cubicBezTo>
                    <a:lnTo>
                      <a:pt x="0" y="23116"/>
                    </a:lnTo>
                    <a:lnTo>
                      <a:pt x="3071" y="28463"/>
                    </a:lnTo>
                    <a:lnTo>
                      <a:pt x="7638" y="26982"/>
                    </a:lnTo>
                    <a:cubicBezTo>
                      <a:pt x="8979" y="28182"/>
                      <a:pt x="10552" y="29133"/>
                      <a:pt x="12314" y="29694"/>
                    </a:cubicBezTo>
                    <a:lnTo>
                      <a:pt x="13312" y="34386"/>
                    </a:lnTo>
                    <a:lnTo>
                      <a:pt x="19468" y="34386"/>
                    </a:lnTo>
                    <a:lnTo>
                      <a:pt x="20466" y="29694"/>
                    </a:lnTo>
                    <a:cubicBezTo>
                      <a:pt x="22228" y="29133"/>
                      <a:pt x="23818" y="28182"/>
                      <a:pt x="25158" y="26982"/>
                    </a:cubicBezTo>
                    <a:lnTo>
                      <a:pt x="29710" y="28463"/>
                    </a:lnTo>
                    <a:lnTo>
                      <a:pt x="32796" y="23116"/>
                    </a:lnTo>
                    <a:lnTo>
                      <a:pt x="29242" y="19905"/>
                    </a:lnTo>
                    <a:cubicBezTo>
                      <a:pt x="29429" y="19032"/>
                      <a:pt x="29538" y="18128"/>
                      <a:pt x="29538" y="17193"/>
                    </a:cubicBezTo>
                    <a:cubicBezTo>
                      <a:pt x="29538" y="16258"/>
                      <a:pt x="29429" y="15353"/>
                      <a:pt x="29242" y="14481"/>
                    </a:cubicBezTo>
                    <a:lnTo>
                      <a:pt x="32796" y="11270"/>
                    </a:lnTo>
                    <a:lnTo>
                      <a:pt x="29710" y="5924"/>
                    </a:lnTo>
                    <a:lnTo>
                      <a:pt x="25158" y="7404"/>
                    </a:lnTo>
                    <a:cubicBezTo>
                      <a:pt x="23818" y="6204"/>
                      <a:pt x="22228" y="5253"/>
                      <a:pt x="20466" y="4692"/>
                    </a:cubicBezTo>
                    <a:lnTo>
                      <a:pt x="194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9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9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9"/>
              <p:cNvSpPr/>
              <p:nvPr/>
            </p:nvSpPr>
            <p:spPr>
              <a:xfrm>
                <a:off x="901400" y="1219325"/>
                <a:ext cx="23657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9463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9462" y="1482"/>
                    </a:lnTo>
                    <a:lnTo>
                      <a:pt x="94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9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5" name="Google Shape;955;p49"/>
            <p:cNvGrpSpPr/>
            <p:nvPr/>
          </p:nvGrpSpPr>
          <p:grpSpPr>
            <a:xfrm rot="-5400000">
              <a:off x="6743322" y="3210572"/>
              <a:ext cx="600510" cy="600510"/>
              <a:chOff x="5289166" y="402821"/>
              <a:chExt cx="801000" cy="801000"/>
            </a:xfrm>
          </p:grpSpPr>
          <p:sp>
            <p:nvSpPr>
              <p:cNvPr id="956" name="Google Shape;956;p49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9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8" name="Google Shape;958;p49"/>
            <p:cNvGrpSpPr/>
            <p:nvPr/>
          </p:nvGrpSpPr>
          <p:grpSpPr>
            <a:xfrm>
              <a:off x="4585087" y="3005758"/>
              <a:ext cx="573803" cy="573803"/>
              <a:chOff x="2149575" y="1922175"/>
              <a:chExt cx="1332875" cy="1332875"/>
            </a:xfrm>
          </p:grpSpPr>
          <p:sp>
            <p:nvSpPr>
              <p:cNvPr id="959" name="Google Shape;959;p49"/>
              <p:cNvSpPr/>
              <p:nvPr/>
            </p:nvSpPr>
            <p:spPr>
              <a:xfrm>
                <a:off x="2149575" y="1922175"/>
                <a:ext cx="1332875" cy="1332875"/>
              </a:xfrm>
              <a:custGeom>
                <a:avLst/>
                <a:gdLst/>
                <a:ahLst/>
                <a:cxnLst/>
                <a:rect l="l" t="t" r="r" b="b"/>
                <a:pathLst>
                  <a:path w="53315" h="53315" extrusionOk="0">
                    <a:moveTo>
                      <a:pt x="26657" y="0"/>
                    </a:moveTo>
                    <a:cubicBezTo>
                      <a:pt x="11968" y="0"/>
                      <a:pt x="0" y="11968"/>
                      <a:pt x="0" y="26657"/>
                    </a:cubicBezTo>
                    <a:cubicBezTo>
                      <a:pt x="0" y="41363"/>
                      <a:pt x="11968" y="53315"/>
                      <a:pt x="26657" y="53315"/>
                    </a:cubicBezTo>
                    <a:cubicBezTo>
                      <a:pt x="41363" y="53315"/>
                      <a:pt x="53315" y="41363"/>
                      <a:pt x="53315" y="26657"/>
                    </a:cubicBezTo>
                    <a:cubicBezTo>
                      <a:pt x="53315" y="11968"/>
                      <a:pt x="41363" y="0"/>
                      <a:pt x="266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214313" dist="66675" dir="822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9"/>
              <p:cNvSpPr/>
              <p:nvPr/>
            </p:nvSpPr>
            <p:spPr>
              <a:xfrm>
                <a:off x="2626250" y="2268250"/>
                <a:ext cx="566725" cy="654200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6168" extrusionOk="0">
                    <a:moveTo>
                      <a:pt x="1" y="1"/>
                    </a:moveTo>
                    <a:lnTo>
                      <a:pt x="1" y="13084"/>
                    </a:lnTo>
                    <a:lnTo>
                      <a:pt x="1" y="26168"/>
                    </a:lnTo>
                    <a:lnTo>
                      <a:pt x="11343" y="19627"/>
                    </a:lnTo>
                    <a:lnTo>
                      <a:pt x="22668" y="13084"/>
                    </a:lnTo>
                    <a:lnTo>
                      <a:pt x="11343" y="65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1" name="Google Shape;961;p49"/>
            <p:cNvGrpSpPr/>
            <p:nvPr/>
          </p:nvGrpSpPr>
          <p:grpSpPr>
            <a:xfrm rot="5400000">
              <a:off x="7793665" y="2172022"/>
              <a:ext cx="620134" cy="233914"/>
              <a:chOff x="6872640" y="3300197"/>
              <a:chExt cx="620134" cy="233914"/>
            </a:xfrm>
          </p:grpSpPr>
          <p:sp>
            <p:nvSpPr>
              <p:cNvPr id="962" name="Google Shape;962;p49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4" name="Google Shape;964;p49"/>
            <p:cNvGrpSpPr/>
            <p:nvPr/>
          </p:nvGrpSpPr>
          <p:grpSpPr>
            <a:xfrm rot="5400000">
              <a:off x="4518358" y="2551305"/>
              <a:ext cx="575161" cy="188875"/>
              <a:chOff x="6872640" y="3345236"/>
              <a:chExt cx="575161" cy="188875"/>
            </a:xfrm>
          </p:grpSpPr>
          <p:sp>
            <p:nvSpPr>
              <p:cNvPr id="965" name="Google Shape;965;p49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Subtítulo 4">
            <a:extLst>
              <a:ext uri="{FF2B5EF4-FFF2-40B4-BE49-F238E27FC236}">
                <a16:creationId xmlns:a16="http://schemas.microsoft.com/office/drawing/2014/main" id="{93782776-2DD4-43F8-B385-396768800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07" y="2121572"/>
            <a:ext cx="4053900" cy="1628066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	</a:t>
            </a:r>
            <a:r>
              <a:rPr lang="pt-BR" sz="2400" dirty="0">
                <a:solidFill>
                  <a:schemeClr val="bg1"/>
                </a:solidFill>
              </a:rPr>
              <a:t>Ser um site para disponibilizar para o público informações sobre as matrizes energéticas brasileiras.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7"/>
          <p:cNvSpPr txBox="1">
            <a:spLocks noGrp="1"/>
          </p:cNvSpPr>
          <p:nvPr>
            <p:ph type="title"/>
          </p:nvPr>
        </p:nvSpPr>
        <p:spPr>
          <a:xfrm>
            <a:off x="956864" y="530662"/>
            <a:ext cx="63370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Que tipo de site ele é?</a:t>
            </a:r>
            <a:endParaRPr sz="4000" dirty="0"/>
          </a:p>
        </p:txBody>
      </p:sp>
      <p:sp>
        <p:nvSpPr>
          <p:cNvPr id="822" name="Google Shape;822;p47"/>
          <p:cNvSpPr txBox="1">
            <a:spLocks noGrp="1"/>
          </p:cNvSpPr>
          <p:nvPr>
            <p:ph type="subTitle" idx="1"/>
          </p:nvPr>
        </p:nvSpPr>
        <p:spPr>
          <a:xfrm>
            <a:off x="4810166" y="2061690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Um website informativo e mais dinâmico</a:t>
            </a:r>
            <a:endParaRPr sz="2400" dirty="0"/>
          </a:p>
        </p:txBody>
      </p:sp>
      <p:grpSp>
        <p:nvGrpSpPr>
          <p:cNvPr id="823" name="Google Shape;823;p47"/>
          <p:cNvGrpSpPr/>
          <p:nvPr/>
        </p:nvGrpSpPr>
        <p:grpSpPr>
          <a:xfrm>
            <a:off x="775177" y="1521287"/>
            <a:ext cx="3720297" cy="2748441"/>
            <a:chOff x="775177" y="1521287"/>
            <a:chExt cx="3720297" cy="2748441"/>
          </a:xfrm>
        </p:grpSpPr>
        <p:sp>
          <p:nvSpPr>
            <p:cNvPr id="824" name="Google Shape;824;p47"/>
            <p:cNvSpPr/>
            <p:nvPr/>
          </p:nvSpPr>
          <p:spPr>
            <a:xfrm>
              <a:off x="1883717" y="3683356"/>
              <a:ext cx="572738" cy="572738"/>
            </a:xfrm>
            <a:custGeom>
              <a:avLst/>
              <a:gdLst/>
              <a:ahLst/>
              <a:cxnLst/>
              <a:rect l="l" t="t" r="r" b="b"/>
              <a:pathLst>
                <a:path w="53179" h="53179" extrusionOk="0">
                  <a:moveTo>
                    <a:pt x="26589" y="0"/>
                  </a:moveTo>
                  <a:cubicBezTo>
                    <a:pt x="11935" y="0"/>
                    <a:pt x="0" y="11934"/>
                    <a:pt x="0" y="26589"/>
                  </a:cubicBezTo>
                  <a:cubicBezTo>
                    <a:pt x="0" y="41243"/>
                    <a:pt x="11935" y="53178"/>
                    <a:pt x="26589" y="53178"/>
                  </a:cubicBezTo>
                  <a:cubicBezTo>
                    <a:pt x="41260" y="53178"/>
                    <a:pt x="53178" y="41243"/>
                    <a:pt x="53178" y="26589"/>
                  </a:cubicBezTo>
                  <a:cubicBezTo>
                    <a:pt x="53178" y="11934"/>
                    <a:pt x="41260" y="0"/>
                    <a:pt x="265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7"/>
            <p:cNvSpPr/>
            <p:nvPr/>
          </p:nvSpPr>
          <p:spPr>
            <a:xfrm>
              <a:off x="1396417" y="1521287"/>
              <a:ext cx="3099056" cy="1997739"/>
            </a:xfrm>
            <a:custGeom>
              <a:avLst/>
              <a:gdLst/>
              <a:ahLst/>
              <a:cxnLst/>
              <a:rect l="l" t="t" r="r" b="b"/>
              <a:pathLst>
                <a:path w="208165" h="134189" extrusionOk="0">
                  <a:moveTo>
                    <a:pt x="4416" y="1"/>
                  </a:moveTo>
                  <a:cubicBezTo>
                    <a:pt x="1982" y="1"/>
                    <a:pt x="1" y="1964"/>
                    <a:pt x="1" y="4399"/>
                  </a:cubicBezTo>
                  <a:lnTo>
                    <a:pt x="1" y="129790"/>
                  </a:lnTo>
                  <a:cubicBezTo>
                    <a:pt x="1" y="132224"/>
                    <a:pt x="1982" y="134188"/>
                    <a:pt x="4416" y="134188"/>
                  </a:cubicBezTo>
                  <a:lnTo>
                    <a:pt x="203766" y="134188"/>
                  </a:lnTo>
                  <a:cubicBezTo>
                    <a:pt x="206200" y="134188"/>
                    <a:pt x="208164" y="132224"/>
                    <a:pt x="208164" y="129790"/>
                  </a:cubicBezTo>
                  <a:lnTo>
                    <a:pt x="208164" y="4399"/>
                  </a:lnTo>
                  <a:cubicBezTo>
                    <a:pt x="208164" y="1964"/>
                    <a:pt x="206200" y="1"/>
                    <a:pt x="203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7"/>
            <p:cNvSpPr/>
            <p:nvPr/>
          </p:nvSpPr>
          <p:spPr>
            <a:xfrm>
              <a:off x="1553868" y="1979852"/>
              <a:ext cx="998371" cy="1381977"/>
            </a:xfrm>
            <a:custGeom>
              <a:avLst/>
              <a:gdLst/>
              <a:ahLst/>
              <a:cxnLst/>
              <a:rect l="l" t="t" r="r" b="b"/>
              <a:pathLst>
                <a:path w="67061" h="92828" extrusionOk="0">
                  <a:moveTo>
                    <a:pt x="1746" y="1"/>
                  </a:moveTo>
                  <a:cubicBezTo>
                    <a:pt x="790" y="1"/>
                    <a:pt x="0" y="790"/>
                    <a:pt x="0" y="1764"/>
                  </a:cubicBezTo>
                  <a:lnTo>
                    <a:pt x="0" y="91065"/>
                  </a:lnTo>
                  <a:cubicBezTo>
                    <a:pt x="0" y="92039"/>
                    <a:pt x="790" y="92827"/>
                    <a:pt x="1746" y="92827"/>
                  </a:cubicBezTo>
                  <a:lnTo>
                    <a:pt x="65315" y="92827"/>
                  </a:lnTo>
                  <a:cubicBezTo>
                    <a:pt x="66271" y="92827"/>
                    <a:pt x="67061" y="92039"/>
                    <a:pt x="67061" y="91065"/>
                  </a:cubicBezTo>
                  <a:lnTo>
                    <a:pt x="67061" y="1764"/>
                  </a:lnTo>
                  <a:cubicBezTo>
                    <a:pt x="67061" y="790"/>
                    <a:pt x="66271" y="1"/>
                    <a:pt x="65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7"/>
            <p:cNvSpPr/>
            <p:nvPr/>
          </p:nvSpPr>
          <p:spPr>
            <a:xfrm>
              <a:off x="1566850" y="1993102"/>
              <a:ext cx="972392" cy="1355730"/>
            </a:xfrm>
            <a:custGeom>
              <a:avLst/>
              <a:gdLst/>
              <a:ahLst/>
              <a:cxnLst/>
              <a:rect l="l" t="t" r="r" b="b"/>
              <a:pathLst>
                <a:path w="65316" h="91065" extrusionOk="0">
                  <a:moveTo>
                    <a:pt x="874" y="1"/>
                  </a:moveTo>
                  <a:cubicBezTo>
                    <a:pt x="404" y="1"/>
                    <a:pt x="1" y="386"/>
                    <a:pt x="1" y="874"/>
                  </a:cubicBezTo>
                  <a:lnTo>
                    <a:pt x="1" y="90175"/>
                  </a:lnTo>
                  <a:cubicBezTo>
                    <a:pt x="1" y="90662"/>
                    <a:pt x="404" y="91064"/>
                    <a:pt x="874" y="91064"/>
                  </a:cubicBezTo>
                  <a:lnTo>
                    <a:pt x="64443" y="91064"/>
                  </a:lnTo>
                  <a:cubicBezTo>
                    <a:pt x="64913" y="91064"/>
                    <a:pt x="65316" y="90662"/>
                    <a:pt x="65316" y="90175"/>
                  </a:cubicBezTo>
                  <a:lnTo>
                    <a:pt x="65316" y="874"/>
                  </a:lnTo>
                  <a:cubicBezTo>
                    <a:pt x="65316" y="386"/>
                    <a:pt x="64913" y="1"/>
                    <a:pt x="6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7"/>
            <p:cNvSpPr/>
            <p:nvPr/>
          </p:nvSpPr>
          <p:spPr>
            <a:xfrm>
              <a:off x="1566850" y="2519643"/>
              <a:ext cx="972392" cy="829189"/>
            </a:xfrm>
            <a:custGeom>
              <a:avLst/>
              <a:gdLst/>
              <a:ahLst/>
              <a:cxnLst/>
              <a:rect l="l" t="t" r="r" b="b"/>
              <a:pathLst>
                <a:path w="65316" h="55697" extrusionOk="0">
                  <a:moveTo>
                    <a:pt x="18013" y="0"/>
                  </a:moveTo>
                  <a:lnTo>
                    <a:pt x="1" y="26842"/>
                  </a:lnTo>
                  <a:lnTo>
                    <a:pt x="1" y="54807"/>
                  </a:lnTo>
                  <a:cubicBezTo>
                    <a:pt x="1" y="55294"/>
                    <a:pt x="404" y="55696"/>
                    <a:pt x="874" y="55696"/>
                  </a:cubicBezTo>
                  <a:lnTo>
                    <a:pt x="64443" y="55696"/>
                  </a:lnTo>
                  <a:cubicBezTo>
                    <a:pt x="64913" y="55696"/>
                    <a:pt x="65316" y="55294"/>
                    <a:pt x="65316" y="54807"/>
                  </a:cubicBezTo>
                  <a:lnTo>
                    <a:pt x="65316" y="37014"/>
                  </a:lnTo>
                  <a:lnTo>
                    <a:pt x="55378" y="22192"/>
                  </a:lnTo>
                  <a:lnTo>
                    <a:pt x="44148" y="38961"/>
                  </a:lnTo>
                  <a:lnTo>
                    <a:pt x="43174" y="37518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7"/>
            <p:cNvSpPr/>
            <p:nvPr/>
          </p:nvSpPr>
          <p:spPr>
            <a:xfrm>
              <a:off x="1553868" y="1713723"/>
              <a:ext cx="2797406" cy="132454"/>
            </a:xfrm>
            <a:custGeom>
              <a:avLst/>
              <a:gdLst/>
              <a:ahLst/>
              <a:cxnLst/>
              <a:rect l="l" t="t" r="r" b="b"/>
              <a:pathLst>
                <a:path w="187903" h="8897" extrusionOk="0">
                  <a:moveTo>
                    <a:pt x="1746" y="0"/>
                  </a:moveTo>
                  <a:cubicBezTo>
                    <a:pt x="790" y="0"/>
                    <a:pt x="0" y="788"/>
                    <a:pt x="0" y="1762"/>
                  </a:cubicBezTo>
                  <a:lnTo>
                    <a:pt x="0" y="7134"/>
                  </a:lnTo>
                  <a:cubicBezTo>
                    <a:pt x="0" y="8107"/>
                    <a:pt x="790" y="8897"/>
                    <a:pt x="1746" y="8897"/>
                  </a:cubicBezTo>
                  <a:lnTo>
                    <a:pt x="186140" y="8897"/>
                  </a:lnTo>
                  <a:cubicBezTo>
                    <a:pt x="187114" y="8897"/>
                    <a:pt x="187902" y="8107"/>
                    <a:pt x="187902" y="7134"/>
                  </a:cubicBezTo>
                  <a:lnTo>
                    <a:pt x="187902" y="1762"/>
                  </a:lnTo>
                  <a:cubicBezTo>
                    <a:pt x="187902" y="788"/>
                    <a:pt x="187114" y="0"/>
                    <a:pt x="186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7"/>
            <p:cNvSpPr/>
            <p:nvPr/>
          </p:nvSpPr>
          <p:spPr>
            <a:xfrm>
              <a:off x="1635823" y="1760202"/>
              <a:ext cx="1064352" cy="39497"/>
            </a:xfrm>
            <a:custGeom>
              <a:avLst/>
              <a:gdLst/>
              <a:ahLst/>
              <a:cxnLst/>
              <a:rect l="l" t="t" r="r" b="b"/>
              <a:pathLst>
                <a:path w="71493" h="2653" extrusionOk="0">
                  <a:moveTo>
                    <a:pt x="1310" y="0"/>
                  </a:moveTo>
                  <a:cubicBezTo>
                    <a:pt x="589" y="0"/>
                    <a:pt x="1" y="605"/>
                    <a:pt x="1" y="1326"/>
                  </a:cubicBezTo>
                  <a:cubicBezTo>
                    <a:pt x="1" y="2064"/>
                    <a:pt x="589" y="2653"/>
                    <a:pt x="1310" y="2653"/>
                  </a:cubicBezTo>
                  <a:lnTo>
                    <a:pt x="70184" y="2653"/>
                  </a:lnTo>
                  <a:cubicBezTo>
                    <a:pt x="70905" y="2653"/>
                    <a:pt x="71493" y="2064"/>
                    <a:pt x="71493" y="1326"/>
                  </a:cubicBezTo>
                  <a:cubicBezTo>
                    <a:pt x="71493" y="605"/>
                    <a:pt x="70905" y="0"/>
                    <a:pt x="70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7"/>
            <p:cNvSpPr/>
            <p:nvPr/>
          </p:nvSpPr>
          <p:spPr>
            <a:xfrm>
              <a:off x="2809360" y="1760202"/>
              <a:ext cx="458595" cy="39497"/>
            </a:xfrm>
            <a:custGeom>
              <a:avLst/>
              <a:gdLst/>
              <a:ahLst/>
              <a:cxnLst/>
              <a:rect l="l" t="t" r="r" b="b"/>
              <a:pathLst>
                <a:path w="30804" h="2653" extrusionOk="0">
                  <a:moveTo>
                    <a:pt x="1327" y="0"/>
                  </a:moveTo>
                  <a:cubicBezTo>
                    <a:pt x="605" y="0"/>
                    <a:pt x="1" y="605"/>
                    <a:pt x="1" y="1326"/>
                  </a:cubicBezTo>
                  <a:cubicBezTo>
                    <a:pt x="1" y="2064"/>
                    <a:pt x="605" y="2653"/>
                    <a:pt x="1327" y="2653"/>
                  </a:cubicBezTo>
                  <a:lnTo>
                    <a:pt x="29477" y="2653"/>
                  </a:lnTo>
                  <a:cubicBezTo>
                    <a:pt x="30215" y="2653"/>
                    <a:pt x="30804" y="2064"/>
                    <a:pt x="30804" y="1326"/>
                  </a:cubicBezTo>
                  <a:cubicBezTo>
                    <a:pt x="30804" y="605"/>
                    <a:pt x="30215" y="0"/>
                    <a:pt x="294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7"/>
            <p:cNvSpPr/>
            <p:nvPr/>
          </p:nvSpPr>
          <p:spPr>
            <a:xfrm>
              <a:off x="775177" y="1606057"/>
              <a:ext cx="412845" cy="137159"/>
            </a:xfrm>
            <a:custGeom>
              <a:avLst/>
              <a:gdLst/>
              <a:ahLst/>
              <a:cxnLst/>
              <a:rect l="l" t="t" r="r" b="b"/>
              <a:pathLst>
                <a:path w="27731" h="9213" extrusionOk="0">
                  <a:moveTo>
                    <a:pt x="17852" y="0"/>
                  </a:moveTo>
                  <a:cubicBezTo>
                    <a:pt x="15721" y="0"/>
                    <a:pt x="13587" y="678"/>
                    <a:pt x="12086" y="1877"/>
                  </a:cubicBezTo>
                  <a:cubicBezTo>
                    <a:pt x="10727" y="2951"/>
                    <a:pt x="9367" y="4764"/>
                    <a:pt x="8880" y="6644"/>
                  </a:cubicBezTo>
                  <a:cubicBezTo>
                    <a:pt x="7885" y="5842"/>
                    <a:pt x="6591" y="5407"/>
                    <a:pt x="5303" y="5407"/>
                  </a:cubicBezTo>
                  <a:cubicBezTo>
                    <a:pt x="4787" y="5407"/>
                    <a:pt x="4272" y="5477"/>
                    <a:pt x="3778" y="5621"/>
                  </a:cubicBezTo>
                  <a:cubicBezTo>
                    <a:pt x="2048" y="6124"/>
                    <a:pt x="588" y="7501"/>
                    <a:pt x="0" y="9213"/>
                  </a:cubicBezTo>
                  <a:lnTo>
                    <a:pt x="27730" y="9112"/>
                  </a:lnTo>
                  <a:cubicBezTo>
                    <a:pt x="27244" y="5688"/>
                    <a:pt x="25213" y="2884"/>
                    <a:pt x="22225" y="1122"/>
                  </a:cubicBezTo>
                  <a:cubicBezTo>
                    <a:pt x="20929" y="354"/>
                    <a:pt x="19391" y="0"/>
                    <a:pt x="17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7"/>
            <p:cNvSpPr/>
            <p:nvPr/>
          </p:nvSpPr>
          <p:spPr>
            <a:xfrm>
              <a:off x="956864" y="1610434"/>
              <a:ext cx="214663" cy="117835"/>
            </a:xfrm>
            <a:custGeom>
              <a:avLst/>
              <a:gdLst/>
              <a:ahLst/>
              <a:cxnLst/>
              <a:rect l="l" t="t" r="r" b="b"/>
              <a:pathLst>
                <a:path w="14419" h="7915" extrusionOk="0">
                  <a:moveTo>
                    <a:pt x="5350" y="1"/>
                  </a:moveTo>
                  <a:cubicBezTo>
                    <a:pt x="4889" y="1"/>
                    <a:pt x="4425" y="35"/>
                    <a:pt x="3962" y="106"/>
                  </a:cubicBezTo>
                  <a:cubicBezTo>
                    <a:pt x="2836" y="291"/>
                    <a:pt x="1728" y="761"/>
                    <a:pt x="990" y="1634"/>
                  </a:cubicBezTo>
                  <a:cubicBezTo>
                    <a:pt x="269" y="2507"/>
                    <a:pt x="0" y="3816"/>
                    <a:pt x="553" y="4806"/>
                  </a:cubicBezTo>
                  <a:cubicBezTo>
                    <a:pt x="990" y="5611"/>
                    <a:pt x="1847" y="6081"/>
                    <a:pt x="2686" y="6451"/>
                  </a:cubicBezTo>
                  <a:cubicBezTo>
                    <a:pt x="4897" y="7410"/>
                    <a:pt x="7319" y="7915"/>
                    <a:pt x="9743" y="7915"/>
                  </a:cubicBezTo>
                  <a:cubicBezTo>
                    <a:pt x="10374" y="7915"/>
                    <a:pt x="11005" y="7880"/>
                    <a:pt x="11632" y="7811"/>
                  </a:cubicBezTo>
                  <a:cubicBezTo>
                    <a:pt x="12153" y="7744"/>
                    <a:pt x="12690" y="7659"/>
                    <a:pt x="13160" y="7424"/>
                  </a:cubicBezTo>
                  <a:cubicBezTo>
                    <a:pt x="13646" y="7207"/>
                    <a:pt x="14067" y="6804"/>
                    <a:pt x="14201" y="6300"/>
                  </a:cubicBezTo>
                  <a:cubicBezTo>
                    <a:pt x="14419" y="5511"/>
                    <a:pt x="13982" y="4705"/>
                    <a:pt x="13479" y="4085"/>
                  </a:cubicBezTo>
                  <a:cubicBezTo>
                    <a:pt x="11532" y="1596"/>
                    <a:pt x="8499" y="1"/>
                    <a:pt x="5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7"/>
            <p:cNvSpPr/>
            <p:nvPr/>
          </p:nvSpPr>
          <p:spPr>
            <a:xfrm>
              <a:off x="813661" y="1689516"/>
              <a:ext cx="66741" cy="38574"/>
            </a:xfrm>
            <a:custGeom>
              <a:avLst/>
              <a:gdLst/>
              <a:ahLst/>
              <a:cxnLst/>
              <a:rect l="l" t="t" r="r" b="b"/>
              <a:pathLst>
                <a:path w="4483" h="2591" extrusionOk="0">
                  <a:moveTo>
                    <a:pt x="2237" y="1"/>
                  </a:moveTo>
                  <a:cubicBezTo>
                    <a:pt x="1529" y="1"/>
                    <a:pt x="520" y="85"/>
                    <a:pt x="219" y="518"/>
                  </a:cubicBezTo>
                  <a:cubicBezTo>
                    <a:pt x="0" y="854"/>
                    <a:pt x="17" y="1307"/>
                    <a:pt x="219" y="1660"/>
                  </a:cubicBezTo>
                  <a:cubicBezTo>
                    <a:pt x="420" y="2012"/>
                    <a:pt x="772" y="2247"/>
                    <a:pt x="1159" y="2381"/>
                  </a:cubicBezTo>
                  <a:cubicBezTo>
                    <a:pt x="1528" y="2533"/>
                    <a:pt x="1931" y="2566"/>
                    <a:pt x="2334" y="2582"/>
                  </a:cubicBezTo>
                  <a:cubicBezTo>
                    <a:pt x="2441" y="2587"/>
                    <a:pt x="2549" y="2591"/>
                    <a:pt x="2658" y="2591"/>
                  </a:cubicBezTo>
                  <a:cubicBezTo>
                    <a:pt x="2940" y="2591"/>
                    <a:pt x="3225" y="2567"/>
                    <a:pt x="3492" y="2482"/>
                  </a:cubicBezTo>
                  <a:cubicBezTo>
                    <a:pt x="3861" y="2365"/>
                    <a:pt x="4197" y="2112"/>
                    <a:pt x="4331" y="1743"/>
                  </a:cubicBezTo>
                  <a:cubicBezTo>
                    <a:pt x="4483" y="1324"/>
                    <a:pt x="4315" y="820"/>
                    <a:pt x="3979" y="501"/>
                  </a:cubicBezTo>
                  <a:cubicBezTo>
                    <a:pt x="3659" y="183"/>
                    <a:pt x="3189" y="48"/>
                    <a:pt x="2737" y="15"/>
                  </a:cubicBezTo>
                  <a:cubicBezTo>
                    <a:pt x="2608" y="7"/>
                    <a:pt x="2434" y="1"/>
                    <a:pt x="2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1553868" y="1593507"/>
              <a:ext cx="48250" cy="48489"/>
            </a:xfrm>
            <a:custGeom>
              <a:avLst/>
              <a:gdLst/>
              <a:ahLst/>
              <a:cxnLst/>
              <a:rect l="l" t="t" r="r" b="b"/>
              <a:pathLst>
                <a:path w="3241" h="3257" extrusionOk="0">
                  <a:moveTo>
                    <a:pt x="1612" y="0"/>
                  </a:moveTo>
                  <a:cubicBezTo>
                    <a:pt x="723" y="0"/>
                    <a:pt x="0" y="739"/>
                    <a:pt x="0" y="1629"/>
                  </a:cubicBezTo>
                  <a:cubicBezTo>
                    <a:pt x="0" y="2518"/>
                    <a:pt x="723" y="3257"/>
                    <a:pt x="1612" y="3257"/>
                  </a:cubicBezTo>
                  <a:cubicBezTo>
                    <a:pt x="2518" y="3257"/>
                    <a:pt x="3240" y="2518"/>
                    <a:pt x="3240" y="1629"/>
                  </a:cubicBezTo>
                  <a:cubicBezTo>
                    <a:pt x="3240" y="739"/>
                    <a:pt x="2518" y="0"/>
                    <a:pt x="16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1650324" y="1593507"/>
              <a:ext cx="48489" cy="48489"/>
            </a:xfrm>
            <a:custGeom>
              <a:avLst/>
              <a:gdLst/>
              <a:ahLst/>
              <a:cxnLst/>
              <a:rect l="l" t="t" r="r" b="b"/>
              <a:pathLst>
                <a:path w="3257" h="3257" extrusionOk="0">
                  <a:moveTo>
                    <a:pt x="1629" y="0"/>
                  </a:moveTo>
                  <a:cubicBezTo>
                    <a:pt x="723" y="0"/>
                    <a:pt x="0" y="739"/>
                    <a:pt x="0" y="1629"/>
                  </a:cubicBezTo>
                  <a:cubicBezTo>
                    <a:pt x="0" y="2518"/>
                    <a:pt x="723" y="3257"/>
                    <a:pt x="1629" y="3257"/>
                  </a:cubicBezTo>
                  <a:cubicBezTo>
                    <a:pt x="2518" y="3257"/>
                    <a:pt x="3257" y="2518"/>
                    <a:pt x="3257" y="1629"/>
                  </a:cubicBezTo>
                  <a:cubicBezTo>
                    <a:pt x="3257" y="739"/>
                    <a:pt x="2518" y="0"/>
                    <a:pt x="16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7"/>
            <p:cNvSpPr/>
            <p:nvPr/>
          </p:nvSpPr>
          <p:spPr>
            <a:xfrm>
              <a:off x="1746780" y="1593507"/>
              <a:ext cx="48503" cy="48489"/>
            </a:xfrm>
            <a:custGeom>
              <a:avLst/>
              <a:gdLst/>
              <a:ahLst/>
              <a:cxnLst/>
              <a:rect l="l" t="t" r="r" b="b"/>
              <a:pathLst>
                <a:path w="3258" h="3257" extrusionOk="0">
                  <a:moveTo>
                    <a:pt x="1630" y="0"/>
                  </a:moveTo>
                  <a:cubicBezTo>
                    <a:pt x="739" y="0"/>
                    <a:pt x="1" y="739"/>
                    <a:pt x="1" y="1629"/>
                  </a:cubicBezTo>
                  <a:cubicBezTo>
                    <a:pt x="1" y="2518"/>
                    <a:pt x="739" y="3257"/>
                    <a:pt x="1630" y="3257"/>
                  </a:cubicBezTo>
                  <a:cubicBezTo>
                    <a:pt x="2536" y="3257"/>
                    <a:pt x="3257" y="2518"/>
                    <a:pt x="3257" y="1629"/>
                  </a:cubicBezTo>
                  <a:cubicBezTo>
                    <a:pt x="3257" y="739"/>
                    <a:pt x="2536" y="0"/>
                    <a:pt x="16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7"/>
            <p:cNvSpPr/>
            <p:nvPr/>
          </p:nvSpPr>
          <p:spPr>
            <a:xfrm>
              <a:off x="2583350" y="1979850"/>
              <a:ext cx="1767899" cy="1355736"/>
            </a:xfrm>
            <a:custGeom>
              <a:avLst/>
              <a:gdLst/>
              <a:ahLst/>
              <a:cxnLst/>
              <a:rect l="l" t="t" r="r" b="b"/>
              <a:pathLst>
                <a:path w="72617" h="51316" extrusionOk="0">
                  <a:moveTo>
                    <a:pt x="2351" y="0"/>
                  </a:moveTo>
                  <a:cubicBezTo>
                    <a:pt x="1042" y="0"/>
                    <a:pt x="1" y="1058"/>
                    <a:pt x="1" y="2350"/>
                  </a:cubicBezTo>
                  <a:lnTo>
                    <a:pt x="1" y="48966"/>
                  </a:lnTo>
                  <a:cubicBezTo>
                    <a:pt x="1" y="50257"/>
                    <a:pt x="1042" y="51316"/>
                    <a:pt x="2351" y="51316"/>
                  </a:cubicBezTo>
                  <a:lnTo>
                    <a:pt x="70267" y="51316"/>
                  </a:lnTo>
                  <a:cubicBezTo>
                    <a:pt x="71576" y="51316"/>
                    <a:pt x="72617" y="50257"/>
                    <a:pt x="72617" y="48966"/>
                  </a:cubicBezTo>
                  <a:lnTo>
                    <a:pt x="72617" y="2350"/>
                  </a:lnTo>
                  <a:cubicBezTo>
                    <a:pt x="72617" y="1058"/>
                    <a:pt x="71576" y="0"/>
                    <a:pt x="702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2898043" y="2191382"/>
              <a:ext cx="1138543" cy="877023"/>
            </a:xfrm>
            <a:custGeom>
              <a:avLst/>
              <a:gdLst/>
              <a:ahLst/>
              <a:cxnLst/>
              <a:rect l="l" t="t" r="r" b="b"/>
              <a:pathLst>
                <a:path w="46766" h="36024" extrusionOk="0">
                  <a:moveTo>
                    <a:pt x="2870" y="0"/>
                  </a:moveTo>
                  <a:cubicBezTo>
                    <a:pt x="1292" y="0"/>
                    <a:pt x="0" y="1276"/>
                    <a:pt x="0" y="2872"/>
                  </a:cubicBezTo>
                  <a:lnTo>
                    <a:pt x="0" y="33136"/>
                  </a:lnTo>
                  <a:cubicBezTo>
                    <a:pt x="0" y="34731"/>
                    <a:pt x="1292" y="36023"/>
                    <a:pt x="2870" y="36023"/>
                  </a:cubicBezTo>
                  <a:cubicBezTo>
                    <a:pt x="4465" y="36023"/>
                    <a:pt x="5741" y="34731"/>
                    <a:pt x="5741" y="33136"/>
                  </a:cubicBezTo>
                  <a:lnTo>
                    <a:pt x="5741" y="2872"/>
                  </a:lnTo>
                  <a:cubicBezTo>
                    <a:pt x="5741" y="1276"/>
                    <a:pt x="4465" y="0"/>
                    <a:pt x="2870" y="0"/>
                  </a:cubicBezTo>
                  <a:close/>
                  <a:moveTo>
                    <a:pt x="16551" y="0"/>
                  </a:moveTo>
                  <a:cubicBezTo>
                    <a:pt x="14956" y="0"/>
                    <a:pt x="13680" y="1276"/>
                    <a:pt x="13680" y="2872"/>
                  </a:cubicBezTo>
                  <a:lnTo>
                    <a:pt x="13680" y="33136"/>
                  </a:lnTo>
                  <a:cubicBezTo>
                    <a:pt x="13680" y="34731"/>
                    <a:pt x="14956" y="36023"/>
                    <a:pt x="16551" y="36023"/>
                  </a:cubicBezTo>
                  <a:cubicBezTo>
                    <a:pt x="18129" y="36023"/>
                    <a:pt x="19421" y="34731"/>
                    <a:pt x="19421" y="33136"/>
                  </a:cubicBezTo>
                  <a:lnTo>
                    <a:pt x="19421" y="2872"/>
                  </a:lnTo>
                  <a:cubicBezTo>
                    <a:pt x="19421" y="1276"/>
                    <a:pt x="18129" y="0"/>
                    <a:pt x="16551" y="0"/>
                  </a:cubicBezTo>
                  <a:close/>
                  <a:moveTo>
                    <a:pt x="30215" y="0"/>
                  </a:moveTo>
                  <a:cubicBezTo>
                    <a:pt x="28637" y="0"/>
                    <a:pt x="27344" y="1276"/>
                    <a:pt x="27344" y="2872"/>
                  </a:cubicBezTo>
                  <a:lnTo>
                    <a:pt x="27344" y="33136"/>
                  </a:lnTo>
                  <a:cubicBezTo>
                    <a:pt x="27344" y="34731"/>
                    <a:pt x="28637" y="36023"/>
                    <a:pt x="30215" y="36023"/>
                  </a:cubicBezTo>
                  <a:cubicBezTo>
                    <a:pt x="31809" y="36023"/>
                    <a:pt x="33085" y="34731"/>
                    <a:pt x="33085" y="33136"/>
                  </a:cubicBezTo>
                  <a:lnTo>
                    <a:pt x="33085" y="2872"/>
                  </a:lnTo>
                  <a:cubicBezTo>
                    <a:pt x="33085" y="1276"/>
                    <a:pt x="31809" y="0"/>
                    <a:pt x="30215" y="0"/>
                  </a:cubicBezTo>
                  <a:close/>
                  <a:moveTo>
                    <a:pt x="43895" y="0"/>
                  </a:moveTo>
                  <a:cubicBezTo>
                    <a:pt x="42317" y="0"/>
                    <a:pt x="41025" y="1276"/>
                    <a:pt x="41025" y="2872"/>
                  </a:cubicBezTo>
                  <a:lnTo>
                    <a:pt x="41025" y="33136"/>
                  </a:lnTo>
                  <a:cubicBezTo>
                    <a:pt x="41025" y="34731"/>
                    <a:pt x="42317" y="36023"/>
                    <a:pt x="43895" y="36023"/>
                  </a:cubicBezTo>
                  <a:cubicBezTo>
                    <a:pt x="45473" y="36023"/>
                    <a:pt x="46766" y="34731"/>
                    <a:pt x="46766" y="33136"/>
                  </a:cubicBezTo>
                  <a:lnTo>
                    <a:pt x="46766" y="2872"/>
                  </a:lnTo>
                  <a:cubicBezTo>
                    <a:pt x="46766" y="1276"/>
                    <a:pt x="45473" y="0"/>
                    <a:pt x="438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7"/>
            <p:cNvSpPr/>
            <p:nvPr/>
          </p:nvSpPr>
          <p:spPr>
            <a:xfrm>
              <a:off x="2898043" y="2398972"/>
              <a:ext cx="1138543" cy="669429"/>
            </a:xfrm>
            <a:custGeom>
              <a:avLst/>
              <a:gdLst/>
              <a:ahLst/>
              <a:cxnLst/>
              <a:rect l="l" t="t" r="r" b="b"/>
              <a:pathLst>
                <a:path w="46766" h="27497" extrusionOk="0">
                  <a:moveTo>
                    <a:pt x="0" y="12456"/>
                  </a:moveTo>
                  <a:lnTo>
                    <a:pt x="0" y="24609"/>
                  </a:lnTo>
                  <a:cubicBezTo>
                    <a:pt x="0" y="26204"/>
                    <a:pt x="1292" y="27496"/>
                    <a:pt x="2870" y="27496"/>
                  </a:cubicBezTo>
                  <a:cubicBezTo>
                    <a:pt x="4465" y="27496"/>
                    <a:pt x="5741" y="26204"/>
                    <a:pt x="5741" y="24609"/>
                  </a:cubicBezTo>
                  <a:lnTo>
                    <a:pt x="5741" y="12456"/>
                  </a:lnTo>
                  <a:close/>
                  <a:moveTo>
                    <a:pt x="13680" y="5994"/>
                  </a:moveTo>
                  <a:lnTo>
                    <a:pt x="13680" y="24609"/>
                  </a:lnTo>
                  <a:cubicBezTo>
                    <a:pt x="13680" y="26204"/>
                    <a:pt x="14956" y="27496"/>
                    <a:pt x="16551" y="27496"/>
                  </a:cubicBezTo>
                  <a:cubicBezTo>
                    <a:pt x="18129" y="27496"/>
                    <a:pt x="19421" y="26204"/>
                    <a:pt x="19421" y="24609"/>
                  </a:cubicBezTo>
                  <a:lnTo>
                    <a:pt x="19421" y="5994"/>
                  </a:lnTo>
                  <a:close/>
                  <a:moveTo>
                    <a:pt x="27344" y="17760"/>
                  </a:moveTo>
                  <a:lnTo>
                    <a:pt x="27344" y="24609"/>
                  </a:lnTo>
                  <a:cubicBezTo>
                    <a:pt x="27344" y="26204"/>
                    <a:pt x="28637" y="27496"/>
                    <a:pt x="30215" y="27496"/>
                  </a:cubicBezTo>
                  <a:cubicBezTo>
                    <a:pt x="31809" y="27496"/>
                    <a:pt x="33085" y="26204"/>
                    <a:pt x="33085" y="24609"/>
                  </a:cubicBezTo>
                  <a:lnTo>
                    <a:pt x="33085" y="17760"/>
                  </a:lnTo>
                  <a:close/>
                  <a:moveTo>
                    <a:pt x="41025" y="1"/>
                  </a:moveTo>
                  <a:lnTo>
                    <a:pt x="41025" y="24609"/>
                  </a:lnTo>
                  <a:cubicBezTo>
                    <a:pt x="41025" y="26204"/>
                    <a:pt x="42317" y="27496"/>
                    <a:pt x="43895" y="27496"/>
                  </a:cubicBezTo>
                  <a:cubicBezTo>
                    <a:pt x="45473" y="27496"/>
                    <a:pt x="46766" y="26204"/>
                    <a:pt x="46766" y="24609"/>
                  </a:cubicBezTo>
                  <a:lnTo>
                    <a:pt x="46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7"/>
            <p:cNvSpPr/>
            <p:nvPr/>
          </p:nvSpPr>
          <p:spPr>
            <a:xfrm>
              <a:off x="1206259" y="2848776"/>
              <a:ext cx="791702" cy="791702"/>
            </a:xfrm>
            <a:custGeom>
              <a:avLst/>
              <a:gdLst/>
              <a:ahLst/>
              <a:cxnLst/>
              <a:rect l="l" t="t" r="r" b="b"/>
              <a:pathLst>
                <a:path w="53179" h="53179" extrusionOk="0">
                  <a:moveTo>
                    <a:pt x="26589" y="0"/>
                  </a:moveTo>
                  <a:cubicBezTo>
                    <a:pt x="11935" y="0"/>
                    <a:pt x="0" y="11934"/>
                    <a:pt x="0" y="26589"/>
                  </a:cubicBezTo>
                  <a:cubicBezTo>
                    <a:pt x="0" y="41243"/>
                    <a:pt x="11935" y="53178"/>
                    <a:pt x="26589" y="53178"/>
                  </a:cubicBezTo>
                  <a:cubicBezTo>
                    <a:pt x="41260" y="53178"/>
                    <a:pt x="53178" y="41243"/>
                    <a:pt x="53178" y="26589"/>
                  </a:cubicBezTo>
                  <a:cubicBezTo>
                    <a:pt x="53178" y="11934"/>
                    <a:pt x="41260" y="0"/>
                    <a:pt x="265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7"/>
            <p:cNvSpPr/>
            <p:nvPr/>
          </p:nvSpPr>
          <p:spPr>
            <a:xfrm>
              <a:off x="1493380" y="3048700"/>
              <a:ext cx="189950" cy="871901"/>
            </a:xfrm>
            <a:custGeom>
              <a:avLst/>
              <a:gdLst/>
              <a:ahLst/>
              <a:cxnLst/>
              <a:rect l="l" t="t" r="r" b="b"/>
              <a:pathLst>
                <a:path w="12759" h="58566" extrusionOk="0">
                  <a:moveTo>
                    <a:pt x="7303" y="0"/>
                  </a:moveTo>
                  <a:cubicBezTo>
                    <a:pt x="6816" y="0"/>
                    <a:pt x="6431" y="386"/>
                    <a:pt x="6431" y="873"/>
                  </a:cubicBezTo>
                  <a:lnTo>
                    <a:pt x="6431" y="24457"/>
                  </a:lnTo>
                  <a:lnTo>
                    <a:pt x="1596" y="19622"/>
                  </a:lnTo>
                  <a:cubicBezTo>
                    <a:pt x="1420" y="19454"/>
                    <a:pt x="1193" y="19370"/>
                    <a:pt x="969" y="19370"/>
                  </a:cubicBezTo>
                  <a:cubicBezTo>
                    <a:pt x="744" y="19370"/>
                    <a:pt x="522" y="19454"/>
                    <a:pt x="354" y="19622"/>
                  </a:cubicBezTo>
                  <a:cubicBezTo>
                    <a:pt x="1" y="19975"/>
                    <a:pt x="1" y="20529"/>
                    <a:pt x="354" y="20864"/>
                  </a:cubicBezTo>
                  <a:lnTo>
                    <a:pt x="6431" y="26941"/>
                  </a:lnTo>
                  <a:lnTo>
                    <a:pt x="6431" y="57677"/>
                  </a:lnTo>
                  <a:cubicBezTo>
                    <a:pt x="6431" y="58163"/>
                    <a:pt x="6816" y="58566"/>
                    <a:pt x="7303" y="58566"/>
                  </a:cubicBezTo>
                  <a:cubicBezTo>
                    <a:pt x="7790" y="58566"/>
                    <a:pt x="8192" y="58163"/>
                    <a:pt x="8192" y="57677"/>
                  </a:cubicBezTo>
                  <a:lnTo>
                    <a:pt x="8192" y="15343"/>
                  </a:lnTo>
                  <a:lnTo>
                    <a:pt x="12406" y="11129"/>
                  </a:lnTo>
                  <a:cubicBezTo>
                    <a:pt x="12758" y="10777"/>
                    <a:pt x="12758" y="10222"/>
                    <a:pt x="12406" y="9870"/>
                  </a:cubicBezTo>
                  <a:cubicBezTo>
                    <a:pt x="12238" y="9702"/>
                    <a:pt x="12016" y="9618"/>
                    <a:pt x="11791" y="9618"/>
                  </a:cubicBezTo>
                  <a:cubicBezTo>
                    <a:pt x="11567" y="9618"/>
                    <a:pt x="11340" y="9702"/>
                    <a:pt x="11164" y="9870"/>
                  </a:cubicBezTo>
                  <a:lnTo>
                    <a:pt x="8192" y="12858"/>
                  </a:lnTo>
                  <a:lnTo>
                    <a:pt x="8192" y="873"/>
                  </a:lnTo>
                  <a:cubicBezTo>
                    <a:pt x="8192" y="386"/>
                    <a:pt x="7790" y="0"/>
                    <a:pt x="73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7"/>
            <p:cNvSpPr/>
            <p:nvPr/>
          </p:nvSpPr>
          <p:spPr>
            <a:xfrm>
              <a:off x="1454896" y="3851375"/>
              <a:ext cx="290902" cy="418354"/>
            </a:xfrm>
            <a:custGeom>
              <a:avLst/>
              <a:gdLst/>
              <a:ahLst/>
              <a:cxnLst/>
              <a:rect l="l" t="t" r="r" b="b"/>
              <a:pathLst>
                <a:path w="19540" h="28101" extrusionOk="0">
                  <a:moveTo>
                    <a:pt x="1" y="1"/>
                  </a:moveTo>
                  <a:lnTo>
                    <a:pt x="1" y="28101"/>
                  </a:lnTo>
                  <a:lnTo>
                    <a:pt x="19540" y="28101"/>
                  </a:lnTo>
                  <a:lnTo>
                    <a:pt x="1954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2049401" y="3771015"/>
              <a:ext cx="232662" cy="420617"/>
            </a:xfrm>
            <a:custGeom>
              <a:avLst/>
              <a:gdLst/>
              <a:ahLst/>
              <a:cxnLst/>
              <a:rect l="l" t="t" r="r" b="b"/>
              <a:pathLst>
                <a:path w="15628" h="28253" extrusionOk="0">
                  <a:moveTo>
                    <a:pt x="7973" y="1"/>
                  </a:moveTo>
                  <a:cubicBezTo>
                    <a:pt x="7536" y="1"/>
                    <a:pt x="7184" y="135"/>
                    <a:pt x="6898" y="421"/>
                  </a:cubicBezTo>
                  <a:cubicBezTo>
                    <a:pt x="6614" y="706"/>
                    <a:pt x="6446" y="1075"/>
                    <a:pt x="6446" y="1478"/>
                  </a:cubicBezTo>
                  <a:lnTo>
                    <a:pt x="6446" y="2787"/>
                  </a:lnTo>
                  <a:cubicBezTo>
                    <a:pt x="4817" y="3073"/>
                    <a:pt x="3324" y="3812"/>
                    <a:pt x="2265" y="4902"/>
                  </a:cubicBezTo>
                  <a:cubicBezTo>
                    <a:pt x="1175" y="6044"/>
                    <a:pt x="520" y="7487"/>
                    <a:pt x="520" y="9116"/>
                  </a:cubicBezTo>
                  <a:cubicBezTo>
                    <a:pt x="520" y="10878"/>
                    <a:pt x="1242" y="12339"/>
                    <a:pt x="2686" y="13463"/>
                  </a:cubicBezTo>
                  <a:cubicBezTo>
                    <a:pt x="3910" y="14437"/>
                    <a:pt x="5674" y="15142"/>
                    <a:pt x="8006" y="15578"/>
                  </a:cubicBezTo>
                  <a:lnTo>
                    <a:pt x="8460" y="15713"/>
                  </a:lnTo>
                  <a:cubicBezTo>
                    <a:pt x="9517" y="15965"/>
                    <a:pt x="10206" y="16183"/>
                    <a:pt x="10826" y="16536"/>
                  </a:cubicBezTo>
                  <a:cubicBezTo>
                    <a:pt x="11717" y="17039"/>
                    <a:pt x="12169" y="17778"/>
                    <a:pt x="12169" y="18734"/>
                  </a:cubicBezTo>
                  <a:cubicBezTo>
                    <a:pt x="12169" y="19725"/>
                    <a:pt x="11649" y="20547"/>
                    <a:pt x="10844" y="21102"/>
                  </a:cubicBezTo>
                  <a:cubicBezTo>
                    <a:pt x="10072" y="21672"/>
                    <a:pt x="9013" y="21941"/>
                    <a:pt x="7973" y="21941"/>
                  </a:cubicBezTo>
                  <a:cubicBezTo>
                    <a:pt x="5891" y="21941"/>
                    <a:pt x="4264" y="21084"/>
                    <a:pt x="3290" y="19540"/>
                  </a:cubicBezTo>
                  <a:cubicBezTo>
                    <a:pt x="2719" y="18835"/>
                    <a:pt x="2182" y="18483"/>
                    <a:pt x="1679" y="18483"/>
                  </a:cubicBezTo>
                  <a:cubicBezTo>
                    <a:pt x="1444" y="18483"/>
                    <a:pt x="1191" y="18550"/>
                    <a:pt x="906" y="18718"/>
                  </a:cubicBezTo>
                  <a:cubicBezTo>
                    <a:pt x="486" y="18953"/>
                    <a:pt x="201" y="19255"/>
                    <a:pt x="83" y="19624"/>
                  </a:cubicBezTo>
                  <a:cubicBezTo>
                    <a:pt x="34" y="19808"/>
                    <a:pt x="0" y="20010"/>
                    <a:pt x="0" y="20178"/>
                  </a:cubicBezTo>
                  <a:cubicBezTo>
                    <a:pt x="0" y="20480"/>
                    <a:pt x="67" y="20799"/>
                    <a:pt x="235" y="21102"/>
                  </a:cubicBezTo>
                  <a:cubicBezTo>
                    <a:pt x="705" y="22142"/>
                    <a:pt x="1511" y="23049"/>
                    <a:pt x="2601" y="23837"/>
                  </a:cubicBezTo>
                  <a:cubicBezTo>
                    <a:pt x="3709" y="24627"/>
                    <a:pt x="5002" y="25113"/>
                    <a:pt x="6446" y="25314"/>
                  </a:cubicBezTo>
                  <a:lnTo>
                    <a:pt x="6446" y="26775"/>
                  </a:lnTo>
                  <a:cubicBezTo>
                    <a:pt x="6446" y="27615"/>
                    <a:pt x="7117" y="28252"/>
                    <a:pt x="7957" y="28252"/>
                  </a:cubicBezTo>
                  <a:cubicBezTo>
                    <a:pt x="8778" y="28252"/>
                    <a:pt x="9400" y="27615"/>
                    <a:pt x="9400" y="26775"/>
                  </a:cubicBezTo>
                  <a:lnTo>
                    <a:pt x="9400" y="25281"/>
                  </a:lnTo>
                  <a:cubicBezTo>
                    <a:pt x="11162" y="24996"/>
                    <a:pt x="12740" y="24190"/>
                    <a:pt x="13865" y="22982"/>
                  </a:cubicBezTo>
                  <a:cubicBezTo>
                    <a:pt x="14973" y="21789"/>
                    <a:pt x="15627" y="20229"/>
                    <a:pt x="15627" y="18533"/>
                  </a:cubicBezTo>
                  <a:cubicBezTo>
                    <a:pt x="15627" y="16771"/>
                    <a:pt x="14940" y="15343"/>
                    <a:pt x="13597" y="14253"/>
                  </a:cubicBezTo>
                  <a:cubicBezTo>
                    <a:pt x="12471" y="13346"/>
                    <a:pt x="10961" y="12742"/>
                    <a:pt x="9081" y="12239"/>
                  </a:cubicBezTo>
                  <a:cubicBezTo>
                    <a:pt x="7335" y="11885"/>
                    <a:pt x="6361" y="11617"/>
                    <a:pt x="5539" y="11214"/>
                  </a:cubicBezTo>
                  <a:cubicBezTo>
                    <a:pt x="4566" y="10728"/>
                    <a:pt x="4011" y="10072"/>
                    <a:pt x="4011" y="9083"/>
                  </a:cubicBezTo>
                  <a:cubicBezTo>
                    <a:pt x="4011" y="8192"/>
                    <a:pt x="4432" y="7438"/>
                    <a:pt x="5186" y="6934"/>
                  </a:cubicBezTo>
                  <a:cubicBezTo>
                    <a:pt x="5891" y="6431"/>
                    <a:pt x="6865" y="6145"/>
                    <a:pt x="7923" y="6145"/>
                  </a:cubicBezTo>
                  <a:cubicBezTo>
                    <a:pt x="8812" y="6145"/>
                    <a:pt x="9584" y="6279"/>
                    <a:pt x="10222" y="6565"/>
                  </a:cubicBezTo>
                  <a:cubicBezTo>
                    <a:pt x="10726" y="6800"/>
                    <a:pt x="11347" y="7236"/>
                    <a:pt x="12052" y="7857"/>
                  </a:cubicBezTo>
                  <a:cubicBezTo>
                    <a:pt x="12321" y="8076"/>
                    <a:pt x="12673" y="8176"/>
                    <a:pt x="13093" y="8176"/>
                  </a:cubicBezTo>
                  <a:cubicBezTo>
                    <a:pt x="13530" y="8176"/>
                    <a:pt x="13966" y="8008"/>
                    <a:pt x="14235" y="7756"/>
                  </a:cubicBezTo>
                  <a:cubicBezTo>
                    <a:pt x="14452" y="7521"/>
                    <a:pt x="14604" y="7252"/>
                    <a:pt x="14705" y="6934"/>
                  </a:cubicBezTo>
                  <a:cubicBezTo>
                    <a:pt x="14721" y="6800"/>
                    <a:pt x="14738" y="6682"/>
                    <a:pt x="14738" y="6598"/>
                  </a:cubicBezTo>
                  <a:cubicBezTo>
                    <a:pt x="14738" y="6380"/>
                    <a:pt x="14671" y="6145"/>
                    <a:pt x="14537" y="5943"/>
                  </a:cubicBezTo>
                  <a:cubicBezTo>
                    <a:pt x="13512" y="4248"/>
                    <a:pt x="11649" y="3141"/>
                    <a:pt x="9400" y="2787"/>
                  </a:cubicBezTo>
                  <a:lnTo>
                    <a:pt x="9400" y="1478"/>
                  </a:lnTo>
                  <a:cubicBezTo>
                    <a:pt x="9400" y="1075"/>
                    <a:pt x="9266" y="706"/>
                    <a:pt x="8980" y="421"/>
                  </a:cubicBezTo>
                  <a:cubicBezTo>
                    <a:pt x="8711" y="135"/>
                    <a:pt x="8376" y="1"/>
                    <a:pt x="79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2623388" y="3878455"/>
              <a:ext cx="412845" cy="137114"/>
            </a:xfrm>
            <a:custGeom>
              <a:avLst/>
              <a:gdLst/>
              <a:ahLst/>
              <a:cxnLst/>
              <a:rect l="l" t="t" r="r" b="b"/>
              <a:pathLst>
                <a:path w="27731" h="9210" extrusionOk="0">
                  <a:moveTo>
                    <a:pt x="17841" y="1"/>
                  </a:moveTo>
                  <a:cubicBezTo>
                    <a:pt x="15714" y="1"/>
                    <a:pt x="13590" y="679"/>
                    <a:pt x="12102" y="1875"/>
                  </a:cubicBezTo>
                  <a:cubicBezTo>
                    <a:pt x="10743" y="2965"/>
                    <a:pt x="9367" y="4762"/>
                    <a:pt x="8897" y="6658"/>
                  </a:cubicBezTo>
                  <a:cubicBezTo>
                    <a:pt x="7888" y="5841"/>
                    <a:pt x="6594" y="5411"/>
                    <a:pt x="5301" y="5411"/>
                  </a:cubicBezTo>
                  <a:cubicBezTo>
                    <a:pt x="4787" y="5411"/>
                    <a:pt x="4273" y="5479"/>
                    <a:pt x="3777" y="5617"/>
                  </a:cubicBezTo>
                  <a:cubicBezTo>
                    <a:pt x="2048" y="6121"/>
                    <a:pt x="587" y="7497"/>
                    <a:pt x="0" y="9210"/>
                  </a:cubicBezTo>
                  <a:lnTo>
                    <a:pt x="27731" y="9126"/>
                  </a:lnTo>
                  <a:cubicBezTo>
                    <a:pt x="27243" y="5684"/>
                    <a:pt x="25213" y="2898"/>
                    <a:pt x="22241" y="1136"/>
                  </a:cubicBezTo>
                  <a:cubicBezTo>
                    <a:pt x="20934" y="359"/>
                    <a:pt x="19387" y="1"/>
                    <a:pt x="178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2805313" y="3882951"/>
              <a:ext cx="214678" cy="117701"/>
            </a:xfrm>
            <a:custGeom>
              <a:avLst/>
              <a:gdLst/>
              <a:ahLst/>
              <a:cxnLst/>
              <a:rect l="l" t="t" r="r" b="b"/>
              <a:pathLst>
                <a:path w="14420" h="7906" extrusionOk="0">
                  <a:moveTo>
                    <a:pt x="5379" y="1"/>
                  </a:moveTo>
                  <a:cubicBezTo>
                    <a:pt x="4908" y="1"/>
                    <a:pt x="4435" y="37"/>
                    <a:pt x="3962" y="112"/>
                  </a:cubicBezTo>
                  <a:cubicBezTo>
                    <a:pt x="2837" y="280"/>
                    <a:pt x="1713" y="750"/>
                    <a:pt x="974" y="1622"/>
                  </a:cubicBezTo>
                  <a:cubicBezTo>
                    <a:pt x="252" y="2495"/>
                    <a:pt x="1" y="3805"/>
                    <a:pt x="538" y="4812"/>
                  </a:cubicBezTo>
                  <a:cubicBezTo>
                    <a:pt x="990" y="5601"/>
                    <a:pt x="1830" y="6071"/>
                    <a:pt x="2669" y="6441"/>
                  </a:cubicBezTo>
                  <a:cubicBezTo>
                    <a:pt x="4885" y="7409"/>
                    <a:pt x="7289" y="7905"/>
                    <a:pt x="9699" y="7905"/>
                  </a:cubicBezTo>
                  <a:cubicBezTo>
                    <a:pt x="10339" y="7905"/>
                    <a:pt x="10979" y="7870"/>
                    <a:pt x="11617" y="7800"/>
                  </a:cubicBezTo>
                  <a:cubicBezTo>
                    <a:pt x="12136" y="7750"/>
                    <a:pt x="12673" y="7649"/>
                    <a:pt x="13161" y="7430"/>
                  </a:cubicBezTo>
                  <a:cubicBezTo>
                    <a:pt x="13631" y="7195"/>
                    <a:pt x="14050" y="6793"/>
                    <a:pt x="14202" y="6289"/>
                  </a:cubicBezTo>
                  <a:cubicBezTo>
                    <a:pt x="14419" y="5517"/>
                    <a:pt x="13967" y="4711"/>
                    <a:pt x="13479" y="4073"/>
                  </a:cubicBezTo>
                  <a:cubicBezTo>
                    <a:pt x="11524" y="1593"/>
                    <a:pt x="8505" y="1"/>
                    <a:pt x="5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71"/>
          <p:cNvSpPr txBox="1">
            <a:spLocks noGrp="1"/>
          </p:cNvSpPr>
          <p:nvPr>
            <p:ph type="title"/>
          </p:nvPr>
        </p:nvSpPr>
        <p:spPr>
          <a:xfrm>
            <a:off x="-83658" y="582694"/>
            <a:ext cx="76302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Será utilizado algum framework web?</a:t>
            </a:r>
            <a:endParaRPr dirty="0"/>
          </a:p>
        </p:txBody>
      </p:sp>
      <p:sp>
        <p:nvSpPr>
          <p:cNvPr id="2144" name="Google Shape;2144;p71"/>
          <p:cNvSpPr txBox="1">
            <a:spLocks noGrp="1"/>
          </p:cNvSpPr>
          <p:nvPr>
            <p:ph type="subTitle" idx="1"/>
          </p:nvPr>
        </p:nvSpPr>
        <p:spPr>
          <a:xfrm>
            <a:off x="3947690" y="2145992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Ainda não está planejado</a:t>
            </a:r>
            <a:endParaRPr dirty="0"/>
          </a:p>
        </p:txBody>
      </p:sp>
      <p:grpSp>
        <p:nvGrpSpPr>
          <p:cNvPr id="2149" name="Google Shape;2149;p71"/>
          <p:cNvGrpSpPr/>
          <p:nvPr/>
        </p:nvGrpSpPr>
        <p:grpSpPr>
          <a:xfrm>
            <a:off x="2043475" y="1379669"/>
            <a:ext cx="1074309" cy="356822"/>
            <a:chOff x="1725115" y="1291147"/>
            <a:chExt cx="519090" cy="172403"/>
          </a:xfrm>
        </p:grpSpPr>
        <p:sp>
          <p:nvSpPr>
            <p:cNvPr id="2150" name="Google Shape;2150;p71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71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2" name="Google Shape;2152;p71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08793CC-5860-4920-9B35-C72A562DF9F2}"/>
              </a:ext>
            </a:extLst>
          </p:cNvPr>
          <p:cNvGrpSpPr/>
          <p:nvPr/>
        </p:nvGrpSpPr>
        <p:grpSpPr>
          <a:xfrm>
            <a:off x="1562017" y="2145992"/>
            <a:ext cx="2170036" cy="2298715"/>
            <a:chOff x="1426981" y="983473"/>
            <a:chExt cx="2798593" cy="3149998"/>
          </a:xfrm>
        </p:grpSpPr>
        <p:sp>
          <p:nvSpPr>
            <p:cNvPr id="2141" name="Google Shape;2141;p71"/>
            <p:cNvSpPr/>
            <p:nvPr/>
          </p:nvSpPr>
          <p:spPr>
            <a:xfrm flipH="1">
              <a:off x="1614034" y="2380046"/>
              <a:ext cx="542156" cy="171698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71"/>
            <p:cNvSpPr/>
            <p:nvPr/>
          </p:nvSpPr>
          <p:spPr>
            <a:xfrm rot="945579">
              <a:off x="3153827" y="2108354"/>
              <a:ext cx="682129" cy="1292326"/>
            </a:xfrm>
            <a:custGeom>
              <a:avLst/>
              <a:gdLst/>
              <a:ahLst/>
              <a:cxnLst/>
              <a:rect l="l" t="t" r="r" b="b"/>
              <a:pathLst>
                <a:path w="38055" h="72097" extrusionOk="0">
                  <a:moveTo>
                    <a:pt x="19018" y="1"/>
                  </a:moveTo>
                  <a:cubicBezTo>
                    <a:pt x="9466" y="1"/>
                    <a:pt x="11499" y="10605"/>
                    <a:pt x="12568" y="20176"/>
                  </a:cubicBezTo>
                  <a:cubicBezTo>
                    <a:pt x="13620" y="29765"/>
                    <a:pt x="10833" y="34550"/>
                    <a:pt x="7765" y="42508"/>
                  </a:cubicBezTo>
                  <a:cubicBezTo>
                    <a:pt x="4715" y="50466"/>
                    <a:pt x="0" y="72097"/>
                    <a:pt x="19018" y="72097"/>
                  </a:cubicBezTo>
                  <a:cubicBezTo>
                    <a:pt x="38055" y="72097"/>
                    <a:pt x="33340" y="50466"/>
                    <a:pt x="30290" y="42508"/>
                  </a:cubicBezTo>
                  <a:cubicBezTo>
                    <a:pt x="27222" y="34550"/>
                    <a:pt x="24436" y="29765"/>
                    <a:pt x="25487" y="20176"/>
                  </a:cubicBezTo>
                  <a:cubicBezTo>
                    <a:pt x="26556" y="10605"/>
                    <a:pt x="28589" y="1"/>
                    <a:pt x="190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5" name="Google Shape;2145;p71"/>
            <p:cNvGrpSpPr/>
            <p:nvPr/>
          </p:nvGrpSpPr>
          <p:grpSpPr>
            <a:xfrm>
              <a:off x="1932262" y="983473"/>
              <a:ext cx="1554258" cy="3149998"/>
              <a:chOff x="1947300" y="238125"/>
              <a:chExt cx="2584400" cy="5237775"/>
            </a:xfrm>
          </p:grpSpPr>
          <p:sp>
            <p:nvSpPr>
              <p:cNvPr id="2146" name="Google Shape;2146;p71"/>
              <p:cNvSpPr/>
              <p:nvPr/>
            </p:nvSpPr>
            <p:spPr>
              <a:xfrm>
                <a:off x="1947300" y="238125"/>
                <a:ext cx="2584400" cy="5237775"/>
              </a:xfrm>
              <a:custGeom>
                <a:avLst/>
                <a:gdLst/>
                <a:ahLst/>
                <a:cxnLst/>
                <a:rect l="l" t="t" r="r" b="b"/>
                <a:pathLst>
                  <a:path w="103376" h="209511" extrusionOk="0">
                    <a:moveTo>
                      <a:pt x="11629" y="0"/>
                    </a:moveTo>
                    <a:cubicBezTo>
                      <a:pt x="5223" y="0"/>
                      <a:pt x="1" y="5222"/>
                      <a:pt x="1" y="11644"/>
                    </a:cubicBezTo>
                    <a:lnTo>
                      <a:pt x="1" y="197851"/>
                    </a:lnTo>
                    <a:cubicBezTo>
                      <a:pt x="1" y="204273"/>
                      <a:pt x="5223" y="209510"/>
                      <a:pt x="11629" y="209510"/>
                    </a:cubicBezTo>
                    <a:lnTo>
                      <a:pt x="91748" y="209510"/>
                    </a:lnTo>
                    <a:cubicBezTo>
                      <a:pt x="98170" y="209510"/>
                      <a:pt x="103376" y="204273"/>
                      <a:pt x="103376" y="197851"/>
                    </a:cubicBezTo>
                    <a:lnTo>
                      <a:pt x="103376" y="11644"/>
                    </a:lnTo>
                    <a:cubicBezTo>
                      <a:pt x="103376" y="5222"/>
                      <a:pt x="98170" y="0"/>
                      <a:pt x="9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71"/>
              <p:cNvSpPr/>
              <p:nvPr/>
            </p:nvSpPr>
            <p:spPr>
              <a:xfrm>
                <a:off x="2001075" y="311775"/>
                <a:ext cx="2476850" cy="3655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71"/>
              <p:cNvSpPr/>
              <p:nvPr/>
            </p:nvSpPr>
            <p:spPr>
              <a:xfrm>
                <a:off x="2001065" y="677324"/>
                <a:ext cx="2476849" cy="4564315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153" name="Google Shape;2153;p71"/>
            <p:cNvGrpSpPr/>
            <p:nvPr/>
          </p:nvGrpSpPr>
          <p:grpSpPr>
            <a:xfrm rot="-1933770">
              <a:off x="3605454" y="3623477"/>
              <a:ext cx="620120" cy="233909"/>
              <a:chOff x="6872640" y="3300197"/>
              <a:chExt cx="620134" cy="233914"/>
            </a:xfrm>
          </p:grpSpPr>
          <p:sp>
            <p:nvSpPr>
              <p:cNvPr id="2154" name="Google Shape;2154;p71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71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56" name="Google Shape;2156;p71"/>
            <p:cNvPicPr preferRelativeResize="0"/>
            <p:nvPr/>
          </p:nvPicPr>
          <p:blipFill rotWithShape="1">
            <a:blip r:embed="rId3">
              <a:alphaModFix/>
            </a:blip>
            <a:srcRect l="59232" r="10119"/>
            <a:stretch/>
          </p:blipFill>
          <p:spPr>
            <a:xfrm>
              <a:off x="1984330" y="1285525"/>
              <a:ext cx="1449050" cy="2659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7" name="Google Shape;2157;p71"/>
            <p:cNvGrpSpPr/>
            <p:nvPr/>
          </p:nvGrpSpPr>
          <p:grpSpPr>
            <a:xfrm rot="3600212">
              <a:off x="1257866" y="1718654"/>
              <a:ext cx="543047" cy="204817"/>
              <a:chOff x="6872640" y="3300197"/>
              <a:chExt cx="620134" cy="233914"/>
            </a:xfrm>
          </p:grpSpPr>
          <p:sp>
            <p:nvSpPr>
              <p:cNvPr id="2158" name="Google Shape;2158;p71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71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0"/>
          <p:cNvSpPr txBox="1">
            <a:spLocks noGrp="1"/>
          </p:cNvSpPr>
          <p:nvPr>
            <p:ph type="title"/>
          </p:nvPr>
        </p:nvSpPr>
        <p:spPr>
          <a:xfrm>
            <a:off x="720000" y="918709"/>
            <a:ext cx="38520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Proposta do website</a:t>
            </a:r>
            <a:endParaRPr sz="4000" dirty="0"/>
          </a:p>
        </p:txBody>
      </p:sp>
      <p:sp>
        <p:nvSpPr>
          <p:cNvPr id="972" name="Google Shape;972;p50"/>
          <p:cNvSpPr txBox="1">
            <a:spLocks noGrp="1"/>
          </p:cNvSpPr>
          <p:nvPr>
            <p:ph type="subTitle" idx="1"/>
          </p:nvPr>
        </p:nvSpPr>
        <p:spPr>
          <a:xfrm>
            <a:off x="720000" y="2156014"/>
            <a:ext cx="37053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pt-BR" sz="2400" dirty="0"/>
              <a:t>Informações de fontes confiáveis, e buscar as melhores estratégias para a disponibilidade de conteúdo para o público.</a:t>
            </a:r>
            <a:endParaRPr sz="2400" dirty="0"/>
          </a:p>
        </p:txBody>
      </p:sp>
      <p:grpSp>
        <p:nvGrpSpPr>
          <p:cNvPr id="973" name="Google Shape;973;p50"/>
          <p:cNvGrpSpPr/>
          <p:nvPr/>
        </p:nvGrpSpPr>
        <p:grpSpPr>
          <a:xfrm>
            <a:off x="4646884" y="1534161"/>
            <a:ext cx="3852078" cy="2198521"/>
            <a:chOff x="4646884" y="1534161"/>
            <a:chExt cx="3852078" cy="2198521"/>
          </a:xfrm>
        </p:grpSpPr>
        <p:grpSp>
          <p:nvGrpSpPr>
            <p:cNvPr id="974" name="Google Shape;974;p50"/>
            <p:cNvGrpSpPr/>
            <p:nvPr/>
          </p:nvGrpSpPr>
          <p:grpSpPr>
            <a:xfrm flipH="1">
              <a:off x="4994335" y="1705248"/>
              <a:ext cx="861213" cy="1229177"/>
              <a:chOff x="5484390" y="2699155"/>
              <a:chExt cx="1632940" cy="2330636"/>
            </a:xfrm>
          </p:grpSpPr>
          <p:sp>
            <p:nvSpPr>
              <p:cNvPr id="975" name="Google Shape;975;p50"/>
              <p:cNvSpPr/>
              <p:nvPr/>
            </p:nvSpPr>
            <p:spPr>
              <a:xfrm rot="1337864">
                <a:off x="5849934" y="2791559"/>
                <a:ext cx="901851" cy="2104597"/>
              </a:xfrm>
              <a:custGeom>
                <a:avLst/>
                <a:gdLst/>
                <a:ahLst/>
                <a:cxnLst/>
                <a:rect l="l" t="t" r="r" b="b"/>
                <a:pathLst>
                  <a:path w="27098" h="63237" extrusionOk="0">
                    <a:moveTo>
                      <a:pt x="3771" y="1"/>
                    </a:moveTo>
                    <a:cubicBezTo>
                      <a:pt x="3500" y="1"/>
                      <a:pt x="3230" y="34"/>
                      <a:pt x="2976" y="102"/>
                    </a:cubicBezTo>
                    <a:cubicBezTo>
                      <a:pt x="1878" y="406"/>
                      <a:pt x="1116" y="1116"/>
                      <a:pt x="728" y="2214"/>
                    </a:cubicBezTo>
                    <a:cubicBezTo>
                      <a:pt x="1" y="4260"/>
                      <a:pt x="744" y="7083"/>
                      <a:pt x="1878" y="8621"/>
                    </a:cubicBezTo>
                    <a:cubicBezTo>
                      <a:pt x="2216" y="9095"/>
                      <a:pt x="2621" y="9568"/>
                      <a:pt x="3010" y="10024"/>
                    </a:cubicBezTo>
                    <a:cubicBezTo>
                      <a:pt x="3922" y="11123"/>
                      <a:pt x="4887" y="12255"/>
                      <a:pt x="5326" y="13659"/>
                    </a:cubicBezTo>
                    <a:cubicBezTo>
                      <a:pt x="6154" y="16228"/>
                      <a:pt x="5410" y="18426"/>
                      <a:pt x="4684" y="20555"/>
                    </a:cubicBezTo>
                    <a:cubicBezTo>
                      <a:pt x="4294" y="21687"/>
                      <a:pt x="3889" y="22871"/>
                      <a:pt x="3719" y="24122"/>
                    </a:cubicBezTo>
                    <a:cubicBezTo>
                      <a:pt x="3365" y="26725"/>
                      <a:pt x="3922" y="29125"/>
                      <a:pt x="5258" y="30748"/>
                    </a:cubicBezTo>
                    <a:cubicBezTo>
                      <a:pt x="5630" y="31187"/>
                      <a:pt x="6086" y="31593"/>
                      <a:pt x="6509" y="31999"/>
                    </a:cubicBezTo>
                    <a:cubicBezTo>
                      <a:pt x="7134" y="32557"/>
                      <a:pt x="7776" y="33148"/>
                      <a:pt x="8233" y="33876"/>
                    </a:cubicBezTo>
                    <a:cubicBezTo>
                      <a:pt x="9670" y="36073"/>
                      <a:pt x="9146" y="38981"/>
                      <a:pt x="8639" y="40975"/>
                    </a:cubicBezTo>
                    <a:cubicBezTo>
                      <a:pt x="8572" y="41262"/>
                      <a:pt x="8486" y="41550"/>
                      <a:pt x="8419" y="41837"/>
                    </a:cubicBezTo>
                    <a:cubicBezTo>
                      <a:pt x="7895" y="43798"/>
                      <a:pt x="7371" y="45810"/>
                      <a:pt x="7794" y="47737"/>
                    </a:cubicBezTo>
                    <a:cubicBezTo>
                      <a:pt x="8335" y="50171"/>
                      <a:pt x="10228" y="51878"/>
                      <a:pt x="12223" y="53687"/>
                    </a:cubicBezTo>
                    <a:cubicBezTo>
                      <a:pt x="13879" y="55174"/>
                      <a:pt x="15586" y="56712"/>
                      <a:pt x="16516" y="58740"/>
                    </a:cubicBezTo>
                    <a:cubicBezTo>
                      <a:pt x="16719" y="59180"/>
                      <a:pt x="16888" y="59637"/>
                      <a:pt x="17040" y="60077"/>
                    </a:cubicBezTo>
                    <a:cubicBezTo>
                      <a:pt x="17328" y="60870"/>
                      <a:pt x="17598" y="61632"/>
                      <a:pt x="18071" y="62256"/>
                    </a:cubicBezTo>
                    <a:cubicBezTo>
                      <a:pt x="18561" y="62916"/>
                      <a:pt x="19221" y="63237"/>
                      <a:pt x="20082" y="63237"/>
                    </a:cubicBezTo>
                    <a:cubicBezTo>
                      <a:pt x="20522" y="63237"/>
                      <a:pt x="21013" y="63153"/>
                      <a:pt x="21536" y="62984"/>
                    </a:cubicBezTo>
                    <a:cubicBezTo>
                      <a:pt x="22162" y="62781"/>
                      <a:pt x="22838" y="62459"/>
                      <a:pt x="23514" y="62054"/>
                    </a:cubicBezTo>
                    <a:cubicBezTo>
                      <a:pt x="25694" y="60753"/>
                      <a:pt x="27098" y="58251"/>
                      <a:pt x="27030" y="55833"/>
                    </a:cubicBezTo>
                    <a:cubicBezTo>
                      <a:pt x="26963" y="53500"/>
                      <a:pt x="25796" y="51489"/>
                      <a:pt x="24579" y="49342"/>
                    </a:cubicBezTo>
                    <a:cubicBezTo>
                      <a:pt x="23700" y="47838"/>
                      <a:pt x="22804" y="46265"/>
                      <a:pt x="22331" y="44559"/>
                    </a:cubicBezTo>
                    <a:cubicBezTo>
                      <a:pt x="21367" y="41212"/>
                      <a:pt x="22111" y="37696"/>
                      <a:pt x="22838" y="34298"/>
                    </a:cubicBezTo>
                    <a:cubicBezTo>
                      <a:pt x="22922" y="33926"/>
                      <a:pt x="22990" y="33554"/>
                      <a:pt x="23075" y="33182"/>
                    </a:cubicBezTo>
                    <a:cubicBezTo>
                      <a:pt x="23801" y="29616"/>
                      <a:pt x="24292" y="25559"/>
                      <a:pt x="22331" y="22381"/>
                    </a:cubicBezTo>
                    <a:cubicBezTo>
                      <a:pt x="20995" y="20234"/>
                      <a:pt x="18714" y="18831"/>
                      <a:pt x="16516" y="17479"/>
                    </a:cubicBezTo>
                    <a:cubicBezTo>
                      <a:pt x="14082" y="15974"/>
                      <a:pt x="11563" y="14436"/>
                      <a:pt x="10244" y="11883"/>
                    </a:cubicBezTo>
                    <a:cubicBezTo>
                      <a:pt x="9484" y="10429"/>
                      <a:pt x="9196" y="8773"/>
                      <a:pt x="8926" y="7184"/>
                    </a:cubicBezTo>
                    <a:lnTo>
                      <a:pt x="8842" y="6728"/>
                    </a:lnTo>
                    <a:cubicBezTo>
                      <a:pt x="8554" y="5054"/>
                      <a:pt x="8182" y="3314"/>
                      <a:pt x="7168" y="1928"/>
                    </a:cubicBezTo>
                    <a:cubicBezTo>
                      <a:pt x="6323" y="760"/>
                      <a:pt x="4988" y="1"/>
                      <a:pt x="37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50"/>
              <p:cNvSpPr/>
              <p:nvPr/>
            </p:nvSpPr>
            <p:spPr>
              <a:xfrm>
                <a:off x="5976368" y="2785366"/>
                <a:ext cx="708700" cy="2244425"/>
              </a:xfrm>
              <a:custGeom>
                <a:avLst/>
                <a:gdLst/>
                <a:ahLst/>
                <a:cxnLst/>
                <a:rect l="l" t="t" r="r" b="b"/>
                <a:pathLst>
                  <a:path w="28348" h="89777" extrusionOk="0">
                    <a:moveTo>
                      <a:pt x="22990" y="0"/>
                    </a:moveTo>
                    <a:cubicBezTo>
                      <a:pt x="20759" y="0"/>
                      <a:pt x="19253" y="2249"/>
                      <a:pt x="18933" y="4480"/>
                    </a:cubicBezTo>
                    <a:cubicBezTo>
                      <a:pt x="18764" y="5765"/>
                      <a:pt x="18764" y="7016"/>
                      <a:pt x="18764" y="8215"/>
                    </a:cubicBezTo>
                    <a:cubicBezTo>
                      <a:pt x="18764" y="10616"/>
                      <a:pt x="18764" y="12881"/>
                      <a:pt x="17445" y="15281"/>
                    </a:cubicBezTo>
                    <a:cubicBezTo>
                      <a:pt x="16634" y="16769"/>
                      <a:pt x="15535" y="18071"/>
                      <a:pt x="14453" y="19322"/>
                    </a:cubicBezTo>
                    <a:cubicBezTo>
                      <a:pt x="13693" y="20235"/>
                      <a:pt x="12881" y="21181"/>
                      <a:pt x="12221" y="22178"/>
                    </a:cubicBezTo>
                    <a:cubicBezTo>
                      <a:pt x="9839" y="25694"/>
                      <a:pt x="9010" y="30005"/>
                      <a:pt x="9805" y="34653"/>
                    </a:cubicBezTo>
                    <a:cubicBezTo>
                      <a:pt x="10515" y="38795"/>
                      <a:pt x="9433" y="42090"/>
                      <a:pt x="6052" y="46030"/>
                    </a:cubicBezTo>
                    <a:cubicBezTo>
                      <a:pt x="3077" y="49512"/>
                      <a:pt x="1" y="53096"/>
                      <a:pt x="964" y="58167"/>
                    </a:cubicBezTo>
                    <a:cubicBezTo>
                      <a:pt x="1302" y="59958"/>
                      <a:pt x="2131" y="61716"/>
                      <a:pt x="2924" y="63441"/>
                    </a:cubicBezTo>
                    <a:cubicBezTo>
                      <a:pt x="4311" y="66364"/>
                      <a:pt x="5714" y="69391"/>
                      <a:pt x="4885" y="72772"/>
                    </a:cubicBezTo>
                    <a:cubicBezTo>
                      <a:pt x="4599" y="73921"/>
                      <a:pt x="4040" y="74985"/>
                      <a:pt x="3517" y="75999"/>
                    </a:cubicBezTo>
                    <a:cubicBezTo>
                      <a:pt x="3246" y="76524"/>
                      <a:pt x="2958" y="77065"/>
                      <a:pt x="2722" y="77606"/>
                    </a:cubicBezTo>
                    <a:cubicBezTo>
                      <a:pt x="1741" y="79837"/>
                      <a:pt x="1471" y="82186"/>
                      <a:pt x="1978" y="84248"/>
                    </a:cubicBezTo>
                    <a:cubicBezTo>
                      <a:pt x="2367" y="85905"/>
                      <a:pt x="3314" y="87426"/>
                      <a:pt x="4565" y="88441"/>
                    </a:cubicBezTo>
                    <a:cubicBezTo>
                      <a:pt x="5020" y="88813"/>
                      <a:pt x="5494" y="89101"/>
                      <a:pt x="6001" y="89320"/>
                    </a:cubicBezTo>
                    <a:cubicBezTo>
                      <a:pt x="6677" y="89624"/>
                      <a:pt x="7472" y="89777"/>
                      <a:pt x="8401" y="89777"/>
                    </a:cubicBezTo>
                    <a:cubicBezTo>
                      <a:pt x="10768" y="89777"/>
                      <a:pt x="13727" y="88762"/>
                      <a:pt x="15552" y="87309"/>
                    </a:cubicBezTo>
                    <a:cubicBezTo>
                      <a:pt x="18527" y="84976"/>
                      <a:pt x="18392" y="81866"/>
                      <a:pt x="18239" y="78569"/>
                    </a:cubicBezTo>
                    <a:cubicBezTo>
                      <a:pt x="18122" y="75932"/>
                      <a:pt x="18003" y="73227"/>
                      <a:pt x="19456" y="70777"/>
                    </a:cubicBezTo>
                    <a:cubicBezTo>
                      <a:pt x="20099" y="69661"/>
                      <a:pt x="20910" y="68647"/>
                      <a:pt x="21671" y="67649"/>
                    </a:cubicBezTo>
                    <a:cubicBezTo>
                      <a:pt x="22972" y="65976"/>
                      <a:pt x="24207" y="64403"/>
                      <a:pt x="24832" y="62426"/>
                    </a:cubicBezTo>
                    <a:cubicBezTo>
                      <a:pt x="25796" y="59418"/>
                      <a:pt x="24967" y="56172"/>
                      <a:pt x="24122" y="53670"/>
                    </a:cubicBezTo>
                    <a:cubicBezTo>
                      <a:pt x="23885" y="52994"/>
                      <a:pt x="23632" y="52300"/>
                      <a:pt x="23396" y="51624"/>
                    </a:cubicBezTo>
                    <a:cubicBezTo>
                      <a:pt x="22600" y="49444"/>
                      <a:pt x="21789" y="47195"/>
                      <a:pt x="21536" y="44846"/>
                    </a:cubicBezTo>
                    <a:cubicBezTo>
                      <a:pt x="21282" y="42226"/>
                      <a:pt x="21773" y="40096"/>
                      <a:pt x="23057" y="38304"/>
                    </a:cubicBezTo>
                    <a:cubicBezTo>
                      <a:pt x="23396" y="37831"/>
                      <a:pt x="23767" y="37391"/>
                      <a:pt x="24122" y="36952"/>
                    </a:cubicBezTo>
                    <a:cubicBezTo>
                      <a:pt x="24680" y="36259"/>
                      <a:pt x="25271" y="35532"/>
                      <a:pt x="25728" y="34754"/>
                    </a:cubicBezTo>
                    <a:cubicBezTo>
                      <a:pt x="27638" y="31441"/>
                      <a:pt x="26826" y="28078"/>
                      <a:pt x="25947" y="24511"/>
                    </a:cubicBezTo>
                    <a:cubicBezTo>
                      <a:pt x="25187" y="21434"/>
                      <a:pt x="24410" y="18274"/>
                      <a:pt x="25508" y="15130"/>
                    </a:cubicBezTo>
                    <a:cubicBezTo>
                      <a:pt x="25812" y="14267"/>
                      <a:pt x="26218" y="13439"/>
                      <a:pt x="26623" y="12644"/>
                    </a:cubicBezTo>
                    <a:cubicBezTo>
                      <a:pt x="26860" y="12155"/>
                      <a:pt x="27097" y="11647"/>
                      <a:pt x="27317" y="11157"/>
                    </a:cubicBezTo>
                    <a:cubicBezTo>
                      <a:pt x="28162" y="9213"/>
                      <a:pt x="28348" y="6745"/>
                      <a:pt x="27790" y="4530"/>
                    </a:cubicBezTo>
                    <a:cubicBezTo>
                      <a:pt x="27317" y="2637"/>
                      <a:pt x="26150" y="1082"/>
                      <a:pt x="24663" y="390"/>
                    </a:cubicBezTo>
                    <a:cubicBezTo>
                      <a:pt x="24105" y="135"/>
                      <a:pt x="23531" y="0"/>
                      <a:pt x="229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7" name="Google Shape;977;p50"/>
            <p:cNvGrpSpPr/>
            <p:nvPr/>
          </p:nvGrpSpPr>
          <p:grpSpPr>
            <a:xfrm>
              <a:off x="4646884" y="2774145"/>
              <a:ext cx="1170434" cy="792593"/>
              <a:chOff x="5275594" y="2739478"/>
              <a:chExt cx="1119818" cy="758317"/>
            </a:xfrm>
          </p:grpSpPr>
          <p:sp>
            <p:nvSpPr>
              <p:cNvPr id="978" name="Google Shape;978;p50"/>
              <p:cNvSpPr/>
              <p:nvPr/>
            </p:nvSpPr>
            <p:spPr>
              <a:xfrm>
                <a:off x="5492248" y="2739478"/>
                <a:ext cx="903164" cy="758317"/>
              </a:xfrm>
              <a:custGeom>
                <a:avLst/>
                <a:gdLst/>
                <a:ahLst/>
                <a:cxnLst/>
                <a:rect l="l" t="t" r="r" b="b"/>
                <a:pathLst>
                  <a:path w="81994" h="68844" extrusionOk="0">
                    <a:moveTo>
                      <a:pt x="6777" y="1"/>
                    </a:moveTo>
                    <a:cubicBezTo>
                      <a:pt x="3043" y="1"/>
                      <a:pt x="0" y="3043"/>
                      <a:pt x="0" y="6778"/>
                    </a:cubicBezTo>
                    <a:lnTo>
                      <a:pt x="0" y="62067"/>
                    </a:lnTo>
                    <a:cubicBezTo>
                      <a:pt x="0" y="65801"/>
                      <a:pt x="3043" y="68844"/>
                      <a:pt x="6777" y="68844"/>
                    </a:cubicBezTo>
                    <a:lnTo>
                      <a:pt x="75217" y="68844"/>
                    </a:lnTo>
                    <a:cubicBezTo>
                      <a:pt x="78952" y="68844"/>
                      <a:pt x="81993" y="65801"/>
                      <a:pt x="81993" y="62067"/>
                    </a:cubicBezTo>
                    <a:lnTo>
                      <a:pt x="81993" y="6778"/>
                    </a:lnTo>
                    <a:cubicBezTo>
                      <a:pt x="81993" y="3043"/>
                      <a:pt x="78952" y="1"/>
                      <a:pt x="752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50"/>
              <p:cNvSpPr/>
              <p:nvPr/>
            </p:nvSpPr>
            <p:spPr>
              <a:xfrm>
                <a:off x="5275594" y="3124397"/>
                <a:ext cx="95742" cy="246273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22358" extrusionOk="0">
                    <a:moveTo>
                      <a:pt x="1852" y="1"/>
                    </a:moveTo>
                    <a:cubicBezTo>
                      <a:pt x="837" y="1"/>
                      <a:pt x="0" y="838"/>
                      <a:pt x="0" y="1868"/>
                    </a:cubicBezTo>
                    <a:lnTo>
                      <a:pt x="0" y="20490"/>
                    </a:lnTo>
                    <a:cubicBezTo>
                      <a:pt x="0" y="21520"/>
                      <a:pt x="837" y="22357"/>
                      <a:pt x="1852" y="22357"/>
                    </a:cubicBezTo>
                    <a:lnTo>
                      <a:pt x="6841" y="22357"/>
                    </a:lnTo>
                    <a:cubicBezTo>
                      <a:pt x="7855" y="22357"/>
                      <a:pt x="8692" y="21520"/>
                      <a:pt x="8692" y="20490"/>
                    </a:cubicBezTo>
                    <a:lnTo>
                      <a:pt x="8692" y="1868"/>
                    </a:lnTo>
                    <a:cubicBezTo>
                      <a:pt x="8692" y="838"/>
                      <a:pt x="7855" y="1"/>
                      <a:pt x="684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50"/>
              <p:cNvSpPr/>
              <p:nvPr/>
            </p:nvSpPr>
            <p:spPr>
              <a:xfrm>
                <a:off x="5444564" y="3004003"/>
                <a:ext cx="95566" cy="366667"/>
              </a:xfrm>
              <a:custGeom>
                <a:avLst/>
                <a:gdLst/>
                <a:ahLst/>
                <a:cxnLst/>
                <a:rect l="l" t="t" r="r" b="b"/>
                <a:pathLst>
                  <a:path w="8676" h="33288" extrusionOk="0">
                    <a:moveTo>
                      <a:pt x="1851" y="1"/>
                    </a:moveTo>
                    <a:cubicBezTo>
                      <a:pt x="820" y="1"/>
                      <a:pt x="0" y="838"/>
                      <a:pt x="0" y="1852"/>
                    </a:cubicBezTo>
                    <a:lnTo>
                      <a:pt x="0" y="31420"/>
                    </a:lnTo>
                    <a:cubicBezTo>
                      <a:pt x="0" y="32450"/>
                      <a:pt x="820" y="33287"/>
                      <a:pt x="1851" y="33287"/>
                    </a:cubicBezTo>
                    <a:lnTo>
                      <a:pt x="6825" y="33287"/>
                    </a:lnTo>
                    <a:cubicBezTo>
                      <a:pt x="7855" y="33287"/>
                      <a:pt x="8675" y="32450"/>
                      <a:pt x="8675" y="31420"/>
                    </a:cubicBezTo>
                    <a:lnTo>
                      <a:pt x="8675" y="1852"/>
                    </a:lnTo>
                    <a:cubicBezTo>
                      <a:pt x="8675" y="838"/>
                      <a:pt x="7855" y="1"/>
                      <a:pt x="68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50"/>
              <p:cNvSpPr/>
              <p:nvPr/>
            </p:nvSpPr>
            <p:spPr>
              <a:xfrm>
                <a:off x="5613347" y="3201865"/>
                <a:ext cx="95753" cy="168805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15325" extrusionOk="0">
                    <a:moveTo>
                      <a:pt x="1851" y="1"/>
                    </a:moveTo>
                    <a:cubicBezTo>
                      <a:pt x="837" y="1"/>
                      <a:pt x="0" y="838"/>
                      <a:pt x="0" y="1852"/>
                    </a:cubicBezTo>
                    <a:lnTo>
                      <a:pt x="0" y="13457"/>
                    </a:lnTo>
                    <a:cubicBezTo>
                      <a:pt x="0" y="14487"/>
                      <a:pt x="837" y="15324"/>
                      <a:pt x="1851" y="15324"/>
                    </a:cubicBezTo>
                    <a:lnTo>
                      <a:pt x="6825" y="15324"/>
                    </a:lnTo>
                    <a:cubicBezTo>
                      <a:pt x="7855" y="15324"/>
                      <a:pt x="8692" y="14487"/>
                      <a:pt x="8692" y="13457"/>
                    </a:cubicBezTo>
                    <a:lnTo>
                      <a:pt x="8692" y="1852"/>
                    </a:lnTo>
                    <a:cubicBezTo>
                      <a:pt x="8692" y="838"/>
                      <a:pt x="7855" y="1"/>
                      <a:pt x="682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5782130" y="2888588"/>
                <a:ext cx="95753" cy="482082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3766" extrusionOk="0">
                    <a:moveTo>
                      <a:pt x="1868" y="1"/>
                    </a:moveTo>
                    <a:cubicBezTo>
                      <a:pt x="838" y="1"/>
                      <a:pt x="1" y="821"/>
                      <a:pt x="1" y="1851"/>
                    </a:cubicBezTo>
                    <a:lnTo>
                      <a:pt x="1" y="41898"/>
                    </a:lnTo>
                    <a:cubicBezTo>
                      <a:pt x="1" y="42928"/>
                      <a:pt x="838" y="43765"/>
                      <a:pt x="1868" y="43765"/>
                    </a:cubicBezTo>
                    <a:lnTo>
                      <a:pt x="6841" y="43765"/>
                    </a:lnTo>
                    <a:cubicBezTo>
                      <a:pt x="7871" y="43765"/>
                      <a:pt x="8693" y="42928"/>
                      <a:pt x="8693" y="41898"/>
                    </a:cubicBezTo>
                    <a:lnTo>
                      <a:pt x="8693" y="1851"/>
                    </a:lnTo>
                    <a:cubicBezTo>
                      <a:pt x="8693" y="821"/>
                      <a:pt x="7871" y="1"/>
                      <a:pt x="68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5951089" y="3067835"/>
                <a:ext cx="95753" cy="302835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27493" extrusionOk="0">
                    <a:moveTo>
                      <a:pt x="1852" y="0"/>
                    </a:moveTo>
                    <a:cubicBezTo>
                      <a:pt x="822" y="0"/>
                      <a:pt x="1" y="837"/>
                      <a:pt x="1" y="1867"/>
                    </a:cubicBezTo>
                    <a:lnTo>
                      <a:pt x="1" y="25625"/>
                    </a:lnTo>
                    <a:cubicBezTo>
                      <a:pt x="1" y="26655"/>
                      <a:pt x="822" y="27492"/>
                      <a:pt x="1852" y="27492"/>
                    </a:cubicBezTo>
                    <a:lnTo>
                      <a:pt x="6825" y="27492"/>
                    </a:lnTo>
                    <a:cubicBezTo>
                      <a:pt x="7856" y="27492"/>
                      <a:pt x="8693" y="26655"/>
                      <a:pt x="8693" y="25625"/>
                    </a:cubicBezTo>
                    <a:lnTo>
                      <a:pt x="8693" y="1867"/>
                    </a:lnTo>
                    <a:cubicBezTo>
                      <a:pt x="8693" y="837"/>
                      <a:pt x="7856" y="0"/>
                      <a:pt x="68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4" name="Google Shape;984;p50"/>
            <p:cNvSpPr/>
            <p:nvPr/>
          </p:nvSpPr>
          <p:spPr>
            <a:xfrm>
              <a:off x="5502493" y="1742498"/>
              <a:ext cx="2205463" cy="1990184"/>
            </a:xfrm>
            <a:custGeom>
              <a:avLst/>
              <a:gdLst/>
              <a:ahLst/>
              <a:cxnLst/>
              <a:rect l="l" t="t" r="r" b="b"/>
              <a:pathLst>
                <a:path w="232154" h="209493" extrusionOk="0">
                  <a:moveTo>
                    <a:pt x="14702" y="0"/>
                  </a:moveTo>
                  <a:cubicBezTo>
                    <a:pt x="6580" y="0"/>
                    <a:pt x="0" y="6580"/>
                    <a:pt x="0" y="14702"/>
                  </a:cubicBezTo>
                  <a:lnTo>
                    <a:pt x="0" y="165069"/>
                  </a:lnTo>
                  <a:cubicBezTo>
                    <a:pt x="0" y="173189"/>
                    <a:pt x="6580" y="179769"/>
                    <a:pt x="14702" y="179769"/>
                  </a:cubicBezTo>
                  <a:lnTo>
                    <a:pt x="84962" y="179769"/>
                  </a:lnTo>
                  <a:lnTo>
                    <a:pt x="84962" y="203879"/>
                  </a:lnTo>
                  <a:lnTo>
                    <a:pt x="69202" y="203879"/>
                  </a:lnTo>
                  <a:cubicBezTo>
                    <a:pt x="67637" y="203879"/>
                    <a:pt x="66395" y="205146"/>
                    <a:pt x="66395" y="206686"/>
                  </a:cubicBezTo>
                  <a:cubicBezTo>
                    <a:pt x="66395" y="208251"/>
                    <a:pt x="67637" y="209493"/>
                    <a:pt x="69202" y="209493"/>
                  </a:cubicBezTo>
                  <a:lnTo>
                    <a:pt x="162952" y="209493"/>
                  </a:lnTo>
                  <a:cubicBezTo>
                    <a:pt x="164516" y="209493"/>
                    <a:pt x="165759" y="208251"/>
                    <a:pt x="165759" y="206686"/>
                  </a:cubicBezTo>
                  <a:cubicBezTo>
                    <a:pt x="165759" y="205146"/>
                    <a:pt x="164516" y="203879"/>
                    <a:pt x="162952" y="203879"/>
                  </a:cubicBezTo>
                  <a:lnTo>
                    <a:pt x="147192" y="203879"/>
                  </a:lnTo>
                  <a:lnTo>
                    <a:pt x="147192" y="179769"/>
                  </a:lnTo>
                  <a:lnTo>
                    <a:pt x="217452" y="179769"/>
                  </a:lnTo>
                  <a:cubicBezTo>
                    <a:pt x="225574" y="179769"/>
                    <a:pt x="232154" y="173189"/>
                    <a:pt x="232154" y="165069"/>
                  </a:cubicBezTo>
                  <a:lnTo>
                    <a:pt x="232154" y="14702"/>
                  </a:lnTo>
                  <a:cubicBezTo>
                    <a:pt x="232154" y="6580"/>
                    <a:pt x="225574" y="0"/>
                    <a:pt x="217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50"/>
            <p:cNvSpPr/>
            <p:nvPr/>
          </p:nvSpPr>
          <p:spPr>
            <a:xfrm>
              <a:off x="5592383" y="1846563"/>
              <a:ext cx="1991700" cy="1488300"/>
            </a:xfrm>
            <a:prstGeom prst="roundRect">
              <a:avLst>
                <a:gd name="adj" fmla="val 2980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50"/>
            <p:cNvSpPr/>
            <p:nvPr/>
          </p:nvSpPr>
          <p:spPr>
            <a:xfrm>
              <a:off x="7623185" y="1534161"/>
              <a:ext cx="392668" cy="392668"/>
            </a:xfrm>
            <a:custGeom>
              <a:avLst/>
              <a:gdLst/>
              <a:ahLst/>
              <a:cxnLst/>
              <a:rect l="l" t="t" r="r" b="b"/>
              <a:pathLst>
                <a:path w="34108" h="34108" extrusionOk="0">
                  <a:moveTo>
                    <a:pt x="1" y="0"/>
                  </a:moveTo>
                  <a:lnTo>
                    <a:pt x="1" y="15742"/>
                  </a:lnTo>
                  <a:cubicBezTo>
                    <a:pt x="9835" y="16418"/>
                    <a:pt x="17690" y="24273"/>
                    <a:pt x="18366" y="34108"/>
                  </a:cubicBezTo>
                  <a:lnTo>
                    <a:pt x="34108" y="34108"/>
                  </a:lnTo>
                  <a:cubicBezTo>
                    <a:pt x="33384" y="15598"/>
                    <a:pt x="18511" y="725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50"/>
            <p:cNvSpPr/>
            <p:nvPr/>
          </p:nvSpPr>
          <p:spPr>
            <a:xfrm>
              <a:off x="7808869" y="2559505"/>
              <a:ext cx="690094" cy="334300"/>
            </a:xfrm>
            <a:custGeom>
              <a:avLst/>
              <a:gdLst/>
              <a:ahLst/>
              <a:cxnLst/>
              <a:rect l="l" t="t" r="r" b="b"/>
              <a:pathLst>
                <a:path w="59943" h="29038" extrusionOk="0">
                  <a:moveTo>
                    <a:pt x="14520" y="1"/>
                  </a:moveTo>
                  <a:cubicBezTo>
                    <a:pt x="6504" y="1"/>
                    <a:pt x="1" y="6503"/>
                    <a:pt x="1" y="14519"/>
                  </a:cubicBezTo>
                  <a:cubicBezTo>
                    <a:pt x="1" y="22535"/>
                    <a:pt x="6504" y="29038"/>
                    <a:pt x="14520" y="29038"/>
                  </a:cubicBezTo>
                  <a:lnTo>
                    <a:pt x="45424" y="29038"/>
                  </a:lnTo>
                  <a:cubicBezTo>
                    <a:pt x="53440" y="29038"/>
                    <a:pt x="59942" y="22535"/>
                    <a:pt x="59942" y="14519"/>
                  </a:cubicBezTo>
                  <a:cubicBezTo>
                    <a:pt x="59942" y="6503"/>
                    <a:pt x="53440" y="1"/>
                    <a:pt x="4542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50"/>
            <p:cNvSpPr/>
            <p:nvPr/>
          </p:nvSpPr>
          <p:spPr>
            <a:xfrm>
              <a:off x="7808869" y="2559505"/>
              <a:ext cx="690094" cy="334300"/>
            </a:xfrm>
            <a:custGeom>
              <a:avLst/>
              <a:gdLst/>
              <a:ahLst/>
              <a:cxnLst/>
              <a:rect l="l" t="t" r="r" b="b"/>
              <a:pathLst>
                <a:path w="59943" h="29038" extrusionOk="0">
                  <a:moveTo>
                    <a:pt x="14520" y="1"/>
                  </a:moveTo>
                  <a:cubicBezTo>
                    <a:pt x="6504" y="1"/>
                    <a:pt x="1" y="6503"/>
                    <a:pt x="1" y="14519"/>
                  </a:cubicBezTo>
                  <a:cubicBezTo>
                    <a:pt x="1" y="22535"/>
                    <a:pt x="6504" y="29038"/>
                    <a:pt x="14520" y="29038"/>
                  </a:cubicBezTo>
                  <a:lnTo>
                    <a:pt x="45424" y="29038"/>
                  </a:lnTo>
                  <a:cubicBezTo>
                    <a:pt x="53440" y="29038"/>
                    <a:pt x="59942" y="22535"/>
                    <a:pt x="59942" y="14519"/>
                  </a:cubicBezTo>
                  <a:cubicBezTo>
                    <a:pt x="59942" y="6503"/>
                    <a:pt x="53440" y="1"/>
                    <a:pt x="454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0"/>
            <p:cNvSpPr/>
            <p:nvPr/>
          </p:nvSpPr>
          <p:spPr>
            <a:xfrm>
              <a:off x="7958977" y="2642526"/>
              <a:ext cx="158067" cy="150284"/>
            </a:xfrm>
            <a:custGeom>
              <a:avLst/>
              <a:gdLst/>
              <a:ahLst/>
              <a:cxnLst/>
              <a:rect l="l" t="t" r="r" b="b"/>
              <a:pathLst>
                <a:path w="13730" h="13054" extrusionOk="0">
                  <a:moveTo>
                    <a:pt x="6858" y="1"/>
                  </a:moveTo>
                  <a:lnTo>
                    <a:pt x="4748" y="4297"/>
                  </a:lnTo>
                  <a:lnTo>
                    <a:pt x="1" y="4990"/>
                  </a:lnTo>
                  <a:lnTo>
                    <a:pt x="3429" y="8338"/>
                  </a:lnTo>
                  <a:lnTo>
                    <a:pt x="2624" y="13054"/>
                  </a:lnTo>
                  <a:lnTo>
                    <a:pt x="6858" y="10832"/>
                  </a:lnTo>
                  <a:lnTo>
                    <a:pt x="11107" y="13054"/>
                  </a:lnTo>
                  <a:lnTo>
                    <a:pt x="10302" y="8338"/>
                  </a:lnTo>
                  <a:lnTo>
                    <a:pt x="13730" y="4990"/>
                  </a:lnTo>
                  <a:lnTo>
                    <a:pt x="8982" y="4297"/>
                  </a:lnTo>
                  <a:lnTo>
                    <a:pt x="6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50"/>
            <p:cNvSpPr/>
            <p:nvPr/>
          </p:nvSpPr>
          <p:spPr>
            <a:xfrm>
              <a:off x="8190805" y="2642526"/>
              <a:ext cx="158078" cy="150284"/>
            </a:xfrm>
            <a:custGeom>
              <a:avLst/>
              <a:gdLst/>
              <a:ahLst/>
              <a:cxnLst/>
              <a:rect l="l" t="t" r="r" b="b"/>
              <a:pathLst>
                <a:path w="13731" h="13054" extrusionOk="0">
                  <a:moveTo>
                    <a:pt x="6857" y="1"/>
                  </a:moveTo>
                  <a:lnTo>
                    <a:pt x="4732" y="4297"/>
                  </a:lnTo>
                  <a:lnTo>
                    <a:pt x="0" y="4990"/>
                  </a:lnTo>
                  <a:lnTo>
                    <a:pt x="3429" y="8338"/>
                  </a:lnTo>
                  <a:lnTo>
                    <a:pt x="2624" y="13054"/>
                  </a:lnTo>
                  <a:lnTo>
                    <a:pt x="2624" y="13054"/>
                  </a:lnTo>
                  <a:lnTo>
                    <a:pt x="6857" y="10832"/>
                  </a:lnTo>
                  <a:lnTo>
                    <a:pt x="11106" y="13054"/>
                  </a:lnTo>
                  <a:lnTo>
                    <a:pt x="10286" y="8338"/>
                  </a:lnTo>
                  <a:lnTo>
                    <a:pt x="13731" y="4990"/>
                  </a:lnTo>
                  <a:lnTo>
                    <a:pt x="8982" y="4297"/>
                  </a:lnTo>
                  <a:lnTo>
                    <a:pt x="68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50"/>
            <p:cNvSpPr/>
            <p:nvPr/>
          </p:nvSpPr>
          <p:spPr>
            <a:xfrm>
              <a:off x="7340204" y="3651372"/>
              <a:ext cx="334496" cy="52819"/>
            </a:xfrm>
            <a:custGeom>
              <a:avLst/>
              <a:gdLst/>
              <a:ahLst/>
              <a:cxnLst/>
              <a:rect l="l" t="t" r="r" b="b"/>
              <a:pathLst>
                <a:path w="29055" h="4588" extrusionOk="0">
                  <a:moveTo>
                    <a:pt x="2303" y="1"/>
                  </a:moveTo>
                  <a:cubicBezTo>
                    <a:pt x="1031" y="1"/>
                    <a:pt x="1" y="1014"/>
                    <a:pt x="1" y="2286"/>
                  </a:cubicBezTo>
                  <a:cubicBezTo>
                    <a:pt x="1" y="3557"/>
                    <a:pt x="1031" y="4588"/>
                    <a:pt x="2303" y="4588"/>
                  </a:cubicBezTo>
                  <a:lnTo>
                    <a:pt x="26752" y="4588"/>
                  </a:lnTo>
                  <a:cubicBezTo>
                    <a:pt x="28024" y="4588"/>
                    <a:pt x="29054" y="3557"/>
                    <a:pt x="29054" y="2286"/>
                  </a:cubicBezTo>
                  <a:cubicBezTo>
                    <a:pt x="29054" y="1014"/>
                    <a:pt x="28024" y="1"/>
                    <a:pt x="267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50"/>
            <p:cNvSpPr/>
            <p:nvPr/>
          </p:nvSpPr>
          <p:spPr>
            <a:xfrm>
              <a:off x="7724742" y="3651372"/>
              <a:ext cx="197543" cy="52819"/>
            </a:xfrm>
            <a:custGeom>
              <a:avLst/>
              <a:gdLst/>
              <a:ahLst/>
              <a:cxnLst/>
              <a:rect l="l" t="t" r="r" b="b"/>
              <a:pathLst>
                <a:path w="17159" h="4588" extrusionOk="0">
                  <a:moveTo>
                    <a:pt x="2286" y="1"/>
                  </a:moveTo>
                  <a:cubicBezTo>
                    <a:pt x="1031" y="1"/>
                    <a:pt x="0" y="1014"/>
                    <a:pt x="0" y="2286"/>
                  </a:cubicBezTo>
                  <a:cubicBezTo>
                    <a:pt x="0" y="3557"/>
                    <a:pt x="1031" y="4588"/>
                    <a:pt x="2286" y="4588"/>
                  </a:cubicBezTo>
                  <a:lnTo>
                    <a:pt x="14873" y="4588"/>
                  </a:lnTo>
                  <a:cubicBezTo>
                    <a:pt x="16144" y="4588"/>
                    <a:pt x="17159" y="3557"/>
                    <a:pt x="17159" y="2286"/>
                  </a:cubicBezTo>
                  <a:cubicBezTo>
                    <a:pt x="17159" y="1014"/>
                    <a:pt x="16144" y="1"/>
                    <a:pt x="14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50"/>
            <p:cNvSpPr/>
            <p:nvPr/>
          </p:nvSpPr>
          <p:spPr>
            <a:xfrm>
              <a:off x="7347987" y="3531659"/>
              <a:ext cx="193099" cy="21505"/>
            </a:xfrm>
            <a:custGeom>
              <a:avLst/>
              <a:gdLst/>
              <a:ahLst/>
              <a:cxnLst/>
              <a:rect l="l" t="t" r="r" b="b"/>
              <a:pathLst>
                <a:path w="16773" h="1868" extrusionOk="0">
                  <a:moveTo>
                    <a:pt x="934" y="1"/>
                  </a:moveTo>
                  <a:cubicBezTo>
                    <a:pt x="419" y="1"/>
                    <a:pt x="1" y="419"/>
                    <a:pt x="1" y="934"/>
                  </a:cubicBezTo>
                  <a:cubicBezTo>
                    <a:pt x="1" y="1450"/>
                    <a:pt x="419" y="1868"/>
                    <a:pt x="934" y="1868"/>
                  </a:cubicBezTo>
                  <a:lnTo>
                    <a:pt x="15856" y="1868"/>
                  </a:lnTo>
                  <a:cubicBezTo>
                    <a:pt x="16354" y="1868"/>
                    <a:pt x="16773" y="1450"/>
                    <a:pt x="16773" y="934"/>
                  </a:cubicBezTo>
                  <a:cubicBezTo>
                    <a:pt x="16773" y="419"/>
                    <a:pt x="16354" y="1"/>
                    <a:pt x="15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0"/>
            <p:cNvSpPr/>
            <p:nvPr/>
          </p:nvSpPr>
          <p:spPr>
            <a:xfrm>
              <a:off x="5725006" y="1597909"/>
              <a:ext cx="786442" cy="495878"/>
            </a:xfrm>
            <a:custGeom>
              <a:avLst/>
              <a:gdLst/>
              <a:ahLst/>
              <a:cxnLst/>
              <a:rect l="l" t="t" r="r" b="b"/>
              <a:pathLst>
                <a:path w="68312" h="43073" extrusionOk="0">
                  <a:moveTo>
                    <a:pt x="16048" y="0"/>
                  </a:moveTo>
                  <a:cubicBezTo>
                    <a:pt x="7179" y="0"/>
                    <a:pt x="0" y="7179"/>
                    <a:pt x="0" y="16048"/>
                  </a:cubicBezTo>
                  <a:lnTo>
                    <a:pt x="0" y="17046"/>
                  </a:lnTo>
                  <a:cubicBezTo>
                    <a:pt x="0" y="25899"/>
                    <a:pt x="7179" y="33093"/>
                    <a:pt x="16048" y="33093"/>
                  </a:cubicBezTo>
                  <a:lnTo>
                    <a:pt x="16918" y="33093"/>
                  </a:lnTo>
                  <a:lnTo>
                    <a:pt x="16918" y="43073"/>
                  </a:lnTo>
                  <a:lnTo>
                    <a:pt x="29215" y="33093"/>
                  </a:lnTo>
                  <a:lnTo>
                    <a:pt x="52280" y="33093"/>
                  </a:lnTo>
                  <a:cubicBezTo>
                    <a:pt x="61133" y="33093"/>
                    <a:pt x="68311" y="25899"/>
                    <a:pt x="68311" y="17046"/>
                  </a:cubicBezTo>
                  <a:lnTo>
                    <a:pt x="68311" y="16048"/>
                  </a:lnTo>
                  <a:cubicBezTo>
                    <a:pt x="68311" y="7179"/>
                    <a:pt x="61133" y="0"/>
                    <a:pt x="522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0"/>
            <p:cNvSpPr/>
            <p:nvPr/>
          </p:nvSpPr>
          <p:spPr>
            <a:xfrm>
              <a:off x="5829338" y="1701676"/>
              <a:ext cx="173459" cy="173459"/>
            </a:xfrm>
            <a:custGeom>
              <a:avLst/>
              <a:gdLst/>
              <a:ahLst/>
              <a:cxnLst/>
              <a:rect l="l" t="t" r="r" b="b"/>
              <a:pathLst>
                <a:path w="15067" h="15067" extrusionOk="0">
                  <a:moveTo>
                    <a:pt x="7534" y="1"/>
                  </a:moveTo>
                  <a:cubicBezTo>
                    <a:pt x="3364" y="1"/>
                    <a:pt x="1" y="3365"/>
                    <a:pt x="1" y="7534"/>
                  </a:cubicBezTo>
                  <a:cubicBezTo>
                    <a:pt x="1" y="11686"/>
                    <a:pt x="3364" y="15067"/>
                    <a:pt x="7534" y="15067"/>
                  </a:cubicBezTo>
                  <a:cubicBezTo>
                    <a:pt x="11686" y="15067"/>
                    <a:pt x="15067" y="11686"/>
                    <a:pt x="15067" y="7534"/>
                  </a:cubicBezTo>
                  <a:cubicBezTo>
                    <a:pt x="15067" y="3365"/>
                    <a:pt x="11686" y="1"/>
                    <a:pt x="7534" y="1"/>
                  </a:cubicBezTo>
                  <a:close/>
                </a:path>
              </a:pathLst>
            </a:custGeom>
            <a:solidFill>
              <a:srgbClr val="FAF6E8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0"/>
            <p:cNvSpPr/>
            <p:nvPr/>
          </p:nvSpPr>
          <p:spPr>
            <a:xfrm>
              <a:off x="5876783" y="1755788"/>
              <a:ext cx="78389" cy="71907"/>
            </a:xfrm>
            <a:custGeom>
              <a:avLst/>
              <a:gdLst/>
              <a:ahLst/>
              <a:cxnLst/>
              <a:rect l="l" t="t" r="r" b="b"/>
              <a:pathLst>
                <a:path w="6809" h="6246" extrusionOk="0">
                  <a:moveTo>
                    <a:pt x="1883" y="1"/>
                  </a:moveTo>
                  <a:cubicBezTo>
                    <a:pt x="821" y="1"/>
                    <a:pt x="0" y="822"/>
                    <a:pt x="0" y="1868"/>
                  </a:cubicBezTo>
                  <a:cubicBezTo>
                    <a:pt x="0" y="3156"/>
                    <a:pt x="1159" y="4202"/>
                    <a:pt x="2913" y="5795"/>
                  </a:cubicBezTo>
                  <a:lnTo>
                    <a:pt x="3413" y="6246"/>
                  </a:lnTo>
                  <a:lnTo>
                    <a:pt x="3895" y="5795"/>
                  </a:lnTo>
                  <a:cubicBezTo>
                    <a:pt x="5649" y="4202"/>
                    <a:pt x="6808" y="3156"/>
                    <a:pt x="6808" y="1868"/>
                  </a:cubicBezTo>
                  <a:cubicBezTo>
                    <a:pt x="6808" y="822"/>
                    <a:pt x="5988" y="1"/>
                    <a:pt x="4941" y="1"/>
                  </a:cubicBezTo>
                  <a:cubicBezTo>
                    <a:pt x="4346" y="1"/>
                    <a:pt x="3782" y="275"/>
                    <a:pt x="3413" y="709"/>
                  </a:cubicBezTo>
                  <a:cubicBezTo>
                    <a:pt x="3042" y="275"/>
                    <a:pt x="2462" y="1"/>
                    <a:pt x="1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7" name="Google Shape;997;p50"/>
            <p:cNvGrpSpPr/>
            <p:nvPr/>
          </p:nvGrpSpPr>
          <p:grpSpPr>
            <a:xfrm>
              <a:off x="7347827" y="3520282"/>
              <a:ext cx="566514" cy="47034"/>
              <a:chOff x="7321597" y="3605750"/>
              <a:chExt cx="542015" cy="45000"/>
            </a:xfrm>
          </p:grpSpPr>
          <p:sp>
            <p:nvSpPr>
              <p:cNvPr id="998" name="Google Shape;998;p50"/>
              <p:cNvSpPr/>
              <p:nvPr/>
            </p:nvSpPr>
            <p:spPr>
              <a:xfrm>
                <a:off x="7321597" y="3616569"/>
                <a:ext cx="542015" cy="20576"/>
              </a:xfrm>
              <a:custGeom>
                <a:avLst/>
                <a:gdLst/>
                <a:ahLst/>
                <a:cxnLst/>
                <a:rect l="l" t="t" r="r" b="b"/>
                <a:pathLst>
                  <a:path w="49207" h="1868" extrusionOk="0">
                    <a:moveTo>
                      <a:pt x="934" y="1"/>
                    </a:moveTo>
                    <a:cubicBezTo>
                      <a:pt x="419" y="1"/>
                      <a:pt x="1" y="419"/>
                      <a:pt x="1" y="934"/>
                    </a:cubicBezTo>
                    <a:cubicBezTo>
                      <a:pt x="1" y="1450"/>
                      <a:pt x="419" y="1868"/>
                      <a:pt x="934" y="1868"/>
                    </a:cubicBezTo>
                    <a:lnTo>
                      <a:pt x="48289" y="1868"/>
                    </a:lnTo>
                    <a:cubicBezTo>
                      <a:pt x="48804" y="1868"/>
                      <a:pt x="49207" y="1450"/>
                      <a:pt x="49207" y="934"/>
                    </a:cubicBezTo>
                    <a:cubicBezTo>
                      <a:pt x="49207" y="419"/>
                      <a:pt x="48804" y="1"/>
                      <a:pt x="482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50"/>
              <p:cNvSpPr/>
              <p:nvPr/>
            </p:nvSpPr>
            <p:spPr>
              <a:xfrm>
                <a:off x="7489900" y="3605750"/>
                <a:ext cx="45000" cy="45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0" name="Google Shape;1000;p50"/>
            <p:cNvGrpSpPr/>
            <p:nvPr/>
          </p:nvGrpSpPr>
          <p:grpSpPr>
            <a:xfrm>
              <a:off x="5672811" y="2114966"/>
              <a:ext cx="1772382" cy="1117818"/>
              <a:chOff x="3659925" y="3169675"/>
              <a:chExt cx="1891550" cy="1192975"/>
            </a:xfrm>
          </p:grpSpPr>
          <p:sp>
            <p:nvSpPr>
              <p:cNvPr id="1001" name="Google Shape;1001;p50"/>
              <p:cNvSpPr/>
              <p:nvPr/>
            </p:nvSpPr>
            <p:spPr>
              <a:xfrm>
                <a:off x="3659925" y="3169675"/>
                <a:ext cx="1891550" cy="1192975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47719" extrusionOk="0">
                    <a:moveTo>
                      <a:pt x="0" y="0"/>
                    </a:moveTo>
                    <a:lnTo>
                      <a:pt x="0" y="47719"/>
                    </a:lnTo>
                    <a:lnTo>
                      <a:pt x="75661" y="47719"/>
                    </a:lnTo>
                    <a:lnTo>
                      <a:pt x="75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50"/>
              <p:cNvSpPr/>
              <p:nvPr/>
            </p:nvSpPr>
            <p:spPr>
              <a:xfrm>
                <a:off x="3659925" y="3422775"/>
                <a:ext cx="1891550" cy="939875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50"/>
              <p:cNvSpPr/>
              <p:nvPr/>
            </p:nvSpPr>
            <p:spPr>
              <a:xfrm>
                <a:off x="4641575" y="3369125"/>
                <a:ext cx="289100" cy="289075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4" name="Google Shape;1004;p50"/>
            <p:cNvSpPr/>
            <p:nvPr/>
          </p:nvSpPr>
          <p:spPr>
            <a:xfrm>
              <a:off x="7340204" y="3119697"/>
              <a:ext cx="582060" cy="321705"/>
            </a:xfrm>
            <a:custGeom>
              <a:avLst/>
              <a:gdLst/>
              <a:ahLst/>
              <a:cxnLst/>
              <a:rect l="l" t="t" r="r" b="b"/>
              <a:pathLst>
                <a:path w="50559" h="27944" extrusionOk="0">
                  <a:moveTo>
                    <a:pt x="3719" y="1"/>
                  </a:moveTo>
                  <a:cubicBezTo>
                    <a:pt x="1659" y="1"/>
                    <a:pt x="1" y="1675"/>
                    <a:pt x="1" y="3720"/>
                  </a:cubicBezTo>
                  <a:lnTo>
                    <a:pt x="1" y="24226"/>
                  </a:lnTo>
                  <a:cubicBezTo>
                    <a:pt x="1" y="26286"/>
                    <a:pt x="1659" y="27944"/>
                    <a:pt x="3719" y="27944"/>
                  </a:cubicBezTo>
                  <a:lnTo>
                    <a:pt x="46857" y="27944"/>
                  </a:lnTo>
                  <a:cubicBezTo>
                    <a:pt x="48900" y="27944"/>
                    <a:pt x="50559" y="26286"/>
                    <a:pt x="50559" y="24226"/>
                  </a:cubicBezTo>
                  <a:lnTo>
                    <a:pt x="50559" y="3720"/>
                  </a:lnTo>
                  <a:cubicBezTo>
                    <a:pt x="50559" y="1675"/>
                    <a:pt x="48900" y="1"/>
                    <a:pt x="468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0"/>
            <p:cNvSpPr/>
            <p:nvPr/>
          </p:nvSpPr>
          <p:spPr>
            <a:xfrm>
              <a:off x="7584271" y="3226677"/>
              <a:ext cx="98029" cy="107930"/>
            </a:xfrm>
            <a:custGeom>
              <a:avLst/>
              <a:gdLst/>
              <a:ahLst/>
              <a:cxnLst/>
              <a:rect l="l" t="t" r="r" b="b"/>
              <a:pathLst>
                <a:path w="8515" h="9375" extrusionOk="0">
                  <a:moveTo>
                    <a:pt x="923" y="0"/>
                  </a:moveTo>
                  <a:cubicBezTo>
                    <a:pt x="443" y="0"/>
                    <a:pt x="1" y="382"/>
                    <a:pt x="1" y="931"/>
                  </a:cubicBezTo>
                  <a:lnTo>
                    <a:pt x="1" y="8447"/>
                  </a:lnTo>
                  <a:cubicBezTo>
                    <a:pt x="1" y="8985"/>
                    <a:pt x="447" y="9375"/>
                    <a:pt x="931" y="9375"/>
                  </a:cubicBezTo>
                  <a:cubicBezTo>
                    <a:pt x="1083" y="9375"/>
                    <a:pt x="1238" y="9336"/>
                    <a:pt x="1385" y="9251"/>
                  </a:cubicBezTo>
                  <a:lnTo>
                    <a:pt x="7903" y="5485"/>
                  </a:lnTo>
                  <a:cubicBezTo>
                    <a:pt x="8515" y="5131"/>
                    <a:pt x="8515" y="4230"/>
                    <a:pt x="7903" y="3875"/>
                  </a:cubicBezTo>
                  <a:lnTo>
                    <a:pt x="1385" y="126"/>
                  </a:lnTo>
                  <a:cubicBezTo>
                    <a:pt x="1236" y="40"/>
                    <a:pt x="1078" y="0"/>
                    <a:pt x="9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50"/>
            <p:cNvSpPr/>
            <p:nvPr/>
          </p:nvSpPr>
          <p:spPr>
            <a:xfrm>
              <a:off x="7198075" y="1534161"/>
              <a:ext cx="817756" cy="817767"/>
            </a:xfrm>
            <a:custGeom>
              <a:avLst/>
              <a:gdLst/>
              <a:ahLst/>
              <a:cxnLst/>
              <a:rect l="l" t="t" r="r" b="b"/>
              <a:pathLst>
                <a:path w="71032" h="71033" extrusionOk="0">
                  <a:moveTo>
                    <a:pt x="34140" y="0"/>
                  </a:moveTo>
                  <a:cubicBezTo>
                    <a:pt x="15163" y="740"/>
                    <a:pt x="1" y="16338"/>
                    <a:pt x="1" y="35492"/>
                  </a:cubicBezTo>
                  <a:cubicBezTo>
                    <a:pt x="1" y="55129"/>
                    <a:pt x="15919" y="71032"/>
                    <a:pt x="35541" y="71032"/>
                  </a:cubicBezTo>
                  <a:cubicBezTo>
                    <a:pt x="54695" y="71032"/>
                    <a:pt x="70291" y="55870"/>
                    <a:pt x="71032" y="36892"/>
                  </a:cubicBezTo>
                  <a:lnTo>
                    <a:pt x="55290" y="36892"/>
                  </a:lnTo>
                  <a:cubicBezTo>
                    <a:pt x="54581" y="47193"/>
                    <a:pt x="46018" y="55322"/>
                    <a:pt x="35541" y="55322"/>
                  </a:cubicBezTo>
                  <a:cubicBezTo>
                    <a:pt x="24579" y="55322"/>
                    <a:pt x="15710" y="46453"/>
                    <a:pt x="15710" y="35492"/>
                  </a:cubicBezTo>
                  <a:cubicBezTo>
                    <a:pt x="15710" y="25013"/>
                    <a:pt x="23838" y="16450"/>
                    <a:pt x="34140" y="15742"/>
                  </a:cubicBezTo>
                  <a:lnTo>
                    <a:pt x="341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7" name="Google Shape;1007;p50"/>
            <p:cNvGrpSpPr/>
            <p:nvPr/>
          </p:nvGrpSpPr>
          <p:grpSpPr>
            <a:xfrm rot="5400000">
              <a:off x="7923908" y="2020855"/>
              <a:ext cx="575161" cy="188875"/>
              <a:chOff x="6872640" y="3345236"/>
              <a:chExt cx="575161" cy="188875"/>
            </a:xfrm>
          </p:grpSpPr>
          <p:sp>
            <p:nvSpPr>
              <p:cNvPr id="1008" name="Google Shape;1008;p50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50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0" name="Google Shape;1010;p50"/>
            <p:cNvGrpSpPr/>
            <p:nvPr/>
          </p:nvGrpSpPr>
          <p:grpSpPr>
            <a:xfrm rot="-6299960">
              <a:off x="4640189" y="2322758"/>
              <a:ext cx="575144" cy="188870"/>
              <a:chOff x="6872640" y="3345236"/>
              <a:chExt cx="575161" cy="188875"/>
            </a:xfrm>
          </p:grpSpPr>
          <p:sp>
            <p:nvSpPr>
              <p:cNvPr id="1011" name="Google Shape;1011;p50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50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6"/>
          <p:cNvSpPr txBox="1">
            <a:spLocks noGrp="1"/>
          </p:cNvSpPr>
          <p:nvPr>
            <p:ph type="title"/>
          </p:nvPr>
        </p:nvSpPr>
        <p:spPr>
          <a:xfrm>
            <a:off x="0" y="662499"/>
            <a:ext cx="7563143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Pontos fracos e fortes do tema selecionado</a:t>
            </a:r>
            <a:endParaRPr sz="4000" dirty="0"/>
          </a:p>
        </p:txBody>
      </p:sp>
      <p:sp>
        <p:nvSpPr>
          <p:cNvPr id="1343" name="Google Shape;1343;p56"/>
          <p:cNvSpPr txBox="1">
            <a:spLocks noGrp="1"/>
          </p:cNvSpPr>
          <p:nvPr>
            <p:ph type="subTitle" idx="1"/>
          </p:nvPr>
        </p:nvSpPr>
        <p:spPr>
          <a:xfrm>
            <a:off x="3773784" y="2336539"/>
            <a:ext cx="4389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 dirty="0">
                <a:solidFill>
                  <a:schemeClr val="bg1"/>
                </a:solidFill>
              </a:rPr>
              <a:t>Disponibilidade e abrangência do conteúdo;</a:t>
            </a:r>
            <a:endParaRPr sz="2000" dirty="0">
              <a:solidFill>
                <a:schemeClr val="bg1"/>
              </a:solidFill>
            </a:endParaRPr>
          </a:p>
        </p:txBody>
      </p:sp>
      <p:grpSp>
        <p:nvGrpSpPr>
          <p:cNvPr id="1344" name="Google Shape;1344;p56"/>
          <p:cNvGrpSpPr/>
          <p:nvPr/>
        </p:nvGrpSpPr>
        <p:grpSpPr>
          <a:xfrm>
            <a:off x="539400" y="2040552"/>
            <a:ext cx="2636068" cy="2290100"/>
            <a:chOff x="713188" y="1179125"/>
            <a:chExt cx="3595988" cy="3169927"/>
          </a:xfrm>
        </p:grpSpPr>
        <p:grpSp>
          <p:nvGrpSpPr>
            <p:cNvPr id="1345" name="Google Shape;1345;p56"/>
            <p:cNvGrpSpPr/>
            <p:nvPr/>
          </p:nvGrpSpPr>
          <p:grpSpPr>
            <a:xfrm>
              <a:off x="927869" y="1365135"/>
              <a:ext cx="3228903" cy="2983918"/>
              <a:chOff x="927869" y="1365135"/>
              <a:chExt cx="3228903" cy="2983918"/>
            </a:xfrm>
          </p:grpSpPr>
          <p:sp>
            <p:nvSpPr>
              <p:cNvPr id="1346" name="Google Shape;1346;p56"/>
              <p:cNvSpPr/>
              <p:nvPr/>
            </p:nvSpPr>
            <p:spPr>
              <a:xfrm>
                <a:off x="1202878" y="1365135"/>
                <a:ext cx="2679256" cy="2983918"/>
              </a:xfrm>
              <a:custGeom>
                <a:avLst/>
                <a:gdLst/>
                <a:ahLst/>
                <a:cxnLst/>
                <a:rect l="l" t="t" r="r" b="b"/>
                <a:pathLst>
                  <a:path w="188117" h="209508" extrusionOk="0">
                    <a:moveTo>
                      <a:pt x="10696" y="0"/>
                    </a:moveTo>
                    <a:cubicBezTo>
                      <a:pt x="4792" y="0"/>
                      <a:pt x="0" y="4793"/>
                      <a:pt x="0" y="10719"/>
                    </a:cubicBezTo>
                    <a:lnTo>
                      <a:pt x="0" y="198812"/>
                    </a:lnTo>
                    <a:cubicBezTo>
                      <a:pt x="0" y="204716"/>
                      <a:pt x="4792" y="209507"/>
                      <a:pt x="10696" y="209507"/>
                    </a:cubicBezTo>
                    <a:lnTo>
                      <a:pt x="177421" y="209507"/>
                    </a:lnTo>
                    <a:cubicBezTo>
                      <a:pt x="183324" y="209507"/>
                      <a:pt x="188116" y="204716"/>
                      <a:pt x="188116" y="198812"/>
                    </a:cubicBezTo>
                    <a:lnTo>
                      <a:pt x="188116" y="10719"/>
                    </a:lnTo>
                    <a:cubicBezTo>
                      <a:pt x="188116" y="4793"/>
                      <a:pt x="183324" y="0"/>
                      <a:pt x="1774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56"/>
              <p:cNvSpPr/>
              <p:nvPr/>
            </p:nvSpPr>
            <p:spPr>
              <a:xfrm>
                <a:off x="1974408" y="1565271"/>
                <a:ext cx="1606369" cy="93972"/>
              </a:xfrm>
              <a:custGeom>
                <a:avLst/>
                <a:gdLst/>
                <a:ahLst/>
                <a:cxnLst/>
                <a:rect l="l" t="t" r="r" b="b"/>
                <a:pathLst>
                  <a:path w="112787" h="6598" extrusionOk="0">
                    <a:moveTo>
                      <a:pt x="3287" y="1"/>
                    </a:moveTo>
                    <a:cubicBezTo>
                      <a:pt x="1482" y="1"/>
                      <a:pt x="0" y="1483"/>
                      <a:pt x="0" y="3310"/>
                    </a:cubicBezTo>
                    <a:cubicBezTo>
                      <a:pt x="0" y="5140"/>
                      <a:pt x="1482" y="6598"/>
                      <a:pt x="3287" y="6598"/>
                    </a:cubicBezTo>
                    <a:lnTo>
                      <a:pt x="109475" y="6598"/>
                    </a:lnTo>
                    <a:cubicBezTo>
                      <a:pt x="111305" y="6598"/>
                      <a:pt x="112786" y="5140"/>
                      <a:pt x="112786" y="3310"/>
                    </a:cubicBezTo>
                    <a:cubicBezTo>
                      <a:pt x="112786" y="1483"/>
                      <a:pt x="111305" y="1"/>
                      <a:pt x="1094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6"/>
              <p:cNvSpPr/>
              <p:nvPr/>
            </p:nvSpPr>
            <p:spPr>
              <a:xfrm>
                <a:off x="1974408" y="1767372"/>
                <a:ext cx="1336659" cy="94314"/>
              </a:xfrm>
              <a:custGeom>
                <a:avLst/>
                <a:gdLst/>
                <a:ahLst/>
                <a:cxnLst/>
                <a:rect l="l" t="t" r="r" b="b"/>
                <a:pathLst>
                  <a:path w="93850" h="6622" extrusionOk="0">
                    <a:moveTo>
                      <a:pt x="3287" y="1"/>
                    </a:moveTo>
                    <a:cubicBezTo>
                      <a:pt x="1482" y="1"/>
                      <a:pt x="0" y="1483"/>
                      <a:pt x="0" y="3312"/>
                    </a:cubicBezTo>
                    <a:cubicBezTo>
                      <a:pt x="0" y="5140"/>
                      <a:pt x="1482" y="6622"/>
                      <a:pt x="3287" y="6622"/>
                    </a:cubicBezTo>
                    <a:lnTo>
                      <a:pt x="90539" y="6622"/>
                    </a:lnTo>
                    <a:cubicBezTo>
                      <a:pt x="92368" y="6622"/>
                      <a:pt x="93850" y="5140"/>
                      <a:pt x="93850" y="3312"/>
                    </a:cubicBezTo>
                    <a:cubicBezTo>
                      <a:pt x="93850" y="1483"/>
                      <a:pt x="92368" y="1"/>
                      <a:pt x="905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6"/>
              <p:cNvSpPr/>
              <p:nvPr/>
            </p:nvSpPr>
            <p:spPr>
              <a:xfrm>
                <a:off x="2385546" y="3810629"/>
                <a:ext cx="1195231" cy="93972"/>
              </a:xfrm>
              <a:custGeom>
                <a:avLst/>
                <a:gdLst/>
                <a:ahLst/>
                <a:cxnLst/>
                <a:rect l="l" t="t" r="r" b="b"/>
                <a:pathLst>
                  <a:path w="83920" h="6598" extrusionOk="0">
                    <a:moveTo>
                      <a:pt x="3312" y="0"/>
                    </a:moveTo>
                    <a:cubicBezTo>
                      <a:pt x="1482" y="0"/>
                      <a:pt x="0" y="1482"/>
                      <a:pt x="0" y="3288"/>
                    </a:cubicBezTo>
                    <a:cubicBezTo>
                      <a:pt x="0" y="5116"/>
                      <a:pt x="1482" y="6597"/>
                      <a:pt x="3312" y="6597"/>
                    </a:cubicBezTo>
                    <a:lnTo>
                      <a:pt x="80608" y="6597"/>
                    </a:lnTo>
                    <a:cubicBezTo>
                      <a:pt x="82438" y="6597"/>
                      <a:pt x="83919" y="5116"/>
                      <a:pt x="83919" y="3288"/>
                    </a:cubicBezTo>
                    <a:cubicBezTo>
                      <a:pt x="83919" y="1482"/>
                      <a:pt x="82438" y="0"/>
                      <a:pt x="806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6"/>
              <p:cNvSpPr/>
              <p:nvPr/>
            </p:nvSpPr>
            <p:spPr>
              <a:xfrm>
                <a:off x="2385546" y="4012730"/>
                <a:ext cx="925520" cy="94000"/>
              </a:xfrm>
              <a:custGeom>
                <a:avLst/>
                <a:gdLst/>
                <a:ahLst/>
                <a:cxnLst/>
                <a:rect l="l" t="t" r="r" b="b"/>
                <a:pathLst>
                  <a:path w="64983" h="6600" extrusionOk="0">
                    <a:moveTo>
                      <a:pt x="3312" y="0"/>
                    </a:moveTo>
                    <a:cubicBezTo>
                      <a:pt x="1482" y="0"/>
                      <a:pt x="0" y="1482"/>
                      <a:pt x="0" y="3288"/>
                    </a:cubicBezTo>
                    <a:cubicBezTo>
                      <a:pt x="0" y="5117"/>
                      <a:pt x="1482" y="6599"/>
                      <a:pt x="3312" y="6599"/>
                    </a:cubicBezTo>
                    <a:lnTo>
                      <a:pt x="61672" y="6599"/>
                    </a:lnTo>
                    <a:cubicBezTo>
                      <a:pt x="63501" y="6599"/>
                      <a:pt x="64983" y="5117"/>
                      <a:pt x="64983" y="3288"/>
                    </a:cubicBezTo>
                    <a:cubicBezTo>
                      <a:pt x="64983" y="1482"/>
                      <a:pt x="63501" y="0"/>
                      <a:pt x="616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6"/>
              <p:cNvSpPr/>
              <p:nvPr/>
            </p:nvSpPr>
            <p:spPr>
              <a:xfrm>
                <a:off x="1880109" y="3804348"/>
                <a:ext cx="308621" cy="308635"/>
              </a:xfrm>
              <a:custGeom>
                <a:avLst/>
                <a:gdLst/>
                <a:ahLst/>
                <a:cxnLst/>
                <a:rect l="l" t="t" r="r" b="b"/>
                <a:pathLst>
                  <a:path w="21669" h="21670" extrusionOk="0">
                    <a:moveTo>
                      <a:pt x="10834" y="1"/>
                    </a:moveTo>
                    <a:cubicBezTo>
                      <a:pt x="4862" y="1"/>
                      <a:pt x="0" y="4840"/>
                      <a:pt x="0" y="10835"/>
                    </a:cubicBezTo>
                    <a:cubicBezTo>
                      <a:pt x="0" y="16808"/>
                      <a:pt x="4862" y="21669"/>
                      <a:pt x="10834" y="21669"/>
                    </a:cubicBezTo>
                    <a:cubicBezTo>
                      <a:pt x="16829" y="21669"/>
                      <a:pt x="21669" y="16808"/>
                      <a:pt x="21669" y="10835"/>
                    </a:cubicBezTo>
                    <a:cubicBezTo>
                      <a:pt x="21669" y="4840"/>
                      <a:pt x="16829" y="1"/>
                      <a:pt x="108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6"/>
              <p:cNvSpPr/>
              <p:nvPr/>
            </p:nvSpPr>
            <p:spPr>
              <a:xfrm>
                <a:off x="1961220" y="3884733"/>
                <a:ext cx="153976" cy="140887"/>
              </a:xfrm>
              <a:custGeom>
                <a:avLst/>
                <a:gdLst/>
                <a:ahLst/>
                <a:cxnLst/>
                <a:rect l="l" t="t" r="r" b="b"/>
                <a:pathLst>
                  <a:path w="10811" h="9892" extrusionOk="0">
                    <a:moveTo>
                      <a:pt x="5382" y="0"/>
                    </a:moveTo>
                    <a:cubicBezTo>
                      <a:pt x="4114" y="0"/>
                      <a:pt x="2847" y="480"/>
                      <a:pt x="1874" y="1441"/>
                    </a:cubicBezTo>
                    <a:cubicBezTo>
                      <a:pt x="232" y="3085"/>
                      <a:pt x="0" y="5585"/>
                      <a:pt x="1158" y="7484"/>
                    </a:cubicBezTo>
                    <a:lnTo>
                      <a:pt x="509" y="9891"/>
                    </a:lnTo>
                    <a:lnTo>
                      <a:pt x="2963" y="9243"/>
                    </a:lnTo>
                    <a:cubicBezTo>
                      <a:pt x="3726" y="9671"/>
                      <a:pt x="4572" y="9886"/>
                      <a:pt x="5415" y="9886"/>
                    </a:cubicBezTo>
                    <a:cubicBezTo>
                      <a:pt x="6670" y="9886"/>
                      <a:pt x="7921" y="9411"/>
                      <a:pt x="8890" y="8456"/>
                    </a:cubicBezTo>
                    <a:cubicBezTo>
                      <a:pt x="10810" y="6511"/>
                      <a:pt x="10810" y="3385"/>
                      <a:pt x="8890" y="1441"/>
                    </a:cubicBezTo>
                    <a:cubicBezTo>
                      <a:pt x="7917" y="480"/>
                      <a:pt x="6650" y="0"/>
                      <a:pt x="53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6"/>
              <p:cNvSpPr/>
              <p:nvPr/>
            </p:nvSpPr>
            <p:spPr>
              <a:xfrm>
                <a:off x="2005058" y="3943483"/>
                <a:ext cx="23429" cy="23443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1646" extrusionOk="0">
                    <a:moveTo>
                      <a:pt x="811" y="1"/>
                    </a:moveTo>
                    <a:cubicBezTo>
                      <a:pt x="371" y="1"/>
                      <a:pt x="0" y="371"/>
                      <a:pt x="0" y="834"/>
                    </a:cubicBezTo>
                    <a:cubicBezTo>
                      <a:pt x="0" y="1275"/>
                      <a:pt x="371" y="1646"/>
                      <a:pt x="811" y="1646"/>
                    </a:cubicBezTo>
                    <a:cubicBezTo>
                      <a:pt x="1274" y="1646"/>
                      <a:pt x="1645" y="1275"/>
                      <a:pt x="1645" y="834"/>
                    </a:cubicBezTo>
                    <a:cubicBezTo>
                      <a:pt x="1645" y="371"/>
                      <a:pt x="1274" y="1"/>
                      <a:pt x="811" y="1"/>
                    </a:cubicBezTo>
                    <a:close/>
                  </a:path>
                </a:pathLst>
              </a:custGeom>
              <a:solidFill>
                <a:srgbClr val="DEFF3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6"/>
              <p:cNvSpPr/>
              <p:nvPr/>
            </p:nvSpPr>
            <p:spPr>
              <a:xfrm>
                <a:off x="2047600" y="3943483"/>
                <a:ext cx="23087" cy="23443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646" extrusionOk="0">
                    <a:moveTo>
                      <a:pt x="810" y="1"/>
                    </a:moveTo>
                    <a:cubicBezTo>
                      <a:pt x="371" y="1"/>
                      <a:pt x="0" y="371"/>
                      <a:pt x="0" y="834"/>
                    </a:cubicBezTo>
                    <a:cubicBezTo>
                      <a:pt x="0" y="1275"/>
                      <a:pt x="371" y="1646"/>
                      <a:pt x="810" y="1646"/>
                    </a:cubicBezTo>
                    <a:cubicBezTo>
                      <a:pt x="1251" y="1646"/>
                      <a:pt x="1621" y="1275"/>
                      <a:pt x="1621" y="834"/>
                    </a:cubicBezTo>
                    <a:cubicBezTo>
                      <a:pt x="1621" y="371"/>
                      <a:pt x="1251" y="1"/>
                      <a:pt x="810" y="1"/>
                    </a:cubicBezTo>
                    <a:close/>
                  </a:path>
                </a:pathLst>
              </a:custGeom>
              <a:solidFill>
                <a:srgbClr val="DEFF3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6"/>
              <p:cNvSpPr/>
              <p:nvPr/>
            </p:nvSpPr>
            <p:spPr>
              <a:xfrm>
                <a:off x="1403996" y="2065125"/>
                <a:ext cx="2277020" cy="1521626"/>
              </a:xfrm>
              <a:custGeom>
                <a:avLst/>
                <a:gdLst/>
                <a:ahLst/>
                <a:cxnLst/>
                <a:rect l="l" t="t" r="r" b="b"/>
                <a:pathLst>
                  <a:path w="159875" h="106837" extrusionOk="0">
                    <a:moveTo>
                      <a:pt x="5649" y="0"/>
                    </a:moveTo>
                    <a:cubicBezTo>
                      <a:pt x="2523" y="0"/>
                      <a:pt x="1" y="2523"/>
                      <a:pt x="1" y="5649"/>
                    </a:cubicBezTo>
                    <a:lnTo>
                      <a:pt x="1" y="101188"/>
                    </a:lnTo>
                    <a:cubicBezTo>
                      <a:pt x="1" y="104314"/>
                      <a:pt x="2523" y="106837"/>
                      <a:pt x="5649" y="106837"/>
                    </a:cubicBezTo>
                    <a:lnTo>
                      <a:pt x="154248" y="106837"/>
                    </a:lnTo>
                    <a:cubicBezTo>
                      <a:pt x="157350" y="106837"/>
                      <a:pt x="159874" y="104314"/>
                      <a:pt x="159874" y="101188"/>
                    </a:cubicBezTo>
                    <a:lnTo>
                      <a:pt x="159874" y="5649"/>
                    </a:lnTo>
                    <a:cubicBezTo>
                      <a:pt x="159874" y="2523"/>
                      <a:pt x="157350" y="0"/>
                      <a:pt x="1542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6"/>
              <p:cNvSpPr/>
              <p:nvPr/>
            </p:nvSpPr>
            <p:spPr>
              <a:xfrm>
                <a:off x="1403996" y="1559004"/>
                <a:ext cx="308635" cy="308621"/>
              </a:xfrm>
              <a:custGeom>
                <a:avLst/>
                <a:gdLst/>
                <a:ahLst/>
                <a:cxnLst/>
                <a:rect l="l" t="t" r="r" b="b"/>
                <a:pathLst>
                  <a:path w="21670" h="21669" extrusionOk="0">
                    <a:moveTo>
                      <a:pt x="10835" y="0"/>
                    </a:moveTo>
                    <a:cubicBezTo>
                      <a:pt x="4838" y="0"/>
                      <a:pt x="1" y="4862"/>
                      <a:pt x="1" y="10834"/>
                    </a:cubicBezTo>
                    <a:cubicBezTo>
                      <a:pt x="1" y="16831"/>
                      <a:pt x="4838" y="21669"/>
                      <a:pt x="10835" y="21669"/>
                    </a:cubicBezTo>
                    <a:cubicBezTo>
                      <a:pt x="16808" y="21669"/>
                      <a:pt x="21669" y="16831"/>
                      <a:pt x="21669" y="10834"/>
                    </a:cubicBezTo>
                    <a:cubicBezTo>
                      <a:pt x="21669" y="4862"/>
                      <a:pt x="16808" y="0"/>
                      <a:pt x="10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56"/>
              <p:cNvSpPr/>
              <p:nvPr/>
            </p:nvSpPr>
            <p:spPr>
              <a:xfrm>
                <a:off x="1403996" y="3804348"/>
                <a:ext cx="308635" cy="308635"/>
              </a:xfrm>
              <a:custGeom>
                <a:avLst/>
                <a:gdLst/>
                <a:ahLst/>
                <a:cxnLst/>
                <a:rect l="l" t="t" r="r" b="b"/>
                <a:pathLst>
                  <a:path w="21670" h="21670" extrusionOk="0">
                    <a:moveTo>
                      <a:pt x="10835" y="1"/>
                    </a:moveTo>
                    <a:cubicBezTo>
                      <a:pt x="4838" y="1"/>
                      <a:pt x="1" y="4840"/>
                      <a:pt x="1" y="10835"/>
                    </a:cubicBezTo>
                    <a:cubicBezTo>
                      <a:pt x="1" y="16808"/>
                      <a:pt x="4838" y="21669"/>
                      <a:pt x="10835" y="21669"/>
                    </a:cubicBezTo>
                    <a:cubicBezTo>
                      <a:pt x="16808" y="21669"/>
                      <a:pt x="21669" y="16808"/>
                      <a:pt x="21669" y="10835"/>
                    </a:cubicBezTo>
                    <a:cubicBezTo>
                      <a:pt x="21669" y="4840"/>
                      <a:pt x="16808" y="1"/>
                      <a:pt x="108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6"/>
              <p:cNvSpPr/>
              <p:nvPr/>
            </p:nvSpPr>
            <p:spPr>
              <a:xfrm>
                <a:off x="1490391" y="3896355"/>
                <a:ext cx="135845" cy="124650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8752" extrusionOk="0">
                    <a:moveTo>
                      <a:pt x="2615" y="0"/>
                    </a:moveTo>
                    <a:cubicBezTo>
                      <a:pt x="1158" y="0"/>
                      <a:pt x="0" y="1158"/>
                      <a:pt x="0" y="2615"/>
                    </a:cubicBezTo>
                    <a:cubicBezTo>
                      <a:pt x="0" y="4421"/>
                      <a:pt x="1621" y="5880"/>
                      <a:pt x="4074" y="8125"/>
                    </a:cubicBezTo>
                    <a:lnTo>
                      <a:pt x="4769" y="8751"/>
                    </a:lnTo>
                    <a:lnTo>
                      <a:pt x="5463" y="8125"/>
                    </a:lnTo>
                    <a:cubicBezTo>
                      <a:pt x="7917" y="5880"/>
                      <a:pt x="9538" y="4421"/>
                      <a:pt x="9538" y="2615"/>
                    </a:cubicBezTo>
                    <a:cubicBezTo>
                      <a:pt x="9538" y="1158"/>
                      <a:pt x="8380" y="0"/>
                      <a:pt x="6899" y="0"/>
                    </a:cubicBezTo>
                    <a:cubicBezTo>
                      <a:pt x="6088" y="0"/>
                      <a:pt x="5278" y="393"/>
                      <a:pt x="4769" y="995"/>
                    </a:cubicBezTo>
                    <a:cubicBezTo>
                      <a:pt x="4236" y="393"/>
                      <a:pt x="3449" y="0"/>
                      <a:pt x="26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6"/>
              <p:cNvSpPr/>
              <p:nvPr/>
            </p:nvSpPr>
            <p:spPr>
              <a:xfrm>
                <a:off x="1690512" y="2297905"/>
                <a:ext cx="38255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86" y="73547"/>
                      <a:pt x="2686" y="72806"/>
                    </a:cubicBezTo>
                    <a:lnTo>
                      <a:pt x="2686" y="1343"/>
                    </a:lnTo>
                    <a:cubicBezTo>
                      <a:pt x="2686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6"/>
              <p:cNvSpPr/>
              <p:nvPr/>
            </p:nvSpPr>
            <p:spPr>
              <a:xfrm>
                <a:off x="2023858" y="2297905"/>
                <a:ext cx="37914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74149" extrusionOk="0">
                    <a:moveTo>
                      <a:pt x="1319" y="0"/>
                    </a:moveTo>
                    <a:cubicBezTo>
                      <a:pt x="603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603" y="74149"/>
                      <a:pt x="1319" y="74149"/>
                    </a:cubicBezTo>
                    <a:cubicBezTo>
                      <a:pt x="2060" y="74149"/>
                      <a:pt x="2662" y="73547"/>
                      <a:pt x="2662" y="72806"/>
                    </a:cubicBezTo>
                    <a:lnTo>
                      <a:pt x="2662" y="1343"/>
                    </a:lnTo>
                    <a:cubicBezTo>
                      <a:pt x="2662" y="602"/>
                      <a:pt x="2060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6"/>
              <p:cNvSpPr/>
              <p:nvPr/>
            </p:nvSpPr>
            <p:spPr>
              <a:xfrm>
                <a:off x="2356876" y="2297905"/>
                <a:ext cx="38255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85" y="73547"/>
                      <a:pt x="2685" y="72806"/>
                    </a:cubicBezTo>
                    <a:lnTo>
                      <a:pt x="2685" y="1343"/>
                    </a:lnTo>
                    <a:cubicBezTo>
                      <a:pt x="2685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6"/>
              <p:cNvSpPr/>
              <p:nvPr/>
            </p:nvSpPr>
            <p:spPr>
              <a:xfrm>
                <a:off x="2690194" y="2297905"/>
                <a:ext cx="37942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74149" extrusionOk="0">
                    <a:moveTo>
                      <a:pt x="1321" y="0"/>
                    </a:moveTo>
                    <a:cubicBezTo>
                      <a:pt x="603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603" y="74149"/>
                      <a:pt x="1321" y="74149"/>
                    </a:cubicBezTo>
                    <a:cubicBezTo>
                      <a:pt x="2062" y="74149"/>
                      <a:pt x="2664" y="73547"/>
                      <a:pt x="2664" y="72806"/>
                    </a:cubicBezTo>
                    <a:lnTo>
                      <a:pt x="2664" y="1343"/>
                    </a:lnTo>
                    <a:cubicBezTo>
                      <a:pt x="2664" y="602"/>
                      <a:pt x="2062" y="0"/>
                      <a:pt x="13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6"/>
              <p:cNvSpPr/>
              <p:nvPr/>
            </p:nvSpPr>
            <p:spPr>
              <a:xfrm>
                <a:off x="3023212" y="2297905"/>
                <a:ext cx="37942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63" y="73547"/>
                      <a:pt x="2663" y="72806"/>
                    </a:cubicBezTo>
                    <a:lnTo>
                      <a:pt x="2663" y="1343"/>
                    </a:lnTo>
                    <a:cubicBezTo>
                      <a:pt x="2663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6"/>
              <p:cNvSpPr/>
              <p:nvPr/>
            </p:nvSpPr>
            <p:spPr>
              <a:xfrm>
                <a:off x="3356557" y="2297905"/>
                <a:ext cx="37914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74149" extrusionOk="0">
                    <a:moveTo>
                      <a:pt x="1319" y="0"/>
                    </a:moveTo>
                    <a:cubicBezTo>
                      <a:pt x="578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578" y="74149"/>
                      <a:pt x="1319" y="74149"/>
                    </a:cubicBezTo>
                    <a:cubicBezTo>
                      <a:pt x="2060" y="74149"/>
                      <a:pt x="2662" y="73547"/>
                      <a:pt x="2662" y="72806"/>
                    </a:cubicBezTo>
                    <a:lnTo>
                      <a:pt x="2662" y="1343"/>
                    </a:lnTo>
                    <a:cubicBezTo>
                      <a:pt x="2662" y="602"/>
                      <a:pt x="2060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6"/>
              <p:cNvSpPr/>
              <p:nvPr/>
            </p:nvSpPr>
            <p:spPr>
              <a:xfrm>
                <a:off x="927869" y="2173083"/>
                <a:ext cx="3228903" cy="673214"/>
              </a:xfrm>
              <a:custGeom>
                <a:avLst/>
                <a:gdLst/>
                <a:ahLst/>
                <a:cxnLst/>
                <a:rect l="l" t="t" r="r" b="b"/>
                <a:pathLst>
                  <a:path w="226709" h="47268" extrusionOk="0">
                    <a:moveTo>
                      <a:pt x="213069" y="1"/>
                    </a:moveTo>
                    <a:cubicBezTo>
                      <a:pt x="210959" y="1"/>
                      <a:pt x="208862" y="194"/>
                      <a:pt x="206777" y="499"/>
                    </a:cubicBezTo>
                    <a:cubicBezTo>
                      <a:pt x="201499" y="1264"/>
                      <a:pt x="196452" y="3347"/>
                      <a:pt x="191845" y="6008"/>
                    </a:cubicBezTo>
                    <a:cubicBezTo>
                      <a:pt x="186983" y="8811"/>
                      <a:pt x="182585" y="12398"/>
                      <a:pt x="178418" y="16126"/>
                    </a:cubicBezTo>
                    <a:cubicBezTo>
                      <a:pt x="174229" y="19876"/>
                      <a:pt x="170037" y="24136"/>
                      <a:pt x="165732" y="27423"/>
                    </a:cubicBezTo>
                    <a:cubicBezTo>
                      <a:pt x="156959" y="34044"/>
                      <a:pt x="147514" y="38511"/>
                      <a:pt x="136748" y="40480"/>
                    </a:cubicBezTo>
                    <a:cubicBezTo>
                      <a:pt x="133159" y="41135"/>
                      <a:pt x="129220" y="41443"/>
                      <a:pt x="125270" y="41443"/>
                    </a:cubicBezTo>
                    <a:cubicBezTo>
                      <a:pt x="123642" y="41443"/>
                      <a:pt x="122012" y="41391"/>
                      <a:pt x="120404" y="41289"/>
                    </a:cubicBezTo>
                    <a:cubicBezTo>
                      <a:pt x="114455" y="40943"/>
                      <a:pt x="108875" y="39739"/>
                      <a:pt x="103112" y="37887"/>
                    </a:cubicBezTo>
                    <a:cubicBezTo>
                      <a:pt x="91374" y="34137"/>
                      <a:pt x="80216" y="28673"/>
                      <a:pt x="67854" y="27238"/>
                    </a:cubicBezTo>
                    <a:cubicBezTo>
                      <a:pt x="66373" y="27068"/>
                      <a:pt x="64899" y="26992"/>
                      <a:pt x="63432" y="26992"/>
                    </a:cubicBezTo>
                    <a:cubicBezTo>
                      <a:pt x="53691" y="26992"/>
                      <a:pt x="44243" y="30366"/>
                      <a:pt x="34727" y="32238"/>
                    </a:cubicBezTo>
                    <a:cubicBezTo>
                      <a:pt x="30805" y="33016"/>
                      <a:pt x="26949" y="33563"/>
                      <a:pt x="22914" y="33563"/>
                    </a:cubicBezTo>
                    <a:cubicBezTo>
                      <a:pt x="21663" y="33563"/>
                      <a:pt x="20394" y="33511"/>
                      <a:pt x="19100" y="33396"/>
                    </a:cubicBezTo>
                    <a:cubicBezTo>
                      <a:pt x="17874" y="33303"/>
                      <a:pt x="17156" y="33164"/>
                      <a:pt x="15767" y="32862"/>
                    </a:cubicBezTo>
                    <a:cubicBezTo>
                      <a:pt x="14494" y="32609"/>
                      <a:pt x="13244" y="32238"/>
                      <a:pt x="12040" y="31798"/>
                    </a:cubicBezTo>
                    <a:cubicBezTo>
                      <a:pt x="9957" y="31057"/>
                      <a:pt x="7294" y="29575"/>
                      <a:pt x="5395" y="28094"/>
                    </a:cubicBezTo>
                    <a:cubicBezTo>
                      <a:pt x="4738" y="27571"/>
                      <a:pt x="3965" y="27259"/>
                      <a:pt x="3202" y="27259"/>
                    </a:cubicBezTo>
                    <a:cubicBezTo>
                      <a:pt x="2514" y="27259"/>
                      <a:pt x="1834" y="27512"/>
                      <a:pt x="1252" y="28094"/>
                    </a:cubicBezTo>
                    <a:cubicBezTo>
                      <a:pt x="232" y="29112"/>
                      <a:pt x="1" y="31242"/>
                      <a:pt x="1252" y="32238"/>
                    </a:cubicBezTo>
                    <a:cubicBezTo>
                      <a:pt x="6044" y="36011"/>
                      <a:pt x="11461" y="38280"/>
                      <a:pt x="17504" y="39091"/>
                    </a:cubicBezTo>
                    <a:cubicBezTo>
                      <a:pt x="19251" y="39322"/>
                      <a:pt x="21005" y="39422"/>
                      <a:pt x="22759" y="39422"/>
                    </a:cubicBezTo>
                    <a:cubicBezTo>
                      <a:pt x="26630" y="39422"/>
                      <a:pt x="30503" y="38933"/>
                      <a:pt x="34311" y="38280"/>
                    </a:cubicBezTo>
                    <a:cubicBezTo>
                      <a:pt x="39750" y="37307"/>
                      <a:pt x="45098" y="35872"/>
                      <a:pt x="50491" y="34622"/>
                    </a:cubicBezTo>
                    <a:cubicBezTo>
                      <a:pt x="54990" y="33588"/>
                      <a:pt x="58936" y="32858"/>
                      <a:pt x="63315" y="32858"/>
                    </a:cubicBezTo>
                    <a:cubicBezTo>
                      <a:pt x="64322" y="32858"/>
                      <a:pt x="65353" y="32897"/>
                      <a:pt x="66419" y="32979"/>
                    </a:cubicBezTo>
                    <a:cubicBezTo>
                      <a:pt x="78179" y="33881"/>
                      <a:pt x="89592" y="39600"/>
                      <a:pt x="100843" y="43326"/>
                    </a:cubicBezTo>
                    <a:cubicBezTo>
                      <a:pt x="108799" y="45931"/>
                      <a:pt x="116986" y="47267"/>
                      <a:pt x="125237" y="47267"/>
                    </a:cubicBezTo>
                    <a:cubicBezTo>
                      <a:pt x="128942" y="47267"/>
                      <a:pt x="132661" y="46998"/>
                      <a:pt x="136378" y="46452"/>
                    </a:cubicBezTo>
                    <a:cubicBezTo>
                      <a:pt x="147236" y="44832"/>
                      <a:pt x="157537" y="40363"/>
                      <a:pt x="166496" y="34066"/>
                    </a:cubicBezTo>
                    <a:cubicBezTo>
                      <a:pt x="175849" y="27516"/>
                      <a:pt x="183279" y="18463"/>
                      <a:pt x="192656" y="12398"/>
                    </a:cubicBezTo>
                    <a:cubicBezTo>
                      <a:pt x="197123" y="9481"/>
                      <a:pt x="201290" y="7583"/>
                      <a:pt x="206475" y="6496"/>
                    </a:cubicBezTo>
                    <a:cubicBezTo>
                      <a:pt x="208585" y="6054"/>
                      <a:pt x="210623" y="5856"/>
                      <a:pt x="212939" y="5856"/>
                    </a:cubicBezTo>
                    <a:cubicBezTo>
                      <a:pt x="213293" y="5856"/>
                      <a:pt x="213654" y="5860"/>
                      <a:pt x="214022" y="5870"/>
                    </a:cubicBezTo>
                    <a:cubicBezTo>
                      <a:pt x="215204" y="5916"/>
                      <a:pt x="216800" y="6033"/>
                      <a:pt x="217726" y="6171"/>
                    </a:cubicBezTo>
                    <a:cubicBezTo>
                      <a:pt x="218445" y="6264"/>
                      <a:pt x="219162" y="6379"/>
                      <a:pt x="219856" y="6518"/>
                    </a:cubicBezTo>
                    <a:cubicBezTo>
                      <a:pt x="220551" y="6657"/>
                      <a:pt x="221569" y="6518"/>
                      <a:pt x="221940" y="6703"/>
                    </a:cubicBezTo>
                    <a:cubicBezTo>
                      <a:pt x="222455" y="6921"/>
                      <a:pt x="222993" y="7040"/>
                      <a:pt x="223512" y="7040"/>
                    </a:cubicBezTo>
                    <a:cubicBezTo>
                      <a:pt x="224486" y="7040"/>
                      <a:pt x="225394" y="6620"/>
                      <a:pt x="225968" y="5638"/>
                    </a:cubicBezTo>
                    <a:cubicBezTo>
                      <a:pt x="226708" y="4388"/>
                      <a:pt x="226362" y="2282"/>
                      <a:pt x="224903" y="1634"/>
                    </a:cubicBezTo>
                    <a:cubicBezTo>
                      <a:pt x="223930" y="1193"/>
                      <a:pt x="223097" y="915"/>
                      <a:pt x="222032" y="823"/>
                    </a:cubicBezTo>
                    <a:cubicBezTo>
                      <a:pt x="221291" y="754"/>
                      <a:pt x="221014" y="801"/>
                      <a:pt x="220343" y="684"/>
                    </a:cubicBezTo>
                    <a:cubicBezTo>
                      <a:pt x="218699" y="384"/>
                      <a:pt x="217032" y="199"/>
                      <a:pt x="215389" y="82"/>
                    </a:cubicBezTo>
                    <a:cubicBezTo>
                      <a:pt x="214614" y="27"/>
                      <a:pt x="213841" y="1"/>
                      <a:pt x="2130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56"/>
            <p:cNvGrpSpPr/>
            <p:nvPr/>
          </p:nvGrpSpPr>
          <p:grpSpPr>
            <a:xfrm rot="-5400000">
              <a:off x="3475535" y="2673870"/>
              <a:ext cx="825591" cy="825591"/>
              <a:chOff x="5289166" y="402821"/>
              <a:chExt cx="801000" cy="801000"/>
            </a:xfrm>
          </p:grpSpPr>
          <p:sp>
            <p:nvSpPr>
              <p:cNvPr id="1367" name="Google Shape;1367;p56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6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9" name="Google Shape;1369;p56"/>
            <p:cNvGrpSpPr/>
            <p:nvPr/>
          </p:nvGrpSpPr>
          <p:grpSpPr>
            <a:xfrm rot="5400000">
              <a:off x="3817373" y="1296095"/>
              <a:ext cx="608773" cy="374833"/>
              <a:chOff x="6686629" y="3192836"/>
              <a:chExt cx="608773" cy="374833"/>
            </a:xfrm>
          </p:grpSpPr>
          <p:sp>
            <p:nvSpPr>
              <p:cNvPr id="1370" name="Google Shape;1370;p56"/>
              <p:cNvSpPr/>
              <p:nvPr/>
            </p:nvSpPr>
            <p:spPr>
              <a:xfrm>
                <a:off x="7174802" y="31928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6"/>
              <p:cNvSpPr/>
              <p:nvPr/>
            </p:nvSpPr>
            <p:spPr>
              <a:xfrm>
                <a:off x="6686629" y="3455169"/>
                <a:ext cx="112500" cy="112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2" name="Google Shape;1372;p56"/>
            <p:cNvGrpSpPr/>
            <p:nvPr/>
          </p:nvGrpSpPr>
          <p:grpSpPr>
            <a:xfrm rot="5400000">
              <a:off x="520045" y="3286905"/>
              <a:ext cx="575161" cy="188875"/>
              <a:chOff x="6872640" y="3345236"/>
              <a:chExt cx="575161" cy="188875"/>
            </a:xfrm>
          </p:grpSpPr>
          <p:sp>
            <p:nvSpPr>
              <p:cNvPr id="1373" name="Google Shape;1373;p56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56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56"/>
          <p:cNvGrpSpPr/>
          <p:nvPr/>
        </p:nvGrpSpPr>
        <p:grpSpPr>
          <a:xfrm>
            <a:off x="7779011" y="861939"/>
            <a:ext cx="825589" cy="93999"/>
            <a:chOff x="5718423" y="809024"/>
            <a:chExt cx="830071" cy="94500"/>
          </a:xfrm>
        </p:grpSpPr>
        <p:sp>
          <p:nvSpPr>
            <p:cNvPr id="1376" name="Google Shape;1376;p5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5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5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1E5349-C089-44EA-A62D-41CCDFF39ABB}"/>
              </a:ext>
            </a:extLst>
          </p:cNvPr>
          <p:cNvSpPr txBox="1"/>
          <p:nvPr/>
        </p:nvSpPr>
        <p:spPr>
          <a:xfrm>
            <a:off x="3898792" y="3211651"/>
            <a:ext cx="350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Darker Grotesque" panose="020B0604020202020204" charset="0"/>
              </a:rPr>
              <a:t>Atualização constante dos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72"/>
          <p:cNvSpPr txBox="1">
            <a:spLocks noGrp="1"/>
          </p:cNvSpPr>
          <p:nvPr>
            <p:ph type="title"/>
          </p:nvPr>
        </p:nvSpPr>
        <p:spPr>
          <a:xfrm>
            <a:off x="551385" y="597508"/>
            <a:ext cx="80412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Qual frase melhor descreve o conteúdo?</a:t>
            </a:r>
            <a:endParaRPr sz="4000" dirty="0"/>
          </a:p>
        </p:txBody>
      </p:sp>
      <p:sp>
        <p:nvSpPr>
          <p:cNvPr id="2167" name="Google Shape;2167;p72"/>
          <p:cNvSpPr txBox="1">
            <a:spLocks noGrp="1"/>
          </p:cNvSpPr>
          <p:nvPr>
            <p:ph type="subTitle" idx="1"/>
          </p:nvPr>
        </p:nvSpPr>
        <p:spPr>
          <a:xfrm>
            <a:off x="620690" y="2630388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Apresentar os melhores meios de produção das matrizes energéticas, e as melhores e mais seguras estratégias de distribuição de energia</a:t>
            </a:r>
            <a:endParaRPr sz="24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0A25412-E6DD-4E52-A524-BB132743EF98}"/>
              </a:ext>
            </a:extLst>
          </p:cNvPr>
          <p:cNvGrpSpPr/>
          <p:nvPr/>
        </p:nvGrpSpPr>
        <p:grpSpPr>
          <a:xfrm>
            <a:off x="4391246" y="1734819"/>
            <a:ext cx="3852000" cy="2760509"/>
            <a:chOff x="4042024" y="954475"/>
            <a:chExt cx="4392621" cy="3179100"/>
          </a:xfrm>
        </p:grpSpPr>
        <p:sp>
          <p:nvSpPr>
            <p:cNvPr id="2164" name="Google Shape;2164;p72"/>
            <p:cNvSpPr/>
            <p:nvPr/>
          </p:nvSpPr>
          <p:spPr>
            <a:xfrm flipH="1">
              <a:off x="4964013" y="2382817"/>
              <a:ext cx="542156" cy="171698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72"/>
            <p:cNvSpPr/>
            <p:nvPr/>
          </p:nvSpPr>
          <p:spPr>
            <a:xfrm rot="945579">
              <a:off x="7263457" y="1251429"/>
              <a:ext cx="682129" cy="1292326"/>
            </a:xfrm>
            <a:custGeom>
              <a:avLst/>
              <a:gdLst/>
              <a:ahLst/>
              <a:cxnLst/>
              <a:rect l="l" t="t" r="r" b="b"/>
              <a:pathLst>
                <a:path w="38055" h="72097" extrusionOk="0">
                  <a:moveTo>
                    <a:pt x="19018" y="1"/>
                  </a:moveTo>
                  <a:cubicBezTo>
                    <a:pt x="9466" y="1"/>
                    <a:pt x="11499" y="10605"/>
                    <a:pt x="12568" y="20176"/>
                  </a:cubicBezTo>
                  <a:cubicBezTo>
                    <a:pt x="13620" y="29765"/>
                    <a:pt x="10833" y="34550"/>
                    <a:pt x="7765" y="42508"/>
                  </a:cubicBezTo>
                  <a:cubicBezTo>
                    <a:pt x="4715" y="50466"/>
                    <a:pt x="0" y="72097"/>
                    <a:pt x="19018" y="72097"/>
                  </a:cubicBezTo>
                  <a:cubicBezTo>
                    <a:pt x="38055" y="72097"/>
                    <a:pt x="33340" y="50466"/>
                    <a:pt x="30290" y="42508"/>
                  </a:cubicBezTo>
                  <a:cubicBezTo>
                    <a:pt x="27222" y="34550"/>
                    <a:pt x="24436" y="29765"/>
                    <a:pt x="25487" y="20176"/>
                  </a:cubicBezTo>
                  <a:cubicBezTo>
                    <a:pt x="26556" y="10605"/>
                    <a:pt x="28589" y="1"/>
                    <a:pt x="190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68" name="Google Shape;2168;p72"/>
            <p:cNvGrpSpPr/>
            <p:nvPr/>
          </p:nvGrpSpPr>
          <p:grpSpPr>
            <a:xfrm>
              <a:off x="5281375" y="954475"/>
              <a:ext cx="2306400" cy="3179100"/>
              <a:chOff x="5281375" y="954475"/>
              <a:chExt cx="2306400" cy="3179100"/>
            </a:xfrm>
          </p:grpSpPr>
          <p:sp>
            <p:nvSpPr>
              <p:cNvPr id="2169" name="Google Shape;2169;p72"/>
              <p:cNvSpPr/>
              <p:nvPr/>
            </p:nvSpPr>
            <p:spPr>
              <a:xfrm>
                <a:off x="5281375" y="954475"/>
                <a:ext cx="2306400" cy="3179100"/>
              </a:xfrm>
              <a:prstGeom prst="roundRect">
                <a:avLst>
                  <a:gd name="adj" fmla="val 597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72"/>
              <p:cNvSpPr/>
              <p:nvPr/>
            </p:nvSpPr>
            <p:spPr>
              <a:xfrm>
                <a:off x="5319402" y="1027779"/>
                <a:ext cx="2220744" cy="327716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72"/>
              <p:cNvSpPr/>
              <p:nvPr/>
            </p:nvSpPr>
            <p:spPr>
              <a:xfrm>
                <a:off x="5319405" y="1247600"/>
                <a:ext cx="2220744" cy="2744954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2" name="Google Shape;2172;p72"/>
            <p:cNvGrpSpPr/>
            <p:nvPr/>
          </p:nvGrpSpPr>
          <p:grpSpPr>
            <a:xfrm>
              <a:off x="4042024" y="1285522"/>
              <a:ext cx="1074309" cy="356822"/>
              <a:chOff x="1725115" y="1291147"/>
              <a:chExt cx="519090" cy="172403"/>
            </a:xfrm>
          </p:grpSpPr>
          <p:sp>
            <p:nvSpPr>
              <p:cNvPr id="2173" name="Google Shape;2173;p72"/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72"/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72"/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6" name="Google Shape;2176;p72"/>
            <p:cNvGrpSpPr/>
            <p:nvPr/>
          </p:nvGrpSpPr>
          <p:grpSpPr>
            <a:xfrm rot="-1933770">
              <a:off x="7602384" y="3145327"/>
              <a:ext cx="620120" cy="233909"/>
              <a:chOff x="6872640" y="3300197"/>
              <a:chExt cx="620134" cy="233914"/>
            </a:xfrm>
          </p:grpSpPr>
          <p:sp>
            <p:nvSpPr>
              <p:cNvPr id="2177" name="Google Shape;2177;p72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72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9" name="Google Shape;2179;p72"/>
            <p:cNvGrpSpPr/>
            <p:nvPr/>
          </p:nvGrpSpPr>
          <p:grpSpPr>
            <a:xfrm>
              <a:off x="7785315" y="3617336"/>
              <a:ext cx="649330" cy="215676"/>
              <a:chOff x="1725115" y="1291147"/>
              <a:chExt cx="519090" cy="172403"/>
            </a:xfrm>
          </p:grpSpPr>
          <p:sp>
            <p:nvSpPr>
              <p:cNvPr id="2180" name="Google Shape;2180;p72"/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72"/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72"/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83" name="Google Shape;2183;p72"/>
            <p:cNvPicPr preferRelativeResize="0"/>
            <p:nvPr/>
          </p:nvPicPr>
          <p:blipFill rotWithShape="1">
            <a:blip r:embed="rId3">
              <a:alphaModFix/>
            </a:blip>
            <a:srcRect l="30944" t="4890" r="30135" b="9162"/>
            <a:stretch/>
          </p:blipFill>
          <p:spPr>
            <a:xfrm>
              <a:off x="5376825" y="1285525"/>
              <a:ext cx="2129213" cy="2644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73"/>
          <p:cNvSpPr txBox="1">
            <a:spLocks noGrp="1"/>
          </p:cNvSpPr>
          <p:nvPr>
            <p:ph type="title"/>
          </p:nvPr>
        </p:nvSpPr>
        <p:spPr>
          <a:xfrm>
            <a:off x="842046" y="588938"/>
            <a:ext cx="7459908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É necessário obter dados dos visitantes?</a:t>
            </a:r>
            <a:endParaRPr dirty="0"/>
          </a:p>
        </p:txBody>
      </p:sp>
      <p:sp>
        <p:nvSpPr>
          <p:cNvPr id="2194" name="Google Shape;2194;p73"/>
          <p:cNvSpPr txBox="1">
            <a:spLocks noGrp="1"/>
          </p:cNvSpPr>
          <p:nvPr>
            <p:ph type="subTitle" idx="1"/>
          </p:nvPr>
        </p:nvSpPr>
        <p:spPr>
          <a:xfrm>
            <a:off x="5171247" y="2334714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Feedbacks e sugestões</a:t>
            </a:r>
            <a:endParaRPr sz="24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F303234-C140-4CCA-A6E8-C1411B88578B}"/>
              </a:ext>
            </a:extLst>
          </p:cNvPr>
          <p:cNvGrpSpPr/>
          <p:nvPr/>
        </p:nvGrpSpPr>
        <p:grpSpPr>
          <a:xfrm>
            <a:off x="1158950" y="1275907"/>
            <a:ext cx="3817088" cy="3277143"/>
            <a:chOff x="1256563" y="891167"/>
            <a:chExt cx="3541998" cy="3260414"/>
          </a:xfrm>
        </p:grpSpPr>
        <p:sp>
          <p:nvSpPr>
            <p:cNvPr id="2188" name="Google Shape;2188;p73"/>
            <p:cNvSpPr/>
            <p:nvPr/>
          </p:nvSpPr>
          <p:spPr>
            <a:xfrm rot="945579">
              <a:off x="4116432" y="1835799"/>
              <a:ext cx="682129" cy="1292326"/>
            </a:xfrm>
            <a:custGeom>
              <a:avLst/>
              <a:gdLst/>
              <a:ahLst/>
              <a:cxnLst/>
              <a:rect l="l" t="t" r="r" b="b"/>
              <a:pathLst>
                <a:path w="38055" h="72097" extrusionOk="0">
                  <a:moveTo>
                    <a:pt x="19018" y="1"/>
                  </a:moveTo>
                  <a:cubicBezTo>
                    <a:pt x="9466" y="1"/>
                    <a:pt x="11499" y="10605"/>
                    <a:pt x="12568" y="20176"/>
                  </a:cubicBezTo>
                  <a:cubicBezTo>
                    <a:pt x="13620" y="29765"/>
                    <a:pt x="10833" y="34550"/>
                    <a:pt x="7765" y="42508"/>
                  </a:cubicBezTo>
                  <a:cubicBezTo>
                    <a:pt x="4715" y="50466"/>
                    <a:pt x="0" y="72097"/>
                    <a:pt x="19018" y="72097"/>
                  </a:cubicBezTo>
                  <a:cubicBezTo>
                    <a:pt x="38055" y="72097"/>
                    <a:pt x="33340" y="50466"/>
                    <a:pt x="30290" y="42508"/>
                  </a:cubicBezTo>
                  <a:cubicBezTo>
                    <a:pt x="27222" y="34550"/>
                    <a:pt x="24436" y="29765"/>
                    <a:pt x="25487" y="20176"/>
                  </a:cubicBezTo>
                  <a:cubicBezTo>
                    <a:pt x="26556" y="10605"/>
                    <a:pt x="28589" y="1"/>
                    <a:pt x="190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73"/>
            <p:cNvSpPr/>
            <p:nvPr/>
          </p:nvSpPr>
          <p:spPr>
            <a:xfrm flipH="1">
              <a:off x="1256563" y="2006916"/>
              <a:ext cx="542156" cy="171698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0" name="Google Shape;2190;p73"/>
            <p:cNvGrpSpPr/>
            <p:nvPr/>
          </p:nvGrpSpPr>
          <p:grpSpPr>
            <a:xfrm>
              <a:off x="1521788" y="1557019"/>
              <a:ext cx="2788750" cy="2516535"/>
              <a:chOff x="925388" y="1643824"/>
              <a:chExt cx="2788750" cy="2516535"/>
            </a:xfrm>
          </p:grpSpPr>
          <p:sp>
            <p:nvSpPr>
              <p:cNvPr id="2191" name="Google Shape;2191;p73"/>
              <p:cNvSpPr/>
              <p:nvPr/>
            </p:nvSpPr>
            <p:spPr>
              <a:xfrm>
                <a:off x="925388" y="1643824"/>
                <a:ext cx="2788750" cy="2516535"/>
              </a:xfrm>
              <a:custGeom>
                <a:avLst/>
                <a:gdLst/>
                <a:ahLst/>
                <a:cxnLst/>
                <a:rect l="l" t="t" r="r" b="b"/>
                <a:pathLst>
                  <a:path w="232154" h="209493" extrusionOk="0">
                    <a:moveTo>
                      <a:pt x="14702" y="0"/>
                    </a:moveTo>
                    <a:cubicBezTo>
                      <a:pt x="6580" y="0"/>
                      <a:pt x="0" y="6580"/>
                      <a:pt x="0" y="14702"/>
                    </a:cubicBezTo>
                    <a:lnTo>
                      <a:pt x="0" y="165069"/>
                    </a:lnTo>
                    <a:cubicBezTo>
                      <a:pt x="0" y="173189"/>
                      <a:pt x="6580" y="179769"/>
                      <a:pt x="14702" y="179769"/>
                    </a:cubicBezTo>
                    <a:lnTo>
                      <a:pt x="84962" y="179769"/>
                    </a:lnTo>
                    <a:lnTo>
                      <a:pt x="84962" y="203879"/>
                    </a:lnTo>
                    <a:lnTo>
                      <a:pt x="69202" y="203879"/>
                    </a:lnTo>
                    <a:cubicBezTo>
                      <a:pt x="67637" y="203879"/>
                      <a:pt x="66395" y="205146"/>
                      <a:pt x="66395" y="206686"/>
                    </a:cubicBezTo>
                    <a:cubicBezTo>
                      <a:pt x="66395" y="208251"/>
                      <a:pt x="67637" y="209493"/>
                      <a:pt x="69202" y="209493"/>
                    </a:cubicBezTo>
                    <a:lnTo>
                      <a:pt x="162952" y="209493"/>
                    </a:lnTo>
                    <a:cubicBezTo>
                      <a:pt x="164516" y="209493"/>
                      <a:pt x="165759" y="208251"/>
                      <a:pt x="165759" y="206686"/>
                    </a:cubicBezTo>
                    <a:cubicBezTo>
                      <a:pt x="165759" y="205146"/>
                      <a:pt x="164516" y="203879"/>
                      <a:pt x="162952" y="203879"/>
                    </a:cubicBezTo>
                    <a:lnTo>
                      <a:pt x="147192" y="203879"/>
                    </a:lnTo>
                    <a:lnTo>
                      <a:pt x="147192" y="179769"/>
                    </a:lnTo>
                    <a:lnTo>
                      <a:pt x="217452" y="179769"/>
                    </a:lnTo>
                    <a:cubicBezTo>
                      <a:pt x="225574" y="179769"/>
                      <a:pt x="232154" y="173189"/>
                      <a:pt x="232154" y="165069"/>
                    </a:cubicBezTo>
                    <a:lnTo>
                      <a:pt x="232154" y="14702"/>
                    </a:lnTo>
                    <a:cubicBezTo>
                      <a:pt x="232154" y="6580"/>
                      <a:pt x="225574" y="0"/>
                      <a:pt x="2174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92" name="Google Shape;2192;p73"/>
              <p:cNvSpPr/>
              <p:nvPr/>
            </p:nvSpPr>
            <p:spPr>
              <a:xfrm>
                <a:off x="1039047" y="1775405"/>
                <a:ext cx="2518200" cy="1881900"/>
              </a:xfrm>
              <a:prstGeom prst="roundRect">
                <a:avLst>
                  <a:gd name="adj" fmla="val 298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5" name="Google Shape;2195;p73"/>
            <p:cNvGrpSpPr/>
            <p:nvPr/>
          </p:nvGrpSpPr>
          <p:grpSpPr>
            <a:xfrm>
              <a:off x="3633449" y="891167"/>
              <a:ext cx="1074309" cy="356822"/>
              <a:chOff x="1725115" y="1291147"/>
              <a:chExt cx="519090" cy="172403"/>
            </a:xfrm>
          </p:grpSpPr>
          <p:sp>
            <p:nvSpPr>
              <p:cNvPr id="2196" name="Google Shape;2196;p73"/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73"/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73"/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9" name="Google Shape;2199;p73"/>
            <p:cNvGrpSpPr/>
            <p:nvPr/>
          </p:nvGrpSpPr>
          <p:grpSpPr>
            <a:xfrm rot="-1933770">
              <a:off x="3583559" y="3917672"/>
              <a:ext cx="620120" cy="233909"/>
              <a:chOff x="6872640" y="3300197"/>
              <a:chExt cx="620134" cy="233914"/>
            </a:xfrm>
          </p:grpSpPr>
          <p:sp>
            <p:nvSpPr>
              <p:cNvPr id="2200" name="Google Shape;2200;p73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73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202" name="Google Shape;2202;p73"/>
            <p:cNvPicPr preferRelativeResize="0"/>
            <p:nvPr/>
          </p:nvPicPr>
          <p:blipFill rotWithShape="1">
            <a:blip r:embed="rId3">
              <a:alphaModFix/>
            </a:blip>
            <a:srcRect l="11448" r="11456"/>
            <a:stretch/>
          </p:blipFill>
          <p:spPr>
            <a:xfrm>
              <a:off x="1714811" y="1773445"/>
              <a:ext cx="2354954" cy="1718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5"/>
          <p:cNvSpPr txBox="1">
            <a:spLocks noGrp="1"/>
          </p:cNvSpPr>
          <p:nvPr>
            <p:ph type="title"/>
          </p:nvPr>
        </p:nvSpPr>
        <p:spPr>
          <a:xfrm>
            <a:off x="327094" y="740849"/>
            <a:ext cx="8489812" cy="14884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Serão apresentados mecanismos de interação com o usuário?</a:t>
            </a:r>
            <a:endParaRPr sz="4000" dirty="0"/>
          </a:p>
        </p:txBody>
      </p:sp>
      <p:sp>
        <p:nvSpPr>
          <p:cNvPr id="1303" name="Google Shape;1303;p55"/>
          <p:cNvSpPr txBox="1">
            <a:spLocks noGrp="1"/>
          </p:cNvSpPr>
          <p:nvPr>
            <p:ph type="subTitle" idx="1"/>
          </p:nvPr>
        </p:nvSpPr>
        <p:spPr>
          <a:xfrm>
            <a:off x="335737" y="2997519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Feedbacks e sugestões do website e informações sobre as produtoras de energia</a:t>
            </a:r>
            <a:endParaRPr sz="2400" dirty="0"/>
          </a:p>
        </p:txBody>
      </p:sp>
      <p:grpSp>
        <p:nvGrpSpPr>
          <p:cNvPr id="1308" name="Google Shape;1308;p55"/>
          <p:cNvGrpSpPr/>
          <p:nvPr/>
        </p:nvGrpSpPr>
        <p:grpSpPr>
          <a:xfrm>
            <a:off x="5518297" y="2055609"/>
            <a:ext cx="2218053" cy="2488020"/>
            <a:chOff x="5588875" y="932025"/>
            <a:chExt cx="2679104" cy="3279396"/>
          </a:xfrm>
        </p:grpSpPr>
        <p:sp>
          <p:nvSpPr>
            <p:cNvPr id="1309" name="Google Shape;1309;p55"/>
            <p:cNvSpPr/>
            <p:nvPr/>
          </p:nvSpPr>
          <p:spPr>
            <a:xfrm>
              <a:off x="5588875" y="2062631"/>
              <a:ext cx="981289" cy="1041796"/>
            </a:xfrm>
            <a:custGeom>
              <a:avLst/>
              <a:gdLst/>
              <a:ahLst/>
              <a:cxnLst/>
              <a:rect l="l" t="t" r="r" b="b"/>
              <a:pathLst>
                <a:path w="43788" h="46488" extrusionOk="0">
                  <a:moveTo>
                    <a:pt x="1823" y="0"/>
                  </a:moveTo>
                  <a:cubicBezTo>
                    <a:pt x="825" y="0"/>
                    <a:pt x="0" y="825"/>
                    <a:pt x="0" y="1842"/>
                  </a:cubicBezTo>
                  <a:lnTo>
                    <a:pt x="0" y="44647"/>
                  </a:lnTo>
                  <a:cubicBezTo>
                    <a:pt x="0" y="45664"/>
                    <a:pt x="825" y="46487"/>
                    <a:pt x="1823" y="46487"/>
                  </a:cubicBezTo>
                  <a:lnTo>
                    <a:pt x="41948" y="46487"/>
                  </a:lnTo>
                  <a:cubicBezTo>
                    <a:pt x="42964" y="46487"/>
                    <a:pt x="43787" y="45664"/>
                    <a:pt x="43787" y="44647"/>
                  </a:cubicBezTo>
                  <a:lnTo>
                    <a:pt x="43787" y="1842"/>
                  </a:lnTo>
                  <a:cubicBezTo>
                    <a:pt x="43787" y="825"/>
                    <a:pt x="42964" y="0"/>
                    <a:pt x="419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5"/>
            <p:cNvSpPr/>
            <p:nvPr/>
          </p:nvSpPr>
          <p:spPr>
            <a:xfrm>
              <a:off x="5609291" y="2083047"/>
              <a:ext cx="940077" cy="1000943"/>
            </a:xfrm>
            <a:custGeom>
              <a:avLst/>
              <a:gdLst/>
              <a:ahLst/>
              <a:cxnLst/>
              <a:rect l="l" t="t" r="r" b="b"/>
              <a:pathLst>
                <a:path w="41949" h="44665" extrusionOk="0">
                  <a:moveTo>
                    <a:pt x="912" y="1"/>
                  </a:moveTo>
                  <a:cubicBezTo>
                    <a:pt x="421" y="1"/>
                    <a:pt x="1" y="422"/>
                    <a:pt x="1" y="931"/>
                  </a:cubicBezTo>
                  <a:lnTo>
                    <a:pt x="1" y="43736"/>
                  </a:lnTo>
                  <a:cubicBezTo>
                    <a:pt x="1" y="44244"/>
                    <a:pt x="421" y="44665"/>
                    <a:pt x="912" y="44665"/>
                  </a:cubicBezTo>
                  <a:lnTo>
                    <a:pt x="41037" y="44665"/>
                  </a:lnTo>
                  <a:cubicBezTo>
                    <a:pt x="41544" y="44665"/>
                    <a:pt x="41948" y="44244"/>
                    <a:pt x="41948" y="43736"/>
                  </a:cubicBezTo>
                  <a:lnTo>
                    <a:pt x="41948" y="931"/>
                  </a:lnTo>
                  <a:cubicBezTo>
                    <a:pt x="41948" y="422"/>
                    <a:pt x="41544" y="1"/>
                    <a:pt x="41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5"/>
            <p:cNvSpPr/>
            <p:nvPr/>
          </p:nvSpPr>
          <p:spPr>
            <a:xfrm>
              <a:off x="5771925" y="2324256"/>
              <a:ext cx="615177" cy="500483"/>
            </a:xfrm>
            <a:custGeom>
              <a:avLst/>
              <a:gdLst/>
              <a:ahLst/>
              <a:cxnLst/>
              <a:rect l="l" t="t" r="r" b="b"/>
              <a:pathLst>
                <a:path w="27451" h="22333" extrusionOk="0">
                  <a:moveTo>
                    <a:pt x="7222" y="1"/>
                  </a:moveTo>
                  <a:cubicBezTo>
                    <a:pt x="3226" y="1"/>
                    <a:pt x="1" y="3226"/>
                    <a:pt x="1" y="7223"/>
                  </a:cubicBezTo>
                  <a:cubicBezTo>
                    <a:pt x="1" y="8924"/>
                    <a:pt x="1" y="13463"/>
                    <a:pt x="9800" y="19792"/>
                  </a:cubicBezTo>
                  <a:lnTo>
                    <a:pt x="13726" y="22333"/>
                  </a:lnTo>
                  <a:lnTo>
                    <a:pt x="17653" y="19792"/>
                  </a:lnTo>
                  <a:cubicBezTo>
                    <a:pt x="27451" y="13446"/>
                    <a:pt x="27451" y="8924"/>
                    <a:pt x="27451" y="7223"/>
                  </a:cubicBezTo>
                  <a:cubicBezTo>
                    <a:pt x="27451" y="3226"/>
                    <a:pt x="24209" y="1"/>
                    <a:pt x="20229" y="1"/>
                  </a:cubicBezTo>
                  <a:cubicBezTo>
                    <a:pt x="17372" y="1"/>
                    <a:pt x="14900" y="1667"/>
                    <a:pt x="13726" y="4067"/>
                  </a:cubicBezTo>
                  <a:cubicBezTo>
                    <a:pt x="12551" y="1667"/>
                    <a:pt x="10080" y="1"/>
                    <a:pt x="72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2" name="Google Shape;1312;p55"/>
            <p:cNvGrpSpPr/>
            <p:nvPr/>
          </p:nvGrpSpPr>
          <p:grpSpPr>
            <a:xfrm flipH="1">
              <a:off x="5720546" y="2683759"/>
              <a:ext cx="1102217" cy="1494740"/>
              <a:chOff x="7452861" y="1397649"/>
              <a:chExt cx="1102217" cy="1494740"/>
            </a:xfrm>
          </p:grpSpPr>
          <p:sp>
            <p:nvSpPr>
              <p:cNvPr id="1313" name="Google Shape;1313;p55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55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5" name="Google Shape;1315;p55"/>
            <p:cNvSpPr/>
            <p:nvPr/>
          </p:nvSpPr>
          <p:spPr>
            <a:xfrm>
              <a:off x="6698225" y="932025"/>
              <a:ext cx="1569753" cy="2172358"/>
            </a:xfrm>
            <a:custGeom>
              <a:avLst/>
              <a:gdLst/>
              <a:ahLst/>
              <a:cxnLst/>
              <a:rect l="l" t="t" r="r" b="b"/>
              <a:pathLst>
                <a:path w="70047" h="96937" extrusionOk="0">
                  <a:moveTo>
                    <a:pt x="1842" y="1"/>
                  </a:moveTo>
                  <a:cubicBezTo>
                    <a:pt x="825" y="1"/>
                    <a:pt x="1" y="825"/>
                    <a:pt x="1" y="1842"/>
                  </a:cubicBezTo>
                  <a:lnTo>
                    <a:pt x="1" y="95096"/>
                  </a:lnTo>
                  <a:cubicBezTo>
                    <a:pt x="1" y="96113"/>
                    <a:pt x="825" y="96936"/>
                    <a:pt x="1842" y="96936"/>
                  </a:cubicBezTo>
                  <a:lnTo>
                    <a:pt x="68207" y="96936"/>
                  </a:lnTo>
                  <a:cubicBezTo>
                    <a:pt x="69223" y="96936"/>
                    <a:pt x="70047" y="96113"/>
                    <a:pt x="70047" y="95096"/>
                  </a:cubicBezTo>
                  <a:lnTo>
                    <a:pt x="70047" y="1842"/>
                  </a:lnTo>
                  <a:cubicBezTo>
                    <a:pt x="70047" y="825"/>
                    <a:pt x="69223" y="1"/>
                    <a:pt x="68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5"/>
            <p:cNvSpPr/>
            <p:nvPr/>
          </p:nvSpPr>
          <p:spPr>
            <a:xfrm>
              <a:off x="6718664" y="952867"/>
              <a:ext cx="1528519" cy="2131079"/>
            </a:xfrm>
            <a:custGeom>
              <a:avLst/>
              <a:gdLst/>
              <a:ahLst/>
              <a:cxnLst/>
              <a:rect l="l" t="t" r="r" b="b"/>
              <a:pathLst>
                <a:path w="68207" h="95095" extrusionOk="0">
                  <a:moveTo>
                    <a:pt x="930" y="1"/>
                  </a:moveTo>
                  <a:cubicBezTo>
                    <a:pt x="421" y="1"/>
                    <a:pt x="0" y="403"/>
                    <a:pt x="0" y="912"/>
                  </a:cubicBezTo>
                  <a:lnTo>
                    <a:pt x="0" y="94166"/>
                  </a:lnTo>
                  <a:cubicBezTo>
                    <a:pt x="0" y="94674"/>
                    <a:pt x="421" y="95095"/>
                    <a:pt x="930" y="95095"/>
                  </a:cubicBezTo>
                  <a:lnTo>
                    <a:pt x="67295" y="95095"/>
                  </a:lnTo>
                  <a:cubicBezTo>
                    <a:pt x="67802" y="95095"/>
                    <a:pt x="68206" y="94674"/>
                    <a:pt x="68206" y="94166"/>
                  </a:cubicBezTo>
                  <a:lnTo>
                    <a:pt x="68206" y="912"/>
                  </a:lnTo>
                  <a:cubicBezTo>
                    <a:pt x="68206" y="403"/>
                    <a:pt x="67802" y="1"/>
                    <a:pt x="67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5"/>
            <p:cNvSpPr/>
            <p:nvPr/>
          </p:nvSpPr>
          <p:spPr>
            <a:xfrm>
              <a:off x="6917424" y="1690207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5"/>
            <p:cNvSpPr/>
            <p:nvPr/>
          </p:nvSpPr>
          <p:spPr>
            <a:xfrm>
              <a:off x="7214410" y="1760152"/>
              <a:ext cx="834392" cy="62479"/>
            </a:xfrm>
            <a:custGeom>
              <a:avLst/>
              <a:gdLst/>
              <a:ahLst/>
              <a:cxnLst/>
              <a:rect l="l" t="t" r="r" b="b"/>
              <a:pathLst>
                <a:path w="37233" h="2788" extrusionOk="0">
                  <a:moveTo>
                    <a:pt x="1386" y="0"/>
                  </a:moveTo>
                  <a:cubicBezTo>
                    <a:pt x="615" y="0"/>
                    <a:pt x="1" y="631"/>
                    <a:pt x="1" y="1402"/>
                  </a:cubicBezTo>
                  <a:cubicBezTo>
                    <a:pt x="1" y="2157"/>
                    <a:pt x="615" y="2788"/>
                    <a:pt x="1386" y="2788"/>
                  </a:cubicBezTo>
                  <a:lnTo>
                    <a:pt x="35848" y="2788"/>
                  </a:lnTo>
                  <a:cubicBezTo>
                    <a:pt x="36601" y="2788"/>
                    <a:pt x="37232" y="2157"/>
                    <a:pt x="37232" y="1402"/>
                  </a:cubicBezTo>
                  <a:cubicBezTo>
                    <a:pt x="37232" y="631"/>
                    <a:pt x="36601" y="0"/>
                    <a:pt x="35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5"/>
            <p:cNvSpPr/>
            <p:nvPr/>
          </p:nvSpPr>
          <p:spPr>
            <a:xfrm>
              <a:off x="6917424" y="1305233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5"/>
            <p:cNvSpPr/>
            <p:nvPr/>
          </p:nvSpPr>
          <p:spPr>
            <a:xfrm>
              <a:off x="7214410" y="1375155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5"/>
            <p:cNvSpPr/>
            <p:nvPr/>
          </p:nvSpPr>
          <p:spPr>
            <a:xfrm>
              <a:off x="6917424" y="2075204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5"/>
            <p:cNvSpPr/>
            <p:nvPr/>
          </p:nvSpPr>
          <p:spPr>
            <a:xfrm>
              <a:off x="7214410" y="2145529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3"/>
                    <a:pt x="1" y="1385"/>
                  </a:cubicBezTo>
                  <a:cubicBezTo>
                    <a:pt x="1" y="2156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6"/>
                    <a:pt x="37232" y="1385"/>
                  </a:cubicBezTo>
                  <a:cubicBezTo>
                    <a:pt x="37232" y="613"/>
                    <a:pt x="36601" y="1"/>
                    <a:pt x="35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5"/>
            <p:cNvSpPr/>
            <p:nvPr/>
          </p:nvSpPr>
          <p:spPr>
            <a:xfrm>
              <a:off x="6917424" y="2481020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55"/>
            <p:cNvSpPr/>
            <p:nvPr/>
          </p:nvSpPr>
          <p:spPr>
            <a:xfrm>
              <a:off x="7214410" y="2551322"/>
              <a:ext cx="834392" cy="62076"/>
            </a:xfrm>
            <a:custGeom>
              <a:avLst/>
              <a:gdLst/>
              <a:ahLst/>
              <a:cxnLst/>
              <a:rect l="l" t="t" r="r" b="b"/>
              <a:pathLst>
                <a:path w="37233" h="2770" extrusionOk="0">
                  <a:moveTo>
                    <a:pt x="1386" y="0"/>
                  </a:moveTo>
                  <a:cubicBezTo>
                    <a:pt x="615" y="0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0"/>
                    <a:pt x="35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55"/>
            <p:cNvSpPr/>
            <p:nvPr/>
          </p:nvSpPr>
          <p:spPr>
            <a:xfrm>
              <a:off x="6257094" y="2814516"/>
              <a:ext cx="1906015" cy="1396905"/>
            </a:xfrm>
            <a:custGeom>
              <a:avLst/>
              <a:gdLst/>
              <a:ahLst/>
              <a:cxnLst/>
              <a:rect l="l" t="t" r="r" b="b"/>
              <a:pathLst>
                <a:path w="85052" h="62334" extrusionOk="0">
                  <a:moveTo>
                    <a:pt x="4102" y="1"/>
                  </a:moveTo>
                  <a:cubicBezTo>
                    <a:pt x="1840" y="1"/>
                    <a:pt x="0" y="1842"/>
                    <a:pt x="0" y="4103"/>
                  </a:cubicBezTo>
                  <a:lnTo>
                    <a:pt x="0" y="58232"/>
                  </a:lnTo>
                  <a:cubicBezTo>
                    <a:pt x="0" y="60494"/>
                    <a:pt x="1840" y="62334"/>
                    <a:pt x="4102" y="62334"/>
                  </a:cubicBezTo>
                  <a:lnTo>
                    <a:pt x="80949" y="62334"/>
                  </a:lnTo>
                  <a:cubicBezTo>
                    <a:pt x="83210" y="62334"/>
                    <a:pt x="85051" y="60494"/>
                    <a:pt x="85051" y="58232"/>
                  </a:cubicBezTo>
                  <a:lnTo>
                    <a:pt x="85051" y="4103"/>
                  </a:lnTo>
                  <a:cubicBezTo>
                    <a:pt x="85051" y="1842"/>
                    <a:pt x="83210" y="1"/>
                    <a:pt x="80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55"/>
            <p:cNvSpPr/>
            <p:nvPr/>
          </p:nvSpPr>
          <p:spPr>
            <a:xfrm>
              <a:off x="6467664" y="3650486"/>
              <a:ext cx="1484483" cy="62501"/>
            </a:xfrm>
            <a:custGeom>
              <a:avLst/>
              <a:gdLst/>
              <a:ahLst/>
              <a:cxnLst/>
              <a:rect l="l" t="t" r="r" b="b"/>
              <a:pathLst>
                <a:path w="66242" h="2789" extrusionOk="0">
                  <a:moveTo>
                    <a:pt x="1384" y="1"/>
                  </a:moveTo>
                  <a:cubicBezTo>
                    <a:pt x="613" y="1"/>
                    <a:pt x="0" y="632"/>
                    <a:pt x="0" y="1386"/>
                  </a:cubicBezTo>
                  <a:cubicBezTo>
                    <a:pt x="0" y="2157"/>
                    <a:pt x="613" y="2788"/>
                    <a:pt x="1384" y="2788"/>
                  </a:cubicBezTo>
                  <a:lnTo>
                    <a:pt x="64857" y="2788"/>
                  </a:lnTo>
                  <a:cubicBezTo>
                    <a:pt x="65629" y="2788"/>
                    <a:pt x="66241" y="2157"/>
                    <a:pt x="66241" y="1386"/>
                  </a:cubicBezTo>
                  <a:cubicBezTo>
                    <a:pt x="66241" y="632"/>
                    <a:pt x="65629" y="1"/>
                    <a:pt x="648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55"/>
            <p:cNvSpPr/>
            <p:nvPr/>
          </p:nvSpPr>
          <p:spPr>
            <a:xfrm>
              <a:off x="6467664" y="3806466"/>
              <a:ext cx="1484483" cy="62076"/>
            </a:xfrm>
            <a:custGeom>
              <a:avLst/>
              <a:gdLst/>
              <a:ahLst/>
              <a:cxnLst/>
              <a:rect l="l" t="t" r="r" b="b"/>
              <a:pathLst>
                <a:path w="66242" h="2770" extrusionOk="0">
                  <a:moveTo>
                    <a:pt x="1384" y="0"/>
                  </a:moveTo>
                  <a:cubicBezTo>
                    <a:pt x="613" y="0"/>
                    <a:pt x="0" y="613"/>
                    <a:pt x="0" y="1384"/>
                  </a:cubicBezTo>
                  <a:cubicBezTo>
                    <a:pt x="0" y="2156"/>
                    <a:pt x="613" y="2770"/>
                    <a:pt x="1384" y="2770"/>
                  </a:cubicBezTo>
                  <a:lnTo>
                    <a:pt x="64857" y="2770"/>
                  </a:lnTo>
                  <a:cubicBezTo>
                    <a:pt x="65629" y="2770"/>
                    <a:pt x="66241" y="2156"/>
                    <a:pt x="66241" y="1384"/>
                  </a:cubicBezTo>
                  <a:cubicBezTo>
                    <a:pt x="66241" y="613"/>
                    <a:pt x="65629" y="0"/>
                    <a:pt x="648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5"/>
            <p:cNvSpPr/>
            <p:nvPr/>
          </p:nvSpPr>
          <p:spPr>
            <a:xfrm>
              <a:off x="6822784" y="3962020"/>
              <a:ext cx="742443" cy="62479"/>
            </a:xfrm>
            <a:custGeom>
              <a:avLst/>
              <a:gdLst/>
              <a:ahLst/>
              <a:cxnLst/>
              <a:rect l="l" t="t" r="r" b="b"/>
              <a:pathLst>
                <a:path w="33130" h="2788" extrusionOk="0">
                  <a:moveTo>
                    <a:pt x="1384" y="1"/>
                  </a:moveTo>
                  <a:cubicBezTo>
                    <a:pt x="631" y="1"/>
                    <a:pt x="0" y="632"/>
                    <a:pt x="0" y="1385"/>
                  </a:cubicBezTo>
                  <a:cubicBezTo>
                    <a:pt x="0" y="2156"/>
                    <a:pt x="631" y="2787"/>
                    <a:pt x="1384" y="2787"/>
                  </a:cubicBezTo>
                  <a:lnTo>
                    <a:pt x="31744" y="2787"/>
                  </a:lnTo>
                  <a:cubicBezTo>
                    <a:pt x="32499" y="2787"/>
                    <a:pt x="33130" y="2156"/>
                    <a:pt x="33130" y="1385"/>
                  </a:cubicBezTo>
                  <a:cubicBezTo>
                    <a:pt x="33130" y="632"/>
                    <a:pt x="32499" y="1"/>
                    <a:pt x="317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5"/>
            <p:cNvSpPr/>
            <p:nvPr/>
          </p:nvSpPr>
          <p:spPr>
            <a:xfrm>
              <a:off x="6933560" y="2966955"/>
              <a:ext cx="558614" cy="558614"/>
            </a:xfrm>
            <a:custGeom>
              <a:avLst/>
              <a:gdLst/>
              <a:ahLst/>
              <a:cxnLst/>
              <a:rect l="l" t="t" r="r" b="b"/>
              <a:pathLst>
                <a:path w="24927" h="24927" extrusionOk="0">
                  <a:moveTo>
                    <a:pt x="12463" y="0"/>
                  </a:moveTo>
                  <a:cubicBezTo>
                    <a:pt x="5591" y="0"/>
                    <a:pt x="0" y="5593"/>
                    <a:pt x="0" y="12464"/>
                  </a:cubicBezTo>
                  <a:cubicBezTo>
                    <a:pt x="0" y="19335"/>
                    <a:pt x="5591" y="24926"/>
                    <a:pt x="12463" y="24926"/>
                  </a:cubicBezTo>
                  <a:cubicBezTo>
                    <a:pt x="19334" y="24926"/>
                    <a:pt x="24927" y="19335"/>
                    <a:pt x="24927" y="12464"/>
                  </a:cubicBezTo>
                  <a:cubicBezTo>
                    <a:pt x="24927" y="5593"/>
                    <a:pt x="19334" y="0"/>
                    <a:pt x="12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55"/>
            <p:cNvSpPr/>
            <p:nvPr/>
          </p:nvSpPr>
          <p:spPr>
            <a:xfrm>
              <a:off x="7113472" y="3047073"/>
              <a:ext cx="198799" cy="199202"/>
            </a:xfrm>
            <a:custGeom>
              <a:avLst/>
              <a:gdLst/>
              <a:ahLst/>
              <a:cxnLst/>
              <a:rect l="l" t="t" r="r" b="b"/>
              <a:pathLst>
                <a:path w="8871" h="8889" extrusionOk="0">
                  <a:moveTo>
                    <a:pt x="4435" y="1"/>
                  </a:moveTo>
                  <a:cubicBezTo>
                    <a:pt x="1981" y="1"/>
                    <a:pt x="1" y="1999"/>
                    <a:pt x="1" y="4453"/>
                  </a:cubicBezTo>
                  <a:cubicBezTo>
                    <a:pt x="1" y="6891"/>
                    <a:pt x="1981" y="8889"/>
                    <a:pt x="4435" y="8889"/>
                  </a:cubicBezTo>
                  <a:cubicBezTo>
                    <a:pt x="6889" y="8889"/>
                    <a:pt x="8870" y="6891"/>
                    <a:pt x="8870" y="4453"/>
                  </a:cubicBezTo>
                  <a:cubicBezTo>
                    <a:pt x="8870" y="1999"/>
                    <a:pt x="6889" y="1"/>
                    <a:pt x="44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5"/>
            <p:cNvSpPr/>
            <p:nvPr/>
          </p:nvSpPr>
          <p:spPr>
            <a:xfrm>
              <a:off x="7021925" y="3289066"/>
              <a:ext cx="382270" cy="218856"/>
            </a:xfrm>
            <a:custGeom>
              <a:avLst/>
              <a:gdLst/>
              <a:ahLst/>
              <a:cxnLst/>
              <a:rect l="l" t="t" r="r" b="b"/>
              <a:pathLst>
                <a:path w="17058" h="9766" extrusionOk="0">
                  <a:moveTo>
                    <a:pt x="8520" y="1"/>
                  </a:moveTo>
                  <a:cubicBezTo>
                    <a:pt x="4576" y="1"/>
                    <a:pt x="1228" y="2525"/>
                    <a:pt x="1" y="6049"/>
                  </a:cubicBezTo>
                  <a:cubicBezTo>
                    <a:pt x="2122" y="8328"/>
                    <a:pt x="5154" y="9765"/>
                    <a:pt x="8520" y="9765"/>
                  </a:cubicBezTo>
                  <a:cubicBezTo>
                    <a:pt x="11885" y="9765"/>
                    <a:pt x="14919" y="8328"/>
                    <a:pt x="17057" y="6049"/>
                  </a:cubicBezTo>
                  <a:cubicBezTo>
                    <a:pt x="15812" y="2525"/>
                    <a:pt x="12465" y="1"/>
                    <a:pt x="85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5"/>
            <p:cNvSpPr/>
            <p:nvPr/>
          </p:nvSpPr>
          <p:spPr>
            <a:xfrm>
              <a:off x="5588875" y="932025"/>
              <a:ext cx="981289" cy="1002511"/>
            </a:xfrm>
            <a:custGeom>
              <a:avLst/>
              <a:gdLst/>
              <a:ahLst/>
              <a:cxnLst/>
              <a:rect l="l" t="t" r="r" b="b"/>
              <a:pathLst>
                <a:path w="43788" h="44735" extrusionOk="0">
                  <a:moveTo>
                    <a:pt x="1823" y="1"/>
                  </a:moveTo>
                  <a:cubicBezTo>
                    <a:pt x="825" y="1"/>
                    <a:pt x="0" y="825"/>
                    <a:pt x="0" y="1842"/>
                  </a:cubicBezTo>
                  <a:lnTo>
                    <a:pt x="0" y="42895"/>
                  </a:lnTo>
                  <a:cubicBezTo>
                    <a:pt x="0" y="43912"/>
                    <a:pt x="825" y="44735"/>
                    <a:pt x="1823" y="44735"/>
                  </a:cubicBezTo>
                  <a:lnTo>
                    <a:pt x="41948" y="44735"/>
                  </a:lnTo>
                  <a:cubicBezTo>
                    <a:pt x="42964" y="44735"/>
                    <a:pt x="43787" y="43912"/>
                    <a:pt x="43787" y="42895"/>
                  </a:cubicBezTo>
                  <a:lnTo>
                    <a:pt x="43787" y="1842"/>
                  </a:lnTo>
                  <a:cubicBezTo>
                    <a:pt x="43787" y="825"/>
                    <a:pt x="42964" y="1"/>
                    <a:pt x="41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55"/>
            <p:cNvSpPr/>
            <p:nvPr/>
          </p:nvSpPr>
          <p:spPr>
            <a:xfrm>
              <a:off x="5609291" y="952867"/>
              <a:ext cx="940077" cy="960874"/>
            </a:xfrm>
            <a:custGeom>
              <a:avLst/>
              <a:gdLst/>
              <a:ahLst/>
              <a:cxnLst/>
              <a:rect l="l" t="t" r="r" b="b"/>
              <a:pathLst>
                <a:path w="41949" h="42877" extrusionOk="0">
                  <a:moveTo>
                    <a:pt x="912" y="1"/>
                  </a:moveTo>
                  <a:cubicBezTo>
                    <a:pt x="421" y="1"/>
                    <a:pt x="1" y="403"/>
                    <a:pt x="1" y="912"/>
                  </a:cubicBezTo>
                  <a:lnTo>
                    <a:pt x="1" y="41965"/>
                  </a:lnTo>
                  <a:cubicBezTo>
                    <a:pt x="1" y="42473"/>
                    <a:pt x="421" y="42877"/>
                    <a:pt x="912" y="42877"/>
                  </a:cubicBezTo>
                  <a:lnTo>
                    <a:pt x="41037" y="42877"/>
                  </a:lnTo>
                  <a:cubicBezTo>
                    <a:pt x="41544" y="42877"/>
                    <a:pt x="41948" y="42473"/>
                    <a:pt x="41948" y="41965"/>
                  </a:cubicBezTo>
                  <a:lnTo>
                    <a:pt x="41948" y="912"/>
                  </a:lnTo>
                  <a:cubicBezTo>
                    <a:pt x="41948" y="403"/>
                    <a:pt x="41544" y="1"/>
                    <a:pt x="41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55"/>
            <p:cNvSpPr/>
            <p:nvPr/>
          </p:nvSpPr>
          <p:spPr>
            <a:xfrm>
              <a:off x="5812399" y="1273029"/>
              <a:ext cx="565292" cy="304462"/>
            </a:xfrm>
            <a:custGeom>
              <a:avLst/>
              <a:gdLst/>
              <a:ahLst/>
              <a:cxnLst/>
              <a:rect l="l" t="t" r="r" b="b"/>
              <a:pathLst>
                <a:path w="25225" h="13586" extrusionOk="0">
                  <a:moveTo>
                    <a:pt x="1" y="0"/>
                  </a:moveTo>
                  <a:lnTo>
                    <a:pt x="1" y="13586"/>
                  </a:lnTo>
                  <a:lnTo>
                    <a:pt x="19283" y="13586"/>
                  </a:lnTo>
                  <a:lnTo>
                    <a:pt x="19283" y="9203"/>
                  </a:lnTo>
                  <a:lnTo>
                    <a:pt x="25224" y="13586"/>
                  </a:lnTo>
                  <a:lnTo>
                    <a:pt x="25224" y="0"/>
                  </a:lnTo>
                  <a:lnTo>
                    <a:pt x="19283" y="4382"/>
                  </a:lnTo>
                  <a:lnTo>
                    <a:pt x="19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Público alvo</a:t>
            </a:r>
            <a:endParaRPr sz="4000" dirty="0"/>
          </a:p>
        </p:txBody>
      </p:sp>
      <p:grpSp>
        <p:nvGrpSpPr>
          <p:cNvPr id="1026" name="Google Shape;1026;p51"/>
          <p:cNvGrpSpPr/>
          <p:nvPr/>
        </p:nvGrpSpPr>
        <p:grpSpPr>
          <a:xfrm>
            <a:off x="4688958" y="1195391"/>
            <a:ext cx="3299107" cy="2752717"/>
            <a:chOff x="2947116" y="1303644"/>
            <a:chExt cx="3293177" cy="2872933"/>
          </a:xfrm>
        </p:grpSpPr>
        <p:sp>
          <p:nvSpPr>
            <p:cNvPr id="1027" name="Google Shape;1027;p51"/>
            <p:cNvSpPr/>
            <p:nvPr/>
          </p:nvSpPr>
          <p:spPr>
            <a:xfrm>
              <a:off x="3648175" y="1836650"/>
              <a:ext cx="1586100" cy="1834800"/>
            </a:xfrm>
            <a:prstGeom prst="roundRect">
              <a:avLst>
                <a:gd name="adj" fmla="val 8693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1"/>
            <p:cNvSpPr/>
            <p:nvPr/>
          </p:nvSpPr>
          <p:spPr>
            <a:xfrm flipH="1">
              <a:off x="3038591" y="2866188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51"/>
            <p:cNvGrpSpPr/>
            <p:nvPr/>
          </p:nvGrpSpPr>
          <p:grpSpPr>
            <a:xfrm rot="-5400000">
              <a:off x="5234218" y="1303644"/>
              <a:ext cx="761751" cy="761751"/>
              <a:chOff x="5289166" y="402821"/>
              <a:chExt cx="801000" cy="801000"/>
            </a:xfrm>
          </p:grpSpPr>
          <p:sp>
            <p:nvSpPr>
              <p:cNvPr id="1030" name="Google Shape;1030;p51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3000" endPos="2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51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3000" endPos="2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2" name="Google Shape;1032;p51"/>
            <p:cNvGrpSpPr/>
            <p:nvPr/>
          </p:nvGrpSpPr>
          <p:grpSpPr>
            <a:xfrm>
              <a:off x="3405345" y="2685934"/>
              <a:ext cx="1173841" cy="1490643"/>
              <a:chOff x="2950295" y="2685934"/>
              <a:chExt cx="1173841" cy="1490643"/>
            </a:xfrm>
          </p:grpSpPr>
          <p:sp>
            <p:nvSpPr>
              <p:cNvPr id="1033" name="Google Shape;1033;p51"/>
              <p:cNvSpPr/>
              <p:nvPr/>
            </p:nvSpPr>
            <p:spPr>
              <a:xfrm>
                <a:off x="2950295" y="2685934"/>
                <a:ext cx="1173841" cy="1490643"/>
              </a:xfrm>
              <a:custGeom>
                <a:avLst/>
                <a:gdLst/>
                <a:ahLst/>
                <a:cxnLst/>
                <a:rect l="l" t="t" r="r" b="b"/>
                <a:pathLst>
                  <a:path w="93199" h="118352" extrusionOk="0">
                    <a:moveTo>
                      <a:pt x="7177" y="0"/>
                    </a:moveTo>
                    <a:cubicBezTo>
                      <a:pt x="3218" y="0"/>
                      <a:pt x="0" y="3217"/>
                      <a:pt x="0" y="7177"/>
                    </a:cubicBezTo>
                    <a:lnTo>
                      <a:pt x="0" y="111174"/>
                    </a:lnTo>
                    <a:cubicBezTo>
                      <a:pt x="0" y="115134"/>
                      <a:pt x="3218" y="118351"/>
                      <a:pt x="7177" y="118351"/>
                    </a:cubicBezTo>
                    <a:lnTo>
                      <a:pt x="86022" y="118351"/>
                    </a:lnTo>
                    <a:cubicBezTo>
                      <a:pt x="89998" y="118351"/>
                      <a:pt x="93199" y="115134"/>
                      <a:pt x="93199" y="111174"/>
                    </a:cubicBezTo>
                    <a:lnTo>
                      <a:pt x="93199" y="7177"/>
                    </a:lnTo>
                    <a:cubicBezTo>
                      <a:pt x="93199" y="3217"/>
                      <a:pt x="89998" y="0"/>
                      <a:pt x="860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1"/>
              <p:cNvSpPr/>
              <p:nvPr/>
            </p:nvSpPr>
            <p:spPr>
              <a:xfrm>
                <a:off x="3421348" y="2846344"/>
                <a:ext cx="626626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195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6"/>
                    </a:cubicBezTo>
                    <a:cubicBezTo>
                      <a:pt x="1" y="3269"/>
                      <a:pt x="944" y="4195"/>
                      <a:pt x="2107" y="4195"/>
                    </a:cubicBezTo>
                    <a:lnTo>
                      <a:pt x="47645" y="4195"/>
                    </a:lnTo>
                    <a:cubicBezTo>
                      <a:pt x="48808" y="4195"/>
                      <a:pt x="49751" y="3269"/>
                      <a:pt x="49751" y="2106"/>
                    </a:cubicBezTo>
                    <a:cubicBezTo>
                      <a:pt x="49751" y="944"/>
                      <a:pt x="48808" y="1"/>
                      <a:pt x="47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51"/>
              <p:cNvSpPr/>
              <p:nvPr/>
            </p:nvSpPr>
            <p:spPr>
              <a:xfrm>
                <a:off x="3421348" y="2948615"/>
                <a:ext cx="475121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213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6"/>
                    </a:cubicBezTo>
                    <a:cubicBezTo>
                      <a:pt x="1" y="3269"/>
                      <a:pt x="944" y="4213"/>
                      <a:pt x="2107" y="4213"/>
                    </a:cubicBezTo>
                    <a:lnTo>
                      <a:pt x="35616" y="4213"/>
                    </a:lnTo>
                    <a:cubicBezTo>
                      <a:pt x="36779" y="4213"/>
                      <a:pt x="37722" y="3269"/>
                      <a:pt x="37722" y="2106"/>
                    </a:cubicBezTo>
                    <a:cubicBezTo>
                      <a:pt x="37722" y="944"/>
                      <a:pt x="36779" y="1"/>
                      <a:pt x="356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51"/>
              <p:cNvSpPr/>
              <p:nvPr/>
            </p:nvSpPr>
            <p:spPr>
              <a:xfrm>
                <a:off x="3421348" y="3184582"/>
                <a:ext cx="626626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195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089"/>
                    </a:cubicBezTo>
                    <a:cubicBezTo>
                      <a:pt x="1" y="3251"/>
                      <a:pt x="944" y="4194"/>
                      <a:pt x="2107" y="4194"/>
                    </a:cubicBezTo>
                    <a:lnTo>
                      <a:pt x="47645" y="4194"/>
                    </a:lnTo>
                    <a:cubicBezTo>
                      <a:pt x="48808" y="4194"/>
                      <a:pt x="49751" y="3251"/>
                      <a:pt x="49751" y="2089"/>
                    </a:cubicBezTo>
                    <a:cubicBezTo>
                      <a:pt x="49751" y="944"/>
                      <a:pt x="48808" y="0"/>
                      <a:pt x="47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1"/>
              <p:cNvSpPr/>
              <p:nvPr/>
            </p:nvSpPr>
            <p:spPr>
              <a:xfrm>
                <a:off x="3421348" y="3286854"/>
                <a:ext cx="475121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195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106"/>
                    </a:cubicBezTo>
                    <a:cubicBezTo>
                      <a:pt x="1" y="3251"/>
                      <a:pt x="944" y="4195"/>
                      <a:pt x="2107" y="4195"/>
                    </a:cubicBezTo>
                    <a:lnTo>
                      <a:pt x="35616" y="4195"/>
                    </a:lnTo>
                    <a:cubicBezTo>
                      <a:pt x="36779" y="4195"/>
                      <a:pt x="37722" y="3251"/>
                      <a:pt x="37722" y="2106"/>
                    </a:cubicBezTo>
                    <a:cubicBezTo>
                      <a:pt x="37722" y="944"/>
                      <a:pt x="36779" y="0"/>
                      <a:pt x="35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51"/>
              <p:cNvSpPr/>
              <p:nvPr/>
            </p:nvSpPr>
            <p:spPr>
              <a:xfrm>
                <a:off x="3421348" y="3522594"/>
                <a:ext cx="626626" cy="53050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212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107"/>
                    </a:cubicBezTo>
                    <a:cubicBezTo>
                      <a:pt x="1" y="3268"/>
                      <a:pt x="944" y="4212"/>
                      <a:pt x="2107" y="4212"/>
                    </a:cubicBezTo>
                    <a:lnTo>
                      <a:pt x="47645" y="4212"/>
                    </a:lnTo>
                    <a:cubicBezTo>
                      <a:pt x="48808" y="4212"/>
                      <a:pt x="49751" y="3268"/>
                      <a:pt x="49751" y="2107"/>
                    </a:cubicBezTo>
                    <a:cubicBezTo>
                      <a:pt x="49751" y="944"/>
                      <a:pt x="48808" y="0"/>
                      <a:pt x="47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51"/>
              <p:cNvSpPr/>
              <p:nvPr/>
            </p:nvSpPr>
            <p:spPr>
              <a:xfrm>
                <a:off x="3421348" y="3625080"/>
                <a:ext cx="475121" cy="52849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196" extrusionOk="0">
                    <a:moveTo>
                      <a:pt x="2107" y="1"/>
                    </a:moveTo>
                    <a:cubicBezTo>
                      <a:pt x="944" y="1"/>
                      <a:pt x="1" y="927"/>
                      <a:pt x="1" y="2090"/>
                    </a:cubicBezTo>
                    <a:cubicBezTo>
                      <a:pt x="1" y="3252"/>
                      <a:pt x="944" y="4195"/>
                      <a:pt x="2107" y="4195"/>
                    </a:cubicBezTo>
                    <a:lnTo>
                      <a:pt x="35616" y="4195"/>
                    </a:lnTo>
                    <a:cubicBezTo>
                      <a:pt x="36779" y="4195"/>
                      <a:pt x="37722" y="3252"/>
                      <a:pt x="37722" y="2090"/>
                    </a:cubicBezTo>
                    <a:cubicBezTo>
                      <a:pt x="37722" y="927"/>
                      <a:pt x="36779" y="1"/>
                      <a:pt x="356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51"/>
              <p:cNvSpPr/>
              <p:nvPr/>
            </p:nvSpPr>
            <p:spPr>
              <a:xfrm>
                <a:off x="3421348" y="3860821"/>
                <a:ext cx="547467" cy="52861"/>
              </a:xfrm>
              <a:custGeom>
                <a:avLst/>
                <a:gdLst/>
                <a:ahLst/>
                <a:cxnLst/>
                <a:rect l="l" t="t" r="r" b="b"/>
                <a:pathLst>
                  <a:path w="43467" h="4197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7"/>
                    </a:cubicBezTo>
                    <a:cubicBezTo>
                      <a:pt x="1" y="3269"/>
                      <a:pt x="944" y="4196"/>
                      <a:pt x="2107" y="4196"/>
                    </a:cubicBezTo>
                    <a:lnTo>
                      <a:pt x="41377" y="4196"/>
                    </a:lnTo>
                    <a:cubicBezTo>
                      <a:pt x="42541" y="4196"/>
                      <a:pt x="43466" y="3269"/>
                      <a:pt x="43466" y="2107"/>
                    </a:cubicBezTo>
                    <a:cubicBezTo>
                      <a:pt x="43466" y="944"/>
                      <a:pt x="42541" y="1"/>
                      <a:pt x="413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51"/>
              <p:cNvSpPr/>
              <p:nvPr/>
            </p:nvSpPr>
            <p:spPr>
              <a:xfrm>
                <a:off x="3421348" y="3963092"/>
                <a:ext cx="395962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31438" h="4213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8"/>
                    </a:cubicBezTo>
                    <a:cubicBezTo>
                      <a:pt x="1" y="3269"/>
                      <a:pt x="944" y="4213"/>
                      <a:pt x="2107" y="4213"/>
                    </a:cubicBezTo>
                    <a:lnTo>
                      <a:pt x="29332" y="4213"/>
                    </a:lnTo>
                    <a:cubicBezTo>
                      <a:pt x="30494" y="4213"/>
                      <a:pt x="31438" y="3269"/>
                      <a:pt x="31438" y="2108"/>
                    </a:cubicBezTo>
                    <a:cubicBezTo>
                      <a:pt x="31438" y="944"/>
                      <a:pt x="30494" y="1"/>
                      <a:pt x="29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51"/>
              <p:cNvSpPr/>
              <p:nvPr/>
            </p:nvSpPr>
            <p:spPr>
              <a:xfrm>
                <a:off x="3089482" y="3148926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1"/>
                    </a:moveTo>
                    <a:cubicBezTo>
                      <a:pt x="4028" y="1"/>
                      <a:pt x="1" y="4027"/>
                      <a:pt x="1" y="8997"/>
                    </a:cubicBezTo>
                    <a:cubicBezTo>
                      <a:pt x="1" y="13950"/>
                      <a:pt x="4028" y="17994"/>
                      <a:pt x="8997" y="17994"/>
                    </a:cubicBezTo>
                    <a:cubicBezTo>
                      <a:pt x="13968" y="17994"/>
                      <a:pt x="17994" y="13950"/>
                      <a:pt x="17994" y="8997"/>
                    </a:cubicBezTo>
                    <a:cubicBezTo>
                      <a:pt x="17994" y="4027"/>
                      <a:pt x="13968" y="1"/>
                      <a:pt x="8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51"/>
              <p:cNvSpPr/>
              <p:nvPr/>
            </p:nvSpPr>
            <p:spPr>
              <a:xfrm>
                <a:off x="3089482" y="3486938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1"/>
                    </a:moveTo>
                    <a:cubicBezTo>
                      <a:pt x="4028" y="1"/>
                      <a:pt x="1" y="4028"/>
                      <a:pt x="1" y="8997"/>
                    </a:cubicBezTo>
                    <a:cubicBezTo>
                      <a:pt x="1" y="13968"/>
                      <a:pt x="4028" y="17994"/>
                      <a:pt x="8997" y="17994"/>
                    </a:cubicBezTo>
                    <a:cubicBezTo>
                      <a:pt x="13968" y="17994"/>
                      <a:pt x="17994" y="13968"/>
                      <a:pt x="17994" y="8997"/>
                    </a:cubicBezTo>
                    <a:cubicBezTo>
                      <a:pt x="17994" y="4028"/>
                      <a:pt x="13968" y="1"/>
                      <a:pt x="8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51"/>
              <p:cNvSpPr/>
              <p:nvPr/>
            </p:nvSpPr>
            <p:spPr>
              <a:xfrm>
                <a:off x="3089482" y="3825177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0"/>
                    </a:moveTo>
                    <a:cubicBezTo>
                      <a:pt x="4028" y="0"/>
                      <a:pt x="1" y="4027"/>
                      <a:pt x="1" y="8997"/>
                    </a:cubicBezTo>
                    <a:cubicBezTo>
                      <a:pt x="1" y="13967"/>
                      <a:pt x="4028" y="17993"/>
                      <a:pt x="8997" y="17993"/>
                    </a:cubicBezTo>
                    <a:cubicBezTo>
                      <a:pt x="13968" y="17993"/>
                      <a:pt x="17994" y="13967"/>
                      <a:pt x="17994" y="8997"/>
                    </a:cubicBezTo>
                    <a:cubicBezTo>
                      <a:pt x="17994" y="4027"/>
                      <a:pt x="13968" y="0"/>
                      <a:pt x="8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51"/>
              <p:cNvSpPr/>
              <p:nvPr/>
            </p:nvSpPr>
            <p:spPr>
              <a:xfrm>
                <a:off x="3089482" y="2810700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0"/>
                    </a:moveTo>
                    <a:cubicBezTo>
                      <a:pt x="4028" y="0"/>
                      <a:pt x="1" y="4026"/>
                      <a:pt x="1" y="8997"/>
                    </a:cubicBezTo>
                    <a:cubicBezTo>
                      <a:pt x="1" y="13966"/>
                      <a:pt x="4028" y="17993"/>
                      <a:pt x="8997" y="17993"/>
                    </a:cubicBezTo>
                    <a:cubicBezTo>
                      <a:pt x="13968" y="17993"/>
                      <a:pt x="17994" y="13966"/>
                      <a:pt x="17994" y="8997"/>
                    </a:cubicBezTo>
                    <a:cubicBezTo>
                      <a:pt x="17994" y="4026"/>
                      <a:pt x="13968" y="0"/>
                      <a:pt x="8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6" name="Google Shape;1046;p51"/>
            <p:cNvGrpSpPr/>
            <p:nvPr/>
          </p:nvGrpSpPr>
          <p:grpSpPr>
            <a:xfrm>
              <a:off x="4352235" y="2571740"/>
              <a:ext cx="1271829" cy="1270822"/>
              <a:chOff x="4427562" y="2934395"/>
              <a:chExt cx="811219" cy="810576"/>
            </a:xfrm>
          </p:grpSpPr>
          <p:sp>
            <p:nvSpPr>
              <p:cNvPr id="1047" name="Google Shape;1047;p51"/>
              <p:cNvSpPr/>
              <p:nvPr/>
            </p:nvSpPr>
            <p:spPr>
              <a:xfrm>
                <a:off x="4477010" y="2934395"/>
                <a:ext cx="761771" cy="761783"/>
              </a:xfrm>
              <a:custGeom>
                <a:avLst/>
                <a:gdLst/>
                <a:ahLst/>
                <a:cxnLst/>
                <a:rect l="l" t="t" r="r" b="b"/>
                <a:pathLst>
                  <a:path w="60482" h="60483" extrusionOk="0">
                    <a:moveTo>
                      <a:pt x="30240" y="1"/>
                    </a:moveTo>
                    <a:cubicBezTo>
                      <a:pt x="13545" y="1"/>
                      <a:pt x="0" y="13546"/>
                      <a:pt x="0" y="30242"/>
                    </a:cubicBezTo>
                    <a:cubicBezTo>
                      <a:pt x="0" y="46937"/>
                      <a:pt x="13545" y="60482"/>
                      <a:pt x="30240" y="60482"/>
                    </a:cubicBezTo>
                    <a:cubicBezTo>
                      <a:pt x="46936" y="60482"/>
                      <a:pt x="60482" y="46937"/>
                      <a:pt x="60482" y="30242"/>
                    </a:cubicBezTo>
                    <a:cubicBezTo>
                      <a:pt x="60482" y="13546"/>
                      <a:pt x="46936" y="1"/>
                      <a:pt x="302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51"/>
              <p:cNvSpPr/>
              <p:nvPr/>
            </p:nvSpPr>
            <p:spPr>
              <a:xfrm>
                <a:off x="4568878" y="3026288"/>
                <a:ext cx="578022" cy="578010"/>
              </a:xfrm>
              <a:custGeom>
                <a:avLst/>
                <a:gdLst/>
                <a:ahLst/>
                <a:cxnLst/>
                <a:rect l="l" t="t" r="r" b="b"/>
                <a:pathLst>
                  <a:path w="45893" h="45892" extrusionOk="0">
                    <a:moveTo>
                      <a:pt x="22946" y="0"/>
                    </a:moveTo>
                    <a:cubicBezTo>
                      <a:pt x="10277" y="0"/>
                      <a:pt x="0" y="10277"/>
                      <a:pt x="0" y="22946"/>
                    </a:cubicBezTo>
                    <a:cubicBezTo>
                      <a:pt x="0" y="35615"/>
                      <a:pt x="10277" y="45892"/>
                      <a:pt x="22946" y="45892"/>
                    </a:cubicBezTo>
                    <a:cubicBezTo>
                      <a:pt x="35615" y="45892"/>
                      <a:pt x="45892" y="35615"/>
                      <a:pt x="45892" y="22946"/>
                    </a:cubicBezTo>
                    <a:cubicBezTo>
                      <a:pt x="45892" y="10277"/>
                      <a:pt x="35615" y="0"/>
                      <a:pt x="229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51"/>
              <p:cNvSpPr/>
              <p:nvPr/>
            </p:nvSpPr>
            <p:spPr>
              <a:xfrm>
                <a:off x="4660759" y="3118156"/>
                <a:ext cx="394261" cy="394261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31303" extrusionOk="0">
                    <a:moveTo>
                      <a:pt x="15651" y="0"/>
                    </a:moveTo>
                    <a:cubicBezTo>
                      <a:pt x="7009" y="0"/>
                      <a:pt x="1" y="7009"/>
                      <a:pt x="1" y="15652"/>
                    </a:cubicBezTo>
                    <a:cubicBezTo>
                      <a:pt x="1" y="24294"/>
                      <a:pt x="7009" y="31302"/>
                      <a:pt x="15651" y="31302"/>
                    </a:cubicBezTo>
                    <a:cubicBezTo>
                      <a:pt x="24294" y="31302"/>
                      <a:pt x="31303" y="24294"/>
                      <a:pt x="31303" y="15652"/>
                    </a:cubicBezTo>
                    <a:cubicBezTo>
                      <a:pt x="31303" y="7009"/>
                      <a:pt x="24294" y="0"/>
                      <a:pt x="156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51"/>
              <p:cNvSpPr/>
              <p:nvPr/>
            </p:nvSpPr>
            <p:spPr>
              <a:xfrm>
                <a:off x="4752627" y="3210037"/>
                <a:ext cx="210513" cy="210513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6714" extrusionOk="0">
                    <a:moveTo>
                      <a:pt x="8357" y="1"/>
                    </a:moveTo>
                    <a:cubicBezTo>
                      <a:pt x="3741" y="1"/>
                      <a:pt x="1" y="3741"/>
                      <a:pt x="1" y="8357"/>
                    </a:cubicBezTo>
                    <a:cubicBezTo>
                      <a:pt x="1" y="12973"/>
                      <a:pt x="3741" y="16713"/>
                      <a:pt x="8357" y="16713"/>
                    </a:cubicBezTo>
                    <a:cubicBezTo>
                      <a:pt x="12973" y="16713"/>
                      <a:pt x="16713" y="12973"/>
                      <a:pt x="16713" y="8357"/>
                    </a:cubicBezTo>
                    <a:cubicBezTo>
                      <a:pt x="16713" y="3741"/>
                      <a:pt x="12973" y="1"/>
                      <a:pt x="83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51"/>
              <p:cNvSpPr/>
              <p:nvPr/>
            </p:nvSpPr>
            <p:spPr>
              <a:xfrm>
                <a:off x="4427562" y="3364981"/>
                <a:ext cx="381326" cy="379991"/>
              </a:xfrm>
              <a:custGeom>
                <a:avLst/>
                <a:gdLst/>
                <a:ahLst/>
                <a:cxnLst/>
                <a:rect l="l" t="t" r="r" b="b"/>
                <a:pathLst>
                  <a:path w="30276" h="30170" extrusionOk="0">
                    <a:moveTo>
                      <a:pt x="29685" y="1"/>
                    </a:moveTo>
                    <a:cubicBezTo>
                      <a:pt x="29550" y="1"/>
                      <a:pt x="29415" y="56"/>
                      <a:pt x="29314" y="166"/>
                    </a:cubicBezTo>
                    <a:lnTo>
                      <a:pt x="202" y="29260"/>
                    </a:lnTo>
                    <a:cubicBezTo>
                      <a:pt x="0" y="29480"/>
                      <a:pt x="0" y="29817"/>
                      <a:pt x="202" y="30019"/>
                    </a:cubicBezTo>
                    <a:cubicBezTo>
                      <a:pt x="303" y="30120"/>
                      <a:pt x="438" y="30170"/>
                      <a:pt x="573" y="30170"/>
                    </a:cubicBezTo>
                    <a:cubicBezTo>
                      <a:pt x="708" y="30170"/>
                      <a:pt x="860" y="30120"/>
                      <a:pt x="961" y="30019"/>
                    </a:cubicBezTo>
                    <a:lnTo>
                      <a:pt x="30055" y="923"/>
                    </a:lnTo>
                    <a:cubicBezTo>
                      <a:pt x="30275" y="705"/>
                      <a:pt x="30275" y="368"/>
                      <a:pt x="30055" y="166"/>
                    </a:cubicBezTo>
                    <a:cubicBezTo>
                      <a:pt x="29954" y="56"/>
                      <a:pt x="29820" y="1"/>
                      <a:pt x="296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1"/>
              <p:cNvSpPr/>
              <p:nvPr/>
            </p:nvSpPr>
            <p:spPr>
              <a:xfrm>
                <a:off x="4768761" y="3315293"/>
                <a:ext cx="89135" cy="89122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7076" extrusionOk="0">
                    <a:moveTo>
                      <a:pt x="7076" y="0"/>
                    </a:moveTo>
                    <a:lnTo>
                      <a:pt x="0" y="1903"/>
                    </a:lnTo>
                    <a:lnTo>
                      <a:pt x="5189" y="7076"/>
                    </a:lnTo>
                    <a:lnTo>
                      <a:pt x="70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3" name="Google Shape;1053;p51"/>
            <p:cNvGrpSpPr/>
            <p:nvPr/>
          </p:nvGrpSpPr>
          <p:grpSpPr>
            <a:xfrm>
              <a:off x="3405357" y="1789629"/>
              <a:ext cx="761771" cy="761783"/>
              <a:chOff x="2950295" y="1576591"/>
              <a:chExt cx="761771" cy="761783"/>
            </a:xfrm>
          </p:grpSpPr>
          <p:sp>
            <p:nvSpPr>
              <p:cNvPr id="1054" name="Google Shape;1054;p51"/>
              <p:cNvSpPr/>
              <p:nvPr/>
            </p:nvSpPr>
            <p:spPr>
              <a:xfrm>
                <a:off x="2950295" y="1576591"/>
                <a:ext cx="761771" cy="761783"/>
              </a:xfrm>
              <a:custGeom>
                <a:avLst/>
                <a:gdLst/>
                <a:ahLst/>
                <a:cxnLst/>
                <a:rect l="l" t="t" r="r" b="b"/>
                <a:pathLst>
                  <a:path w="60482" h="60483" extrusionOk="0">
                    <a:moveTo>
                      <a:pt x="30241" y="1"/>
                    </a:moveTo>
                    <a:cubicBezTo>
                      <a:pt x="13545" y="1"/>
                      <a:pt x="0" y="13528"/>
                      <a:pt x="0" y="30241"/>
                    </a:cubicBezTo>
                    <a:cubicBezTo>
                      <a:pt x="0" y="46937"/>
                      <a:pt x="13545" y="60482"/>
                      <a:pt x="30241" y="60482"/>
                    </a:cubicBezTo>
                    <a:cubicBezTo>
                      <a:pt x="46936" y="60482"/>
                      <a:pt x="60481" y="46937"/>
                      <a:pt x="60481" y="30241"/>
                    </a:cubicBezTo>
                    <a:cubicBezTo>
                      <a:pt x="60481" y="13528"/>
                      <a:pt x="46936" y="1"/>
                      <a:pt x="302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1"/>
              <p:cNvSpPr/>
              <p:nvPr/>
            </p:nvSpPr>
            <p:spPr>
              <a:xfrm>
                <a:off x="3034543" y="1660827"/>
                <a:ext cx="593287" cy="296650"/>
              </a:xfrm>
              <a:custGeom>
                <a:avLst/>
                <a:gdLst/>
                <a:ahLst/>
                <a:cxnLst/>
                <a:rect l="l" t="t" r="r" b="b"/>
                <a:pathLst>
                  <a:path w="47105" h="23553" extrusionOk="0">
                    <a:moveTo>
                      <a:pt x="23552" y="0"/>
                    </a:moveTo>
                    <a:cubicBezTo>
                      <a:pt x="10563" y="0"/>
                      <a:pt x="0" y="10564"/>
                      <a:pt x="0" y="23553"/>
                    </a:cubicBezTo>
                    <a:lnTo>
                      <a:pt x="10765" y="23553"/>
                    </a:lnTo>
                    <a:cubicBezTo>
                      <a:pt x="10765" y="16495"/>
                      <a:pt x="16510" y="10766"/>
                      <a:pt x="23552" y="10766"/>
                    </a:cubicBezTo>
                    <a:cubicBezTo>
                      <a:pt x="30611" y="10766"/>
                      <a:pt x="36339" y="16495"/>
                      <a:pt x="36339" y="23553"/>
                    </a:cubicBezTo>
                    <a:lnTo>
                      <a:pt x="47105" y="23553"/>
                    </a:lnTo>
                    <a:cubicBezTo>
                      <a:pt x="47105" y="10564"/>
                      <a:pt x="36541" y="0"/>
                      <a:pt x="235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51"/>
              <p:cNvSpPr/>
              <p:nvPr/>
            </p:nvSpPr>
            <p:spPr>
              <a:xfrm>
                <a:off x="3034543" y="1957464"/>
                <a:ext cx="190751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15145" h="17725" extrusionOk="0">
                    <a:moveTo>
                      <a:pt x="0" y="1"/>
                    </a:moveTo>
                    <a:cubicBezTo>
                      <a:pt x="0" y="7061"/>
                      <a:pt x="3134" y="13395"/>
                      <a:pt x="8069" y="17724"/>
                    </a:cubicBezTo>
                    <a:lnTo>
                      <a:pt x="15145" y="9604"/>
                    </a:lnTo>
                    <a:cubicBezTo>
                      <a:pt x="12467" y="7263"/>
                      <a:pt x="10765" y="3826"/>
                      <a:pt x="107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51"/>
              <p:cNvSpPr/>
              <p:nvPr/>
            </p:nvSpPr>
            <p:spPr>
              <a:xfrm>
                <a:off x="3437054" y="1957464"/>
                <a:ext cx="190776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15147" h="17725" extrusionOk="0">
                    <a:moveTo>
                      <a:pt x="4381" y="1"/>
                    </a:moveTo>
                    <a:cubicBezTo>
                      <a:pt x="4381" y="3826"/>
                      <a:pt x="2680" y="7263"/>
                      <a:pt x="0" y="9604"/>
                    </a:cubicBezTo>
                    <a:lnTo>
                      <a:pt x="7076" y="17724"/>
                    </a:lnTo>
                    <a:cubicBezTo>
                      <a:pt x="12013" y="13395"/>
                      <a:pt x="15147" y="7061"/>
                      <a:pt x="151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51"/>
              <p:cNvSpPr/>
              <p:nvPr/>
            </p:nvSpPr>
            <p:spPr>
              <a:xfrm>
                <a:off x="3408413" y="1702214"/>
                <a:ext cx="219417" cy="255263"/>
              </a:xfrm>
              <a:custGeom>
                <a:avLst/>
                <a:gdLst/>
                <a:ahLst/>
                <a:cxnLst/>
                <a:rect l="l" t="t" r="r" b="b"/>
                <a:pathLst>
                  <a:path w="17421" h="20267" extrusionOk="0">
                    <a:moveTo>
                      <a:pt x="5864" y="0"/>
                    </a:moveTo>
                    <a:lnTo>
                      <a:pt x="1" y="9047"/>
                    </a:lnTo>
                    <a:cubicBezTo>
                      <a:pt x="3959" y="11221"/>
                      <a:pt x="6655" y="15432"/>
                      <a:pt x="6655" y="20267"/>
                    </a:cubicBezTo>
                    <a:lnTo>
                      <a:pt x="17421" y="20267"/>
                    </a:lnTo>
                    <a:cubicBezTo>
                      <a:pt x="17421" y="11641"/>
                      <a:pt x="12771" y="4111"/>
                      <a:pt x="58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1"/>
              <p:cNvSpPr/>
              <p:nvPr/>
            </p:nvSpPr>
            <p:spPr>
              <a:xfrm>
                <a:off x="3126197" y="1660827"/>
                <a:ext cx="410169" cy="180373"/>
              </a:xfrm>
              <a:custGeom>
                <a:avLst/>
                <a:gdLst/>
                <a:ahLst/>
                <a:cxnLst/>
                <a:rect l="l" t="t" r="r" b="b"/>
                <a:pathLst>
                  <a:path w="32566" h="14321" extrusionOk="0">
                    <a:moveTo>
                      <a:pt x="16275" y="0"/>
                    </a:moveTo>
                    <a:cubicBezTo>
                      <a:pt x="9957" y="0"/>
                      <a:pt x="4229" y="2494"/>
                      <a:pt x="1" y="6555"/>
                    </a:cubicBezTo>
                    <a:lnTo>
                      <a:pt x="7447" y="14321"/>
                    </a:lnTo>
                    <a:cubicBezTo>
                      <a:pt x="9739" y="12130"/>
                      <a:pt x="12855" y="10766"/>
                      <a:pt x="16275" y="10766"/>
                    </a:cubicBezTo>
                    <a:cubicBezTo>
                      <a:pt x="19695" y="10766"/>
                      <a:pt x="22812" y="12130"/>
                      <a:pt x="25103" y="14321"/>
                    </a:cubicBezTo>
                    <a:lnTo>
                      <a:pt x="32566" y="6555"/>
                    </a:lnTo>
                    <a:cubicBezTo>
                      <a:pt x="28320" y="2494"/>
                      <a:pt x="22592" y="0"/>
                      <a:pt x="162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1"/>
              <p:cNvSpPr/>
              <p:nvPr/>
            </p:nvSpPr>
            <p:spPr>
              <a:xfrm>
                <a:off x="3266870" y="1892965"/>
                <a:ext cx="128608" cy="128822"/>
              </a:xfrm>
              <a:custGeom>
                <a:avLst/>
                <a:gdLst/>
                <a:ahLst/>
                <a:cxnLst/>
                <a:rect l="l" t="t" r="r" b="b"/>
                <a:pathLst>
                  <a:path w="10211" h="10228" extrusionOk="0">
                    <a:moveTo>
                      <a:pt x="5106" y="0"/>
                    </a:moveTo>
                    <a:cubicBezTo>
                      <a:pt x="2292" y="0"/>
                      <a:pt x="1" y="2292"/>
                      <a:pt x="1" y="5122"/>
                    </a:cubicBezTo>
                    <a:cubicBezTo>
                      <a:pt x="1" y="7936"/>
                      <a:pt x="2292" y="10227"/>
                      <a:pt x="5106" y="10227"/>
                    </a:cubicBezTo>
                    <a:cubicBezTo>
                      <a:pt x="7937" y="10227"/>
                      <a:pt x="10210" y="7936"/>
                      <a:pt x="10210" y="5122"/>
                    </a:cubicBezTo>
                    <a:cubicBezTo>
                      <a:pt x="10210" y="2292"/>
                      <a:pt x="7937" y="0"/>
                      <a:pt x="51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1" name="Google Shape;1061;p51"/>
            <p:cNvGrpSpPr/>
            <p:nvPr/>
          </p:nvGrpSpPr>
          <p:grpSpPr>
            <a:xfrm>
              <a:off x="4324627" y="1622073"/>
              <a:ext cx="1327047" cy="693670"/>
              <a:chOff x="4790827" y="1537761"/>
              <a:chExt cx="1327047" cy="693670"/>
            </a:xfrm>
          </p:grpSpPr>
          <p:sp>
            <p:nvSpPr>
              <p:cNvPr id="1062" name="Google Shape;1062;p51"/>
              <p:cNvSpPr/>
              <p:nvPr/>
            </p:nvSpPr>
            <p:spPr>
              <a:xfrm>
                <a:off x="4790827" y="1537761"/>
                <a:ext cx="1327047" cy="693670"/>
              </a:xfrm>
              <a:custGeom>
                <a:avLst/>
                <a:gdLst/>
                <a:ahLst/>
                <a:cxnLst/>
                <a:rect l="l" t="t" r="r" b="b"/>
                <a:pathLst>
                  <a:path w="105363" h="55075" extrusionOk="0">
                    <a:moveTo>
                      <a:pt x="7413" y="0"/>
                    </a:moveTo>
                    <a:cubicBezTo>
                      <a:pt x="3320" y="0"/>
                      <a:pt x="0" y="3320"/>
                      <a:pt x="0" y="7397"/>
                    </a:cubicBezTo>
                    <a:lnTo>
                      <a:pt x="0" y="47678"/>
                    </a:lnTo>
                    <a:cubicBezTo>
                      <a:pt x="0" y="51755"/>
                      <a:pt x="3320" y="55074"/>
                      <a:pt x="7413" y="55074"/>
                    </a:cubicBezTo>
                    <a:lnTo>
                      <a:pt x="97950" y="55074"/>
                    </a:lnTo>
                    <a:cubicBezTo>
                      <a:pt x="102045" y="55074"/>
                      <a:pt x="105363" y="51755"/>
                      <a:pt x="105363" y="47678"/>
                    </a:cubicBezTo>
                    <a:lnTo>
                      <a:pt x="105363" y="7397"/>
                    </a:lnTo>
                    <a:cubicBezTo>
                      <a:pt x="105363" y="3320"/>
                      <a:pt x="102045" y="0"/>
                      <a:pt x="979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1"/>
              <p:cNvSpPr/>
              <p:nvPr/>
            </p:nvSpPr>
            <p:spPr>
              <a:xfrm>
                <a:off x="5236224" y="1719393"/>
                <a:ext cx="746077" cy="85104"/>
              </a:xfrm>
              <a:custGeom>
                <a:avLst/>
                <a:gdLst/>
                <a:ahLst/>
                <a:cxnLst/>
                <a:rect l="l" t="t" r="r" b="b"/>
                <a:pathLst>
                  <a:path w="59236" h="6757" extrusionOk="0">
                    <a:moveTo>
                      <a:pt x="1786" y="0"/>
                    </a:moveTo>
                    <a:cubicBezTo>
                      <a:pt x="792" y="0"/>
                      <a:pt x="0" y="809"/>
                      <a:pt x="0" y="1786"/>
                    </a:cubicBezTo>
                    <a:lnTo>
                      <a:pt x="0" y="4971"/>
                    </a:lnTo>
                    <a:cubicBezTo>
                      <a:pt x="0" y="5964"/>
                      <a:pt x="792" y="6757"/>
                      <a:pt x="1786" y="6757"/>
                    </a:cubicBezTo>
                    <a:lnTo>
                      <a:pt x="57432" y="6757"/>
                    </a:lnTo>
                    <a:cubicBezTo>
                      <a:pt x="58426" y="6757"/>
                      <a:pt x="59235" y="5964"/>
                      <a:pt x="59235" y="4971"/>
                    </a:cubicBezTo>
                    <a:lnTo>
                      <a:pt x="59235" y="1786"/>
                    </a:lnTo>
                    <a:cubicBezTo>
                      <a:pt x="59235" y="809"/>
                      <a:pt x="58426" y="0"/>
                      <a:pt x="574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1"/>
              <p:cNvSpPr/>
              <p:nvPr/>
            </p:nvSpPr>
            <p:spPr>
              <a:xfrm>
                <a:off x="5236224" y="1964681"/>
                <a:ext cx="746077" cy="85117"/>
              </a:xfrm>
              <a:custGeom>
                <a:avLst/>
                <a:gdLst/>
                <a:ahLst/>
                <a:cxnLst/>
                <a:rect l="l" t="t" r="r" b="b"/>
                <a:pathLst>
                  <a:path w="59236" h="6758" extrusionOk="0">
                    <a:moveTo>
                      <a:pt x="1786" y="1"/>
                    </a:moveTo>
                    <a:cubicBezTo>
                      <a:pt x="792" y="1"/>
                      <a:pt x="0" y="809"/>
                      <a:pt x="0" y="1786"/>
                    </a:cubicBezTo>
                    <a:lnTo>
                      <a:pt x="0" y="4971"/>
                    </a:lnTo>
                    <a:cubicBezTo>
                      <a:pt x="0" y="5965"/>
                      <a:pt x="792" y="6757"/>
                      <a:pt x="1786" y="6757"/>
                    </a:cubicBezTo>
                    <a:lnTo>
                      <a:pt x="57432" y="6757"/>
                    </a:lnTo>
                    <a:cubicBezTo>
                      <a:pt x="58426" y="6757"/>
                      <a:pt x="59235" y="5965"/>
                      <a:pt x="59235" y="4971"/>
                    </a:cubicBezTo>
                    <a:lnTo>
                      <a:pt x="59235" y="1786"/>
                    </a:lnTo>
                    <a:cubicBezTo>
                      <a:pt x="59235" y="809"/>
                      <a:pt x="58426" y="1"/>
                      <a:pt x="574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1"/>
              <p:cNvSpPr/>
              <p:nvPr/>
            </p:nvSpPr>
            <p:spPr>
              <a:xfrm>
                <a:off x="4926425" y="1673359"/>
                <a:ext cx="177401" cy="177174"/>
              </a:xfrm>
              <a:custGeom>
                <a:avLst/>
                <a:gdLst/>
                <a:ahLst/>
                <a:cxnLst/>
                <a:rect l="l" t="t" r="r" b="b"/>
                <a:pathLst>
                  <a:path w="14085" h="14067" extrusionOk="0">
                    <a:moveTo>
                      <a:pt x="3588" y="0"/>
                    </a:moveTo>
                    <a:cubicBezTo>
                      <a:pt x="1618" y="0"/>
                      <a:pt x="0" y="1600"/>
                      <a:pt x="0" y="3588"/>
                    </a:cubicBezTo>
                    <a:lnTo>
                      <a:pt x="0" y="10479"/>
                    </a:lnTo>
                    <a:cubicBezTo>
                      <a:pt x="0" y="12467"/>
                      <a:pt x="1618" y="14067"/>
                      <a:pt x="3588" y="14067"/>
                    </a:cubicBezTo>
                    <a:lnTo>
                      <a:pt x="10496" y="14067"/>
                    </a:lnTo>
                    <a:cubicBezTo>
                      <a:pt x="12467" y="14067"/>
                      <a:pt x="14085" y="12467"/>
                      <a:pt x="14085" y="10479"/>
                    </a:cubicBezTo>
                    <a:lnTo>
                      <a:pt x="14085" y="3588"/>
                    </a:lnTo>
                    <a:cubicBezTo>
                      <a:pt x="14085" y="1600"/>
                      <a:pt x="12467" y="0"/>
                      <a:pt x="104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1"/>
              <p:cNvSpPr/>
              <p:nvPr/>
            </p:nvSpPr>
            <p:spPr>
              <a:xfrm>
                <a:off x="4926425" y="1918646"/>
                <a:ext cx="177401" cy="177186"/>
              </a:xfrm>
              <a:custGeom>
                <a:avLst/>
                <a:gdLst/>
                <a:ahLst/>
                <a:cxnLst/>
                <a:rect l="l" t="t" r="r" b="b"/>
                <a:pathLst>
                  <a:path w="14085" h="14068" extrusionOk="0">
                    <a:moveTo>
                      <a:pt x="3588" y="0"/>
                    </a:moveTo>
                    <a:cubicBezTo>
                      <a:pt x="1618" y="0"/>
                      <a:pt x="0" y="1600"/>
                      <a:pt x="0" y="3588"/>
                    </a:cubicBezTo>
                    <a:lnTo>
                      <a:pt x="0" y="10479"/>
                    </a:lnTo>
                    <a:cubicBezTo>
                      <a:pt x="0" y="12467"/>
                      <a:pt x="1618" y="14067"/>
                      <a:pt x="3588" y="14067"/>
                    </a:cubicBezTo>
                    <a:lnTo>
                      <a:pt x="10496" y="14067"/>
                    </a:lnTo>
                    <a:cubicBezTo>
                      <a:pt x="12467" y="14067"/>
                      <a:pt x="14085" y="12467"/>
                      <a:pt x="14085" y="10479"/>
                    </a:cubicBezTo>
                    <a:lnTo>
                      <a:pt x="14085" y="3588"/>
                    </a:lnTo>
                    <a:cubicBezTo>
                      <a:pt x="14085" y="1600"/>
                      <a:pt x="12467" y="0"/>
                      <a:pt x="104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1"/>
              <p:cNvSpPr/>
              <p:nvPr/>
            </p:nvSpPr>
            <p:spPr>
              <a:xfrm>
                <a:off x="4959311" y="1969442"/>
                <a:ext cx="111617" cy="75683"/>
              </a:xfrm>
              <a:custGeom>
                <a:avLst/>
                <a:gdLst/>
                <a:ahLst/>
                <a:cxnLst/>
                <a:rect l="l" t="t" r="r" b="b"/>
                <a:pathLst>
                  <a:path w="8862" h="6009" extrusionOk="0">
                    <a:moveTo>
                      <a:pt x="8262" y="1"/>
                    </a:moveTo>
                    <a:cubicBezTo>
                      <a:pt x="8113" y="1"/>
                      <a:pt x="7968" y="60"/>
                      <a:pt x="7868" y="179"/>
                    </a:cubicBezTo>
                    <a:lnTo>
                      <a:pt x="3909" y="4728"/>
                    </a:lnTo>
                    <a:lnTo>
                      <a:pt x="944" y="2201"/>
                    </a:lnTo>
                    <a:cubicBezTo>
                      <a:pt x="838" y="2117"/>
                      <a:pt x="711" y="2075"/>
                      <a:pt x="587" y="2075"/>
                    </a:cubicBezTo>
                    <a:cubicBezTo>
                      <a:pt x="436" y="2075"/>
                      <a:pt x="288" y="2139"/>
                      <a:pt x="186" y="2268"/>
                    </a:cubicBezTo>
                    <a:cubicBezTo>
                      <a:pt x="0" y="2487"/>
                      <a:pt x="18" y="2824"/>
                      <a:pt x="254" y="3010"/>
                    </a:cubicBezTo>
                    <a:lnTo>
                      <a:pt x="3605" y="5874"/>
                    </a:lnTo>
                    <a:cubicBezTo>
                      <a:pt x="3707" y="5957"/>
                      <a:pt x="3841" y="6008"/>
                      <a:pt x="3960" y="6008"/>
                    </a:cubicBezTo>
                    <a:cubicBezTo>
                      <a:pt x="4111" y="6008"/>
                      <a:pt x="4263" y="5941"/>
                      <a:pt x="4364" y="5822"/>
                    </a:cubicBezTo>
                    <a:lnTo>
                      <a:pt x="8677" y="887"/>
                    </a:lnTo>
                    <a:cubicBezTo>
                      <a:pt x="8862" y="667"/>
                      <a:pt x="8846" y="330"/>
                      <a:pt x="8626" y="128"/>
                    </a:cubicBezTo>
                    <a:cubicBezTo>
                      <a:pt x="8518" y="43"/>
                      <a:pt x="8388" y="1"/>
                      <a:pt x="8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51"/>
              <p:cNvSpPr/>
              <p:nvPr/>
            </p:nvSpPr>
            <p:spPr>
              <a:xfrm>
                <a:off x="4959311" y="1724104"/>
                <a:ext cx="111617" cy="75683"/>
              </a:xfrm>
              <a:custGeom>
                <a:avLst/>
                <a:gdLst/>
                <a:ahLst/>
                <a:cxnLst/>
                <a:rect l="l" t="t" r="r" b="b"/>
                <a:pathLst>
                  <a:path w="8862" h="6009" extrusionOk="0">
                    <a:moveTo>
                      <a:pt x="8262" y="1"/>
                    </a:moveTo>
                    <a:cubicBezTo>
                      <a:pt x="8113" y="1"/>
                      <a:pt x="7968" y="60"/>
                      <a:pt x="7868" y="179"/>
                    </a:cubicBezTo>
                    <a:lnTo>
                      <a:pt x="3909" y="4728"/>
                    </a:lnTo>
                    <a:lnTo>
                      <a:pt x="944" y="2201"/>
                    </a:lnTo>
                    <a:cubicBezTo>
                      <a:pt x="838" y="2117"/>
                      <a:pt x="711" y="2075"/>
                      <a:pt x="587" y="2075"/>
                    </a:cubicBezTo>
                    <a:cubicBezTo>
                      <a:pt x="436" y="2075"/>
                      <a:pt x="288" y="2139"/>
                      <a:pt x="186" y="2268"/>
                    </a:cubicBezTo>
                    <a:cubicBezTo>
                      <a:pt x="0" y="2487"/>
                      <a:pt x="18" y="2824"/>
                      <a:pt x="254" y="3010"/>
                    </a:cubicBezTo>
                    <a:lnTo>
                      <a:pt x="3605" y="5874"/>
                    </a:lnTo>
                    <a:cubicBezTo>
                      <a:pt x="3707" y="5957"/>
                      <a:pt x="3841" y="6008"/>
                      <a:pt x="3960" y="6008"/>
                    </a:cubicBezTo>
                    <a:cubicBezTo>
                      <a:pt x="4111" y="6008"/>
                      <a:pt x="4263" y="5941"/>
                      <a:pt x="4364" y="5822"/>
                    </a:cubicBezTo>
                    <a:lnTo>
                      <a:pt x="8677" y="887"/>
                    </a:lnTo>
                    <a:cubicBezTo>
                      <a:pt x="8862" y="667"/>
                      <a:pt x="8846" y="330"/>
                      <a:pt x="8626" y="128"/>
                    </a:cubicBezTo>
                    <a:cubicBezTo>
                      <a:pt x="8518" y="43"/>
                      <a:pt x="8388" y="1"/>
                      <a:pt x="8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" name="Google Shape;1069;p51"/>
            <p:cNvGrpSpPr/>
            <p:nvPr/>
          </p:nvGrpSpPr>
          <p:grpSpPr>
            <a:xfrm>
              <a:off x="4682303" y="3884965"/>
              <a:ext cx="611684" cy="248664"/>
              <a:chOff x="5732300" y="4325125"/>
              <a:chExt cx="1017100" cy="413475"/>
            </a:xfrm>
          </p:grpSpPr>
          <p:sp>
            <p:nvSpPr>
              <p:cNvPr id="1070" name="Google Shape;1070;p51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1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51"/>
            <p:cNvGrpSpPr/>
            <p:nvPr/>
          </p:nvGrpSpPr>
          <p:grpSpPr>
            <a:xfrm>
              <a:off x="4324627" y="2351295"/>
              <a:ext cx="1044542" cy="184915"/>
              <a:chOff x="775925" y="1084125"/>
              <a:chExt cx="1736850" cy="307475"/>
            </a:xfrm>
          </p:grpSpPr>
          <p:sp>
            <p:nvSpPr>
              <p:cNvPr id="1073" name="Google Shape;1073;p51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1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51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51"/>
            <p:cNvGrpSpPr/>
            <p:nvPr/>
          </p:nvGrpSpPr>
          <p:grpSpPr>
            <a:xfrm>
              <a:off x="2947116" y="2438453"/>
              <a:ext cx="535252" cy="177837"/>
              <a:chOff x="3208010" y="1515479"/>
              <a:chExt cx="1017589" cy="338094"/>
            </a:xfrm>
          </p:grpSpPr>
          <p:sp>
            <p:nvSpPr>
              <p:cNvPr id="1077" name="Google Shape;1077;p51"/>
              <p:cNvSpPr/>
              <p:nvPr/>
            </p:nvSpPr>
            <p:spPr>
              <a:xfrm>
                <a:off x="3208010" y="1515479"/>
                <a:ext cx="1017589" cy="338094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9213" extrusionOk="0">
                    <a:moveTo>
                      <a:pt x="17852" y="0"/>
                    </a:moveTo>
                    <a:cubicBezTo>
                      <a:pt x="15721" y="0"/>
                      <a:pt x="13587" y="678"/>
                      <a:pt x="12086" y="1877"/>
                    </a:cubicBezTo>
                    <a:cubicBezTo>
                      <a:pt x="10727" y="2951"/>
                      <a:pt x="9367" y="4764"/>
                      <a:pt x="8880" y="6644"/>
                    </a:cubicBezTo>
                    <a:cubicBezTo>
                      <a:pt x="7885" y="5842"/>
                      <a:pt x="6591" y="5407"/>
                      <a:pt x="5303" y="5407"/>
                    </a:cubicBezTo>
                    <a:cubicBezTo>
                      <a:pt x="4787" y="5407"/>
                      <a:pt x="4272" y="5477"/>
                      <a:pt x="3778" y="5621"/>
                    </a:cubicBezTo>
                    <a:cubicBezTo>
                      <a:pt x="2048" y="6124"/>
                      <a:pt x="588" y="7501"/>
                      <a:pt x="0" y="9213"/>
                    </a:cubicBezTo>
                    <a:lnTo>
                      <a:pt x="27730" y="9112"/>
                    </a:lnTo>
                    <a:cubicBezTo>
                      <a:pt x="27244" y="5688"/>
                      <a:pt x="25213" y="2884"/>
                      <a:pt x="22225" y="1122"/>
                    </a:cubicBezTo>
                    <a:cubicBezTo>
                      <a:pt x="20929" y="354"/>
                      <a:pt x="19391" y="0"/>
                      <a:pt x="17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51"/>
              <p:cNvSpPr/>
              <p:nvPr/>
            </p:nvSpPr>
            <p:spPr>
              <a:xfrm>
                <a:off x="3655825" y="1526268"/>
                <a:ext cx="529105" cy="290461"/>
              </a:xfrm>
              <a:custGeom>
                <a:avLst/>
                <a:gdLst/>
                <a:ahLst/>
                <a:cxnLst/>
                <a:rect l="l" t="t" r="r" b="b"/>
                <a:pathLst>
                  <a:path w="14419" h="7915" extrusionOk="0">
                    <a:moveTo>
                      <a:pt x="5350" y="1"/>
                    </a:moveTo>
                    <a:cubicBezTo>
                      <a:pt x="4889" y="1"/>
                      <a:pt x="4425" y="35"/>
                      <a:pt x="3962" y="106"/>
                    </a:cubicBezTo>
                    <a:cubicBezTo>
                      <a:pt x="2836" y="291"/>
                      <a:pt x="1728" y="761"/>
                      <a:pt x="990" y="1634"/>
                    </a:cubicBezTo>
                    <a:cubicBezTo>
                      <a:pt x="269" y="2507"/>
                      <a:pt x="0" y="3816"/>
                      <a:pt x="553" y="4806"/>
                    </a:cubicBezTo>
                    <a:cubicBezTo>
                      <a:pt x="990" y="5611"/>
                      <a:pt x="1847" y="6081"/>
                      <a:pt x="2686" y="6451"/>
                    </a:cubicBezTo>
                    <a:cubicBezTo>
                      <a:pt x="4897" y="7410"/>
                      <a:pt x="7319" y="7915"/>
                      <a:pt x="9743" y="7915"/>
                    </a:cubicBezTo>
                    <a:cubicBezTo>
                      <a:pt x="10374" y="7915"/>
                      <a:pt x="11005" y="7880"/>
                      <a:pt x="11632" y="7811"/>
                    </a:cubicBezTo>
                    <a:cubicBezTo>
                      <a:pt x="12153" y="7744"/>
                      <a:pt x="12690" y="7659"/>
                      <a:pt x="13160" y="7424"/>
                    </a:cubicBezTo>
                    <a:cubicBezTo>
                      <a:pt x="13646" y="7207"/>
                      <a:pt x="14067" y="6804"/>
                      <a:pt x="14201" y="6300"/>
                    </a:cubicBezTo>
                    <a:cubicBezTo>
                      <a:pt x="14419" y="5511"/>
                      <a:pt x="13982" y="4705"/>
                      <a:pt x="13479" y="4085"/>
                    </a:cubicBezTo>
                    <a:cubicBezTo>
                      <a:pt x="11532" y="1596"/>
                      <a:pt x="8499" y="1"/>
                      <a:pt x="5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51"/>
              <p:cNvSpPr/>
              <p:nvPr/>
            </p:nvSpPr>
            <p:spPr>
              <a:xfrm>
                <a:off x="3302864" y="1721208"/>
                <a:ext cx="164504" cy="95083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2591" extrusionOk="0">
                    <a:moveTo>
                      <a:pt x="2237" y="1"/>
                    </a:moveTo>
                    <a:cubicBezTo>
                      <a:pt x="1529" y="1"/>
                      <a:pt x="520" y="85"/>
                      <a:pt x="219" y="518"/>
                    </a:cubicBezTo>
                    <a:cubicBezTo>
                      <a:pt x="0" y="854"/>
                      <a:pt x="17" y="1307"/>
                      <a:pt x="219" y="1660"/>
                    </a:cubicBezTo>
                    <a:cubicBezTo>
                      <a:pt x="420" y="2012"/>
                      <a:pt x="772" y="2247"/>
                      <a:pt x="1159" y="2381"/>
                    </a:cubicBezTo>
                    <a:cubicBezTo>
                      <a:pt x="1528" y="2533"/>
                      <a:pt x="1931" y="2566"/>
                      <a:pt x="2334" y="2582"/>
                    </a:cubicBezTo>
                    <a:cubicBezTo>
                      <a:pt x="2441" y="2587"/>
                      <a:pt x="2549" y="2591"/>
                      <a:pt x="2658" y="2591"/>
                    </a:cubicBezTo>
                    <a:cubicBezTo>
                      <a:pt x="2940" y="2591"/>
                      <a:pt x="3225" y="2567"/>
                      <a:pt x="3492" y="2482"/>
                    </a:cubicBezTo>
                    <a:cubicBezTo>
                      <a:pt x="3861" y="2365"/>
                      <a:pt x="4197" y="2112"/>
                      <a:pt x="4331" y="1743"/>
                    </a:cubicBezTo>
                    <a:cubicBezTo>
                      <a:pt x="4483" y="1324"/>
                      <a:pt x="4315" y="820"/>
                      <a:pt x="3979" y="501"/>
                    </a:cubicBezTo>
                    <a:cubicBezTo>
                      <a:pt x="3659" y="183"/>
                      <a:pt x="3189" y="48"/>
                      <a:pt x="2737" y="15"/>
                    </a:cubicBezTo>
                    <a:cubicBezTo>
                      <a:pt x="2608" y="7"/>
                      <a:pt x="2434" y="1"/>
                      <a:pt x="22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0" name="Google Shape;1080;p51"/>
            <p:cNvGrpSpPr/>
            <p:nvPr/>
          </p:nvGrpSpPr>
          <p:grpSpPr>
            <a:xfrm>
              <a:off x="5705041" y="2096528"/>
              <a:ext cx="535252" cy="177837"/>
              <a:chOff x="3208010" y="1515479"/>
              <a:chExt cx="1017589" cy="338094"/>
            </a:xfrm>
          </p:grpSpPr>
          <p:sp>
            <p:nvSpPr>
              <p:cNvPr id="1081" name="Google Shape;1081;p51"/>
              <p:cNvSpPr/>
              <p:nvPr/>
            </p:nvSpPr>
            <p:spPr>
              <a:xfrm>
                <a:off x="3208010" y="1515479"/>
                <a:ext cx="1017589" cy="338094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9213" extrusionOk="0">
                    <a:moveTo>
                      <a:pt x="17852" y="0"/>
                    </a:moveTo>
                    <a:cubicBezTo>
                      <a:pt x="15721" y="0"/>
                      <a:pt x="13587" y="678"/>
                      <a:pt x="12086" y="1877"/>
                    </a:cubicBezTo>
                    <a:cubicBezTo>
                      <a:pt x="10727" y="2951"/>
                      <a:pt x="9367" y="4764"/>
                      <a:pt x="8880" y="6644"/>
                    </a:cubicBezTo>
                    <a:cubicBezTo>
                      <a:pt x="7885" y="5842"/>
                      <a:pt x="6591" y="5407"/>
                      <a:pt x="5303" y="5407"/>
                    </a:cubicBezTo>
                    <a:cubicBezTo>
                      <a:pt x="4787" y="5407"/>
                      <a:pt x="4272" y="5477"/>
                      <a:pt x="3778" y="5621"/>
                    </a:cubicBezTo>
                    <a:cubicBezTo>
                      <a:pt x="2048" y="6124"/>
                      <a:pt x="588" y="7501"/>
                      <a:pt x="0" y="9213"/>
                    </a:cubicBezTo>
                    <a:lnTo>
                      <a:pt x="27730" y="9112"/>
                    </a:lnTo>
                    <a:cubicBezTo>
                      <a:pt x="27244" y="5688"/>
                      <a:pt x="25213" y="2884"/>
                      <a:pt x="22225" y="1122"/>
                    </a:cubicBezTo>
                    <a:cubicBezTo>
                      <a:pt x="20929" y="354"/>
                      <a:pt x="19391" y="0"/>
                      <a:pt x="17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51"/>
              <p:cNvSpPr/>
              <p:nvPr/>
            </p:nvSpPr>
            <p:spPr>
              <a:xfrm>
                <a:off x="3655825" y="1526268"/>
                <a:ext cx="529105" cy="290461"/>
              </a:xfrm>
              <a:custGeom>
                <a:avLst/>
                <a:gdLst/>
                <a:ahLst/>
                <a:cxnLst/>
                <a:rect l="l" t="t" r="r" b="b"/>
                <a:pathLst>
                  <a:path w="14419" h="7915" extrusionOk="0">
                    <a:moveTo>
                      <a:pt x="5350" y="1"/>
                    </a:moveTo>
                    <a:cubicBezTo>
                      <a:pt x="4889" y="1"/>
                      <a:pt x="4425" y="35"/>
                      <a:pt x="3962" y="106"/>
                    </a:cubicBezTo>
                    <a:cubicBezTo>
                      <a:pt x="2836" y="291"/>
                      <a:pt x="1728" y="761"/>
                      <a:pt x="990" y="1634"/>
                    </a:cubicBezTo>
                    <a:cubicBezTo>
                      <a:pt x="269" y="2507"/>
                      <a:pt x="0" y="3816"/>
                      <a:pt x="553" y="4806"/>
                    </a:cubicBezTo>
                    <a:cubicBezTo>
                      <a:pt x="990" y="5611"/>
                      <a:pt x="1847" y="6081"/>
                      <a:pt x="2686" y="6451"/>
                    </a:cubicBezTo>
                    <a:cubicBezTo>
                      <a:pt x="4897" y="7410"/>
                      <a:pt x="7319" y="7915"/>
                      <a:pt x="9743" y="7915"/>
                    </a:cubicBezTo>
                    <a:cubicBezTo>
                      <a:pt x="10374" y="7915"/>
                      <a:pt x="11005" y="7880"/>
                      <a:pt x="11632" y="7811"/>
                    </a:cubicBezTo>
                    <a:cubicBezTo>
                      <a:pt x="12153" y="7744"/>
                      <a:pt x="12690" y="7659"/>
                      <a:pt x="13160" y="7424"/>
                    </a:cubicBezTo>
                    <a:cubicBezTo>
                      <a:pt x="13646" y="7207"/>
                      <a:pt x="14067" y="6804"/>
                      <a:pt x="14201" y="6300"/>
                    </a:cubicBezTo>
                    <a:cubicBezTo>
                      <a:pt x="14419" y="5511"/>
                      <a:pt x="13982" y="4705"/>
                      <a:pt x="13479" y="4085"/>
                    </a:cubicBezTo>
                    <a:cubicBezTo>
                      <a:pt x="11532" y="1596"/>
                      <a:pt x="8499" y="1"/>
                      <a:pt x="5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51"/>
              <p:cNvSpPr/>
              <p:nvPr/>
            </p:nvSpPr>
            <p:spPr>
              <a:xfrm>
                <a:off x="3302864" y="1721208"/>
                <a:ext cx="164504" cy="95083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2591" extrusionOk="0">
                    <a:moveTo>
                      <a:pt x="2237" y="1"/>
                    </a:moveTo>
                    <a:cubicBezTo>
                      <a:pt x="1529" y="1"/>
                      <a:pt x="520" y="85"/>
                      <a:pt x="219" y="518"/>
                    </a:cubicBezTo>
                    <a:cubicBezTo>
                      <a:pt x="0" y="854"/>
                      <a:pt x="17" y="1307"/>
                      <a:pt x="219" y="1660"/>
                    </a:cubicBezTo>
                    <a:cubicBezTo>
                      <a:pt x="420" y="2012"/>
                      <a:pt x="772" y="2247"/>
                      <a:pt x="1159" y="2381"/>
                    </a:cubicBezTo>
                    <a:cubicBezTo>
                      <a:pt x="1528" y="2533"/>
                      <a:pt x="1931" y="2566"/>
                      <a:pt x="2334" y="2582"/>
                    </a:cubicBezTo>
                    <a:cubicBezTo>
                      <a:pt x="2441" y="2587"/>
                      <a:pt x="2549" y="2591"/>
                      <a:pt x="2658" y="2591"/>
                    </a:cubicBezTo>
                    <a:cubicBezTo>
                      <a:pt x="2940" y="2591"/>
                      <a:pt x="3225" y="2567"/>
                      <a:pt x="3492" y="2482"/>
                    </a:cubicBezTo>
                    <a:cubicBezTo>
                      <a:pt x="3861" y="2365"/>
                      <a:pt x="4197" y="2112"/>
                      <a:pt x="4331" y="1743"/>
                    </a:cubicBezTo>
                    <a:cubicBezTo>
                      <a:pt x="4483" y="1324"/>
                      <a:pt x="4315" y="820"/>
                      <a:pt x="3979" y="501"/>
                    </a:cubicBezTo>
                    <a:cubicBezTo>
                      <a:pt x="3659" y="183"/>
                      <a:pt x="3189" y="48"/>
                      <a:pt x="2737" y="15"/>
                    </a:cubicBezTo>
                    <a:cubicBezTo>
                      <a:pt x="2608" y="7"/>
                      <a:pt x="2434" y="1"/>
                      <a:pt x="22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" name="Subtítulo 8">
            <a:extLst>
              <a:ext uri="{FF2B5EF4-FFF2-40B4-BE49-F238E27FC236}">
                <a16:creationId xmlns:a16="http://schemas.microsoft.com/office/drawing/2014/main" id="{ADFB3072-6ECF-4533-915D-AC713B12B47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31641" y="2103035"/>
            <a:ext cx="4145772" cy="1010700"/>
          </a:xfrm>
        </p:spPr>
        <p:txBody>
          <a:bodyPr/>
          <a:lstStyle/>
          <a:p>
            <a:r>
              <a:rPr lang="pt-BR" sz="2400" dirty="0"/>
              <a:t>Um público mais maduro que buscam informações sobre as matrizes energéticas brasileiras.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>
            <a:spLocks noGrp="1"/>
          </p:cNvSpPr>
          <p:nvPr>
            <p:ph type="title"/>
          </p:nvPr>
        </p:nvSpPr>
        <p:spPr>
          <a:xfrm>
            <a:off x="720000" y="4497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 que o site irá oferecer ao público?</a:t>
            </a:r>
            <a:endParaRPr sz="4000" dirty="0"/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ADFB3072-6ECF-4533-915D-AC713B12B47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020579" y="2536421"/>
            <a:ext cx="4145772" cy="1010700"/>
          </a:xfrm>
        </p:spPr>
        <p:txBody>
          <a:bodyPr/>
          <a:lstStyle/>
          <a:p>
            <a:r>
              <a:rPr lang="pt-BR" sz="2400" dirty="0"/>
              <a:t>Informações sobre as matrizes energéticas brasileiras, algumas funcionalidades mais dinâmicas e as referências da pesquisa</a:t>
            </a:r>
          </a:p>
        </p:txBody>
      </p:sp>
      <p:grpSp>
        <p:nvGrpSpPr>
          <p:cNvPr id="62" name="Google Shape;2315;p75">
            <a:extLst>
              <a:ext uri="{FF2B5EF4-FFF2-40B4-BE49-F238E27FC236}">
                <a16:creationId xmlns:a16="http://schemas.microsoft.com/office/drawing/2014/main" id="{6644C400-12F1-4A73-8FAE-FB899C5DC796}"/>
              </a:ext>
            </a:extLst>
          </p:cNvPr>
          <p:cNvGrpSpPr/>
          <p:nvPr/>
        </p:nvGrpSpPr>
        <p:grpSpPr>
          <a:xfrm>
            <a:off x="134621" y="1797510"/>
            <a:ext cx="3129574" cy="2551814"/>
            <a:chOff x="4331274" y="1329001"/>
            <a:chExt cx="3628999" cy="2848200"/>
          </a:xfrm>
        </p:grpSpPr>
        <p:grpSp>
          <p:nvGrpSpPr>
            <p:cNvPr id="63" name="Google Shape;2316;p75">
              <a:extLst>
                <a:ext uri="{FF2B5EF4-FFF2-40B4-BE49-F238E27FC236}">
                  <a16:creationId xmlns:a16="http://schemas.microsoft.com/office/drawing/2014/main" id="{166A43BD-D505-4059-A2FF-823A6A197C14}"/>
                </a:ext>
              </a:extLst>
            </p:cNvPr>
            <p:cNvGrpSpPr/>
            <p:nvPr/>
          </p:nvGrpSpPr>
          <p:grpSpPr>
            <a:xfrm rot="5400000" flipH="1">
              <a:off x="5234996" y="2541645"/>
              <a:ext cx="801000" cy="801000"/>
              <a:chOff x="5372267" y="434783"/>
              <a:chExt cx="801000" cy="801000"/>
            </a:xfrm>
          </p:grpSpPr>
          <p:sp>
            <p:nvSpPr>
              <p:cNvPr id="103" name="Google Shape;2317;p75">
                <a:extLst>
                  <a:ext uri="{FF2B5EF4-FFF2-40B4-BE49-F238E27FC236}">
                    <a16:creationId xmlns:a16="http://schemas.microsoft.com/office/drawing/2014/main" id="{4E05700C-97CB-4F31-8920-7D2294F509DA}"/>
                  </a:ext>
                </a:extLst>
              </p:cNvPr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318;p75">
                <a:extLst>
                  <a:ext uri="{FF2B5EF4-FFF2-40B4-BE49-F238E27FC236}">
                    <a16:creationId xmlns:a16="http://schemas.microsoft.com/office/drawing/2014/main" id="{249B185B-A79B-4D77-963B-C49114369057}"/>
                  </a:ext>
                </a:extLst>
              </p:cNvPr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" name="Google Shape;2319;p75">
              <a:extLst>
                <a:ext uri="{FF2B5EF4-FFF2-40B4-BE49-F238E27FC236}">
                  <a16:creationId xmlns:a16="http://schemas.microsoft.com/office/drawing/2014/main" id="{0D87F7B6-89A4-4825-8948-FD13388B5A15}"/>
                </a:ext>
              </a:extLst>
            </p:cNvPr>
            <p:cNvSpPr/>
            <p:nvPr/>
          </p:nvSpPr>
          <p:spPr>
            <a:xfrm rot="-430288" flipH="1">
              <a:off x="5768217" y="2126655"/>
              <a:ext cx="542144" cy="1716950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2320;p75">
              <a:extLst>
                <a:ext uri="{FF2B5EF4-FFF2-40B4-BE49-F238E27FC236}">
                  <a16:creationId xmlns:a16="http://schemas.microsoft.com/office/drawing/2014/main" id="{1A129C6A-FDF6-4FFF-B83A-BF11438113E6}"/>
                </a:ext>
              </a:extLst>
            </p:cNvPr>
            <p:cNvGrpSpPr/>
            <p:nvPr/>
          </p:nvGrpSpPr>
          <p:grpSpPr>
            <a:xfrm flipH="1">
              <a:off x="5061739" y="1452317"/>
              <a:ext cx="627083" cy="436814"/>
              <a:chOff x="5779976" y="1418876"/>
              <a:chExt cx="421200" cy="293400"/>
            </a:xfrm>
          </p:grpSpPr>
          <p:sp>
            <p:nvSpPr>
              <p:cNvPr id="101" name="Google Shape;2321;p75">
                <a:extLst>
                  <a:ext uri="{FF2B5EF4-FFF2-40B4-BE49-F238E27FC236}">
                    <a16:creationId xmlns:a16="http://schemas.microsoft.com/office/drawing/2014/main" id="{272BE9AB-C8E8-465B-8E9C-F56761144233}"/>
                  </a:ext>
                </a:extLst>
              </p:cNvPr>
              <p:cNvSpPr/>
              <p:nvPr/>
            </p:nvSpPr>
            <p:spPr>
              <a:xfrm>
                <a:off x="5779976" y="1418876"/>
                <a:ext cx="421200" cy="293400"/>
              </a:xfrm>
              <a:prstGeom prst="wedgeRoundRectCallout">
                <a:avLst>
                  <a:gd name="adj1" fmla="val -17374"/>
                  <a:gd name="adj2" fmla="val 73101"/>
                  <a:gd name="adj3" fmla="val 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322;p75">
                <a:extLst>
                  <a:ext uri="{FF2B5EF4-FFF2-40B4-BE49-F238E27FC236}">
                    <a16:creationId xmlns:a16="http://schemas.microsoft.com/office/drawing/2014/main" id="{DBC84F9A-19CB-4268-BBBB-1732C0611E0E}"/>
                  </a:ext>
                </a:extLst>
              </p:cNvPr>
              <p:cNvSpPr/>
              <p:nvPr/>
            </p:nvSpPr>
            <p:spPr>
              <a:xfrm>
                <a:off x="5908478" y="1501513"/>
                <a:ext cx="157557" cy="139114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7017" extrusionOk="0">
                    <a:moveTo>
                      <a:pt x="5119" y="1"/>
                    </a:moveTo>
                    <a:cubicBezTo>
                      <a:pt x="2198" y="1"/>
                      <a:pt x="0" y="2389"/>
                      <a:pt x="0" y="5554"/>
                    </a:cubicBezTo>
                    <a:cubicBezTo>
                      <a:pt x="0" y="8974"/>
                      <a:pt x="2744" y="11311"/>
                      <a:pt x="6902" y="14855"/>
                    </a:cubicBezTo>
                    <a:cubicBezTo>
                      <a:pt x="7607" y="15458"/>
                      <a:pt x="8408" y="16138"/>
                      <a:pt x="9239" y="16867"/>
                    </a:cubicBezTo>
                    <a:cubicBezTo>
                      <a:pt x="9352" y="16966"/>
                      <a:pt x="9493" y="17016"/>
                      <a:pt x="9635" y="17016"/>
                    </a:cubicBezTo>
                    <a:cubicBezTo>
                      <a:pt x="9776" y="17016"/>
                      <a:pt x="9918" y="16966"/>
                      <a:pt x="10031" y="16867"/>
                    </a:cubicBezTo>
                    <a:cubicBezTo>
                      <a:pt x="10862" y="16138"/>
                      <a:pt x="11663" y="15458"/>
                      <a:pt x="12370" y="14855"/>
                    </a:cubicBezTo>
                    <a:cubicBezTo>
                      <a:pt x="16526" y="11314"/>
                      <a:pt x="19272" y="8974"/>
                      <a:pt x="19272" y="5554"/>
                    </a:cubicBezTo>
                    <a:cubicBezTo>
                      <a:pt x="19272" y="2389"/>
                      <a:pt x="17071" y="1"/>
                      <a:pt x="14153" y="1"/>
                    </a:cubicBezTo>
                    <a:cubicBezTo>
                      <a:pt x="13105" y="1"/>
                      <a:pt x="12148" y="332"/>
                      <a:pt x="11301" y="986"/>
                    </a:cubicBezTo>
                    <a:cubicBezTo>
                      <a:pt x="10491" y="1612"/>
                      <a:pt x="9952" y="2410"/>
                      <a:pt x="9636" y="2991"/>
                    </a:cubicBezTo>
                    <a:cubicBezTo>
                      <a:pt x="9317" y="2410"/>
                      <a:pt x="8778" y="1612"/>
                      <a:pt x="7968" y="986"/>
                    </a:cubicBezTo>
                    <a:cubicBezTo>
                      <a:pt x="7122" y="332"/>
                      <a:pt x="6164" y="1"/>
                      <a:pt x="5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66" name="Google Shape;2323;p75">
              <a:extLst>
                <a:ext uri="{FF2B5EF4-FFF2-40B4-BE49-F238E27FC236}">
                  <a16:creationId xmlns:a16="http://schemas.microsoft.com/office/drawing/2014/main" id="{E444692E-EA6C-4608-BE0E-5D971EE1642F}"/>
                </a:ext>
              </a:extLst>
            </p:cNvPr>
            <p:cNvSpPr/>
            <p:nvPr/>
          </p:nvSpPr>
          <p:spPr>
            <a:xfrm>
              <a:off x="6282673" y="1329001"/>
              <a:ext cx="1677600" cy="2848200"/>
            </a:xfrm>
            <a:prstGeom prst="roundRect">
              <a:avLst>
                <a:gd name="adj" fmla="val 1004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324;p75">
              <a:extLst>
                <a:ext uri="{FF2B5EF4-FFF2-40B4-BE49-F238E27FC236}">
                  <a16:creationId xmlns:a16="http://schemas.microsoft.com/office/drawing/2014/main" id="{D0DCBB24-7C81-46C6-B424-1E4E9FF7DD79}"/>
                </a:ext>
              </a:extLst>
            </p:cNvPr>
            <p:cNvSpPr/>
            <p:nvPr/>
          </p:nvSpPr>
          <p:spPr>
            <a:xfrm>
              <a:off x="6331650" y="1860175"/>
              <a:ext cx="1577700" cy="2260500"/>
            </a:xfrm>
            <a:prstGeom prst="roundRect">
              <a:avLst>
                <a:gd name="adj" fmla="val 3424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325;p75">
              <a:extLst>
                <a:ext uri="{FF2B5EF4-FFF2-40B4-BE49-F238E27FC236}">
                  <a16:creationId xmlns:a16="http://schemas.microsoft.com/office/drawing/2014/main" id="{C35F51D9-53BC-4FC6-A2ED-57CB9963608D}"/>
                </a:ext>
              </a:extLst>
            </p:cNvPr>
            <p:cNvSpPr/>
            <p:nvPr/>
          </p:nvSpPr>
          <p:spPr>
            <a:xfrm>
              <a:off x="6474026" y="1445487"/>
              <a:ext cx="71135" cy="7113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326;p75">
              <a:extLst>
                <a:ext uri="{FF2B5EF4-FFF2-40B4-BE49-F238E27FC236}">
                  <a16:creationId xmlns:a16="http://schemas.microsoft.com/office/drawing/2014/main" id="{0732F583-C6C2-4CA1-9125-B362FE358BAD}"/>
                </a:ext>
              </a:extLst>
            </p:cNvPr>
            <p:cNvSpPr/>
            <p:nvPr/>
          </p:nvSpPr>
          <p:spPr>
            <a:xfrm>
              <a:off x="6615915" y="1445487"/>
              <a:ext cx="71174" cy="71135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327;p75">
              <a:extLst>
                <a:ext uri="{FF2B5EF4-FFF2-40B4-BE49-F238E27FC236}">
                  <a16:creationId xmlns:a16="http://schemas.microsoft.com/office/drawing/2014/main" id="{B29711F7-DAF8-4335-865C-54CA01D2BE8D}"/>
                </a:ext>
              </a:extLst>
            </p:cNvPr>
            <p:cNvSpPr/>
            <p:nvPr/>
          </p:nvSpPr>
          <p:spPr>
            <a:xfrm>
              <a:off x="6757823" y="1445487"/>
              <a:ext cx="71155" cy="7113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328;p75">
              <a:extLst>
                <a:ext uri="{FF2B5EF4-FFF2-40B4-BE49-F238E27FC236}">
                  <a16:creationId xmlns:a16="http://schemas.microsoft.com/office/drawing/2014/main" id="{F883FB91-D4AE-499E-B732-0536B2535CD1}"/>
                </a:ext>
              </a:extLst>
            </p:cNvPr>
            <p:cNvSpPr/>
            <p:nvPr/>
          </p:nvSpPr>
          <p:spPr>
            <a:xfrm>
              <a:off x="6432549" y="1666144"/>
              <a:ext cx="721670" cy="44511"/>
            </a:xfrm>
            <a:custGeom>
              <a:avLst/>
              <a:gdLst/>
              <a:ahLst/>
              <a:cxnLst/>
              <a:rect l="l" t="t" r="r" b="b"/>
              <a:pathLst>
                <a:path w="37080" h="2287" extrusionOk="0">
                  <a:moveTo>
                    <a:pt x="1154" y="0"/>
                  </a:moveTo>
                  <a:cubicBezTo>
                    <a:pt x="529" y="0"/>
                    <a:pt x="0" y="508"/>
                    <a:pt x="0" y="1134"/>
                  </a:cubicBezTo>
                  <a:cubicBezTo>
                    <a:pt x="0" y="1778"/>
                    <a:pt x="529" y="2286"/>
                    <a:pt x="1154" y="2286"/>
                  </a:cubicBezTo>
                  <a:lnTo>
                    <a:pt x="35925" y="2286"/>
                  </a:lnTo>
                  <a:cubicBezTo>
                    <a:pt x="36551" y="2286"/>
                    <a:pt x="37079" y="1778"/>
                    <a:pt x="37079" y="1134"/>
                  </a:cubicBezTo>
                  <a:cubicBezTo>
                    <a:pt x="37079" y="508"/>
                    <a:pt x="36551" y="0"/>
                    <a:pt x="35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329;p75">
              <a:extLst>
                <a:ext uri="{FF2B5EF4-FFF2-40B4-BE49-F238E27FC236}">
                  <a16:creationId xmlns:a16="http://schemas.microsoft.com/office/drawing/2014/main" id="{08FBE211-B00B-40A9-8128-14E005D28EFB}"/>
                </a:ext>
              </a:extLst>
            </p:cNvPr>
            <p:cNvSpPr/>
            <p:nvPr/>
          </p:nvSpPr>
          <p:spPr>
            <a:xfrm>
              <a:off x="6068484" y="2157656"/>
              <a:ext cx="1677629" cy="1677220"/>
            </a:xfrm>
            <a:custGeom>
              <a:avLst/>
              <a:gdLst/>
              <a:ahLst/>
              <a:cxnLst/>
              <a:rect l="l" t="t" r="r" b="b"/>
              <a:pathLst>
                <a:path w="86198" h="86177" extrusionOk="0">
                  <a:moveTo>
                    <a:pt x="1583" y="0"/>
                  </a:moveTo>
                  <a:cubicBezTo>
                    <a:pt x="705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5" y="86177"/>
                    <a:pt x="1583" y="86177"/>
                  </a:cubicBezTo>
                  <a:lnTo>
                    <a:pt x="84614" y="86177"/>
                  </a:lnTo>
                  <a:cubicBezTo>
                    <a:pt x="85494" y="86177"/>
                    <a:pt x="86198" y="85473"/>
                    <a:pt x="86198" y="84594"/>
                  </a:cubicBezTo>
                  <a:lnTo>
                    <a:pt x="86198" y="1564"/>
                  </a:lnTo>
                  <a:cubicBezTo>
                    <a:pt x="86198" y="704"/>
                    <a:pt x="85494" y="0"/>
                    <a:pt x="84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330;p75">
              <a:extLst>
                <a:ext uri="{FF2B5EF4-FFF2-40B4-BE49-F238E27FC236}">
                  <a16:creationId xmlns:a16="http://schemas.microsoft.com/office/drawing/2014/main" id="{8BF992A6-0E21-4F8B-8CEF-182641096A52}"/>
                </a:ext>
              </a:extLst>
            </p:cNvPr>
            <p:cNvSpPr/>
            <p:nvPr/>
          </p:nvSpPr>
          <p:spPr>
            <a:xfrm>
              <a:off x="6098536" y="3037212"/>
              <a:ext cx="1617509" cy="768049"/>
            </a:xfrm>
            <a:custGeom>
              <a:avLst/>
              <a:gdLst/>
              <a:ahLst/>
              <a:cxnLst/>
              <a:rect l="l" t="t" r="r" b="b"/>
              <a:pathLst>
                <a:path w="83109" h="39463" extrusionOk="0">
                  <a:moveTo>
                    <a:pt x="83070" y="0"/>
                  </a:moveTo>
                  <a:lnTo>
                    <a:pt x="0" y="19"/>
                  </a:lnTo>
                  <a:lnTo>
                    <a:pt x="39" y="39462"/>
                  </a:lnTo>
                  <a:lnTo>
                    <a:pt x="83070" y="39462"/>
                  </a:lnTo>
                  <a:lnTo>
                    <a:pt x="83109" y="39443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331;p75">
              <a:extLst>
                <a:ext uri="{FF2B5EF4-FFF2-40B4-BE49-F238E27FC236}">
                  <a16:creationId xmlns:a16="http://schemas.microsoft.com/office/drawing/2014/main" id="{3C2827D2-A3A1-404E-9B83-5743AE513B30}"/>
                </a:ext>
              </a:extLst>
            </p:cNvPr>
            <p:cNvSpPr/>
            <p:nvPr/>
          </p:nvSpPr>
          <p:spPr>
            <a:xfrm>
              <a:off x="6098536" y="2187318"/>
              <a:ext cx="1616750" cy="849869"/>
            </a:xfrm>
            <a:custGeom>
              <a:avLst/>
              <a:gdLst/>
              <a:ahLst/>
              <a:cxnLst/>
              <a:rect l="l" t="t" r="r" b="b"/>
              <a:pathLst>
                <a:path w="83070" h="43667" extrusionOk="0">
                  <a:moveTo>
                    <a:pt x="83070" y="1"/>
                  </a:moveTo>
                  <a:lnTo>
                    <a:pt x="0" y="40"/>
                  </a:lnTo>
                  <a:lnTo>
                    <a:pt x="39" y="43666"/>
                  </a:lnTo>
                  <a:lnTo>
                    <a:pt x="83070" y="43666"/>
                  </a:lnTo>
                  <a:lnTo>
                    <a:pt x="83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2332;p75">
              <a:extLst>
                <a:ext uri="{FF2B5EF4-FFF2-40B4-BE49-F238E27FC236}">
                  <a16:creationId xmlns:a16="http://schemas.microsoft.com/office/drawing/2014/main" id="{EE246C3B-0A03-40E3-A7C7-C8129A74E476}"/>
                </a:ext>
              </a:extLst>
            </p:cNvPr>
            <p:cNvSpPr/>
            <p:nvPr/>
          </p:nvSpPr>
          <p:spPr>
            <a:xfrm>
              <a:off x="6818296" y="2384386"/>
              <a:ext cx="323000" cy="448903"/>
            </a:xfrm>
            <a:custGeom>
              <a:avLst/>
              <a:gdLst/>
              <a:ahLst/>
              <a:cxnLst/>
              <a:rect l="l" t="t" r="r" b="b"/>
              <a:pathLst>
                <a:path w="16596" h="23065" extrusionOk="0">
                  <a:moveTo>
                    <a:pt x="6862" y="1"/>
                  </a:moveTo>
                  <a:cubicBezTo>
                    <a:pt x="6198" y="1"/>
                    <a:pt x="5650" y="548"/>
                    <a:pt x="5650" y="1231"/>
                  </a:cubicBezTo>
                  <a:lnTo>
                    <a:pt x="5650" y="3402"/>
                  </a:lnTo>
                  <a:lnTo>
                    <a:pt x="157" y="10574"/>
                  </a:lnTo>
                  <a:cubicBezTo>
                    <a:pt x="40" y="10712"/>
                    <a:pt x="1" y="10868"/>
                    <a:pt x="1" y="11024"/>
                  </a:cubicBezTo>
                  <a:lnTo>
                    <a:pt x="1" y="22322"/>
                  </a:lnTo>
                  <a:cubicBezTo>
                    <a:pt x="1" y="22731"/>
                    <a:pt x="334" y="23065"/>
                    <a:pt x="744" y="23065"/>
                  </a:cubicBezTo>
                  <a:lnTo>
                    <a:pt x="13430" y="23065"/>
                  </a:lnTo>
                  <a:cubicBezTo>
                    <a:pt x="14329" y="23065"/>
                    <a:pt x="15051" y="22341"/>
                    <a:pt x="15051" y="21441"/>
                  </a:cubicBezTo>
                  <a:cubicBezTo>
                    <a:pt x="15051" y="20542"/>
                    <a:pt x="14329" y="19820"/>
                    <a:pt x="13430" y="19820"/>
                  </a:cubicBezTo>
                  <a:lnTo>
                    <a:pt x="14035" y="19820"/>
                  </a:lnTo>
                  <a:cubicBezTo>
                    <a:pt x="15012" y="19820"/>
                    <a:pt x="15794" y="19018"/>
                    <a:pt x="15794" y="18040"/>
                  </a:cubicBezTo>
                  <a:cubicBezTo>
                    <a:pt x="15794" y="17084"/>
                    <a:pt x="15012" y="16281"/>
                    <a:pt x="14035" y="16281"/>
                  </a:cubicBezTo>
                  <a:lnTo>
                    <a:pt x="14368" y="16281"/>
                  </a:lnTo>
                  <a:cubicBezTo>
                    <a:pt x="15384" y="16281"/>
                    <a:pt x="16205" y="15460"/>
                    <a:pt x="16205" y="14444"/>
                  </a:cubicBezTo>
                  <a:cubicBezTo>
                    <a:pt x="16205" y="13428"/>
                    <a:pt x="15384" y="12607"/>
                    <a:pt x="14368" y="12607"/>
                  </a:cubicBezTo>
                  <a:lnTo>
                    <a:pt x="14681" y="12607"/>
                  </a:lnTo>
                  <a:cubicBezTo>
                    <a:pt x="15736" y="12607"/>
                    <a:pt x="16596" y="11747"/>
                    <a:pt x="16596" y="10691"/>
                  </a:cubicBezTo>
                  <a:cubicBezTo>
                    <a:pt x="16596" y="9636"/>
                    <a:pt x="15736" y="8776"/>
                    <a:pt x="14681" y="8776"/>
                  </a:cubicBezTo>
                  <a:lnTo>
                    <a:pt x="7819" y="8776"/>
                  </a:lnTo>
                  <a:cubicBezTo>
                    <a:pt x="8836" y="7193"/>
                    <a:pt x="9383" y="5336"/>
                    <a:pt x="9383" y="3459"/>
                  </a:cubicBezTo>
                  <a:lnTo>
                    <a:pt x="9383" y="2521"/>
                  </a:lnTo>
                  <a:cubicBezTo>
                    <a:pt x="9383" y="1134"/>
                    <a:pt x="8249" y="1"/>
                    <a:pt x="6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333;p75">
              <a:extLst>
                <a:ext uri="{FF2B5EF4-FFF2-40B4-BE49-F238E27FC236}">
                  <a16:creationId xmlns:a16="http://schemas.microsoft.com/office/drawing/2014/main" id="{A9B8E205-03E4-4C8E-A2B1-86536E77C73A}"/>
                </a:ext>
              </a:extLst>
            </p:cNvPr>
            <p:cNvSpPr/>
            <p:nvPr/>
          </p:nvSpPr>
          <p:spPr>
            <a:xfrm>
              <a:off x="6673371" y="2579936"/>
              <a:ext cx="122516" cy="289874"/>
            </a:xfrm>
            <a:custGeom>
              <a:avLst/>
              <a:gdLst/>
              <a:ahLst/>
              <a:cxnLst/>
              <a:rect l="l" t="t" r="r" b="b"/>
              <a:pathLst>
                <a:path w="6295" h="14894" extrusionOk="0">
                  <a:moveTo>
                    <a:pt x="997" y="0"/>
                  </a:moveTo>
                  <a:cubicBezTo>
                    <a:pt x="449" y="0"/>
                    <a:pt x="1" y="430"/>
                    <a:pt x="1" y="977"/>
                  </a:cubicBezTo>
                  <a:lnTo>
                    <a:pt x="1" y="13896"/>
                  </a:lnTo>
                  <a:cubicBezTo>
                    <a:pt x="1" y="14444"/>
                    <a:pt x="449" y="14894"/>
                    <a:pt x="997" y="14894"/>
                  </a:cubicBezTo>
                  <a:lnTo>
                    <a:pt x="5297" y="14894"/>
                  </a:lnTo>
                  <a:cubicBezTo>
                    <a:pt x="5844" y="14894"/>
                    <a:pt x="6294" y="14444"/>
                    <a:pt x="6294" y="13896"/>
                  </a:cubicBezTo>
                  <a:lnTo>
                    <a:pt x="6294" y="977"/>
                  </a:lnTo>
                  <a:cubicBezTo>
                    <a:pt x="6294" y="430"/>
                    <a:pt x="5844" y="0"/>
                    <a:pt x="5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334;p75">
              <a:extLst>
                <a:ext uri="{FF2B5EF4-FFF2-40B4-BE49-F238E27FC236}">
                  <a16:creationId xmlns:a16="http://schemas.microsoft.com/office/drawing/2014/main" id="{F99E235C-C1C4-4CD3-888C-D7E7D64600FC}"/>
                </a:ext>
              </a:extLst>
            </p:cNvPr>
            <p:cNvSpPr/>
            <p:nvPr/>
          </p:nvSpPr>
          <p:spPr>
            <a:xfrm>
              <a:off x="6432938" y="3180249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66"/>
                    <a:pt x="1173" y="5218"/>
                    <a:pt x="2600" y="5218"/>
                  </a:cubicBezTo>
                  <a:cubicBezTo>
                    <a:pt x="4046" y="5218"/>
                    <a:pt x="5219" y="4066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335;p75">
              <a:extLst>
                <a:ext uri="{FF2B5EF4-FFF2-40B4-BE49-F238E27FC236}">
                  <a16:creationId xmlns:a16="http://schemas.microsoft.com/office/drawing/2014/main" id="{B10B737F-6B10-4FD1-BF02-831576C81A14}"/>
                </a:ext>
              </a:extLst>
            </p:cNvPr>
            <p:cNvSpPr/>
            <p:nvPr/>
          </p:nvSpPr>
          <p:spPr>
            <a:xfrm>
              <a:off x="6432938" y="3370466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45"/>
                    <a:pt x="1173" y="5218"/>
                    <a:pt x="2600" y="5218"/>
                  </a:cubicBezTo>
                  <a:cubicBezTo>
                    <a:pt x="4046" y="5218"/>
                    <a:pt x="5219" y="4045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2336;p75">
              <a:extLst>
                <a:ext uri="{FF2B5EF4-FFF2-40B4-BE49-F238E27FC236}">
                  <a16:creationId xmlns:a16="http://schemas.microsoft.com/office/drawing/2014/main" id="{D9BF5D3B-290D-4FB6-9FA1-D9E8921AE943}"/>
                </a:ext>
              </a:extLst>
            </p:cNvPr>
            <p:cNvGrpSpPr/>
            <p:nvPr/>
          </p:nvGrpSpPr>
          <p:grpSpPr>
            <a:xfrm>
              <a:off x="6647232" y="3130557"/>
              <a:ext cx="948437" cy="402155"/>
              <a:chOff x="5806369" y="3534407"/>
              <a:chExt cx="948437" cy="402155"/>
            </a:xfrm>
          </p:grpSpPr>
          <p:sp>
            <p:nvSpPr>
              <p:cNvPr id="92" name="Google Shape;2337;p75">
                <a:extLst>
                  <a:ext uri="{FF2B5EF4-FFF2-40B4-BE49-F238E27FC236}">
                    <a16:creationId xmlns:a16="http://schemas.microsoft.com/office/drawing/2014/main" id="{33A24FB4-FE18-49ED-B8B3-D81F25AC32A3}"/>
                  </a:ext>
                </a:extLst>
              </p:cNvPr>
              <p:cNvSpPr/>
              <p:nvPr/>
            </p:nvSpPr>
            <p:spPr>
              <a:xfrm>
                <a:off x="6432938" y="3560663"/>
                <a:ext cx="101580" cy="101580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5219" extrusionOk="0">
                    <a:moveTo>
                      <a:pt x="2600" y="1"/>
                    </a:moveTo>
                    <a:cubicBezTo>
                      <a:pt x="1173" y="1"/>
                      <a:pt x="1" y="1153"/>
                      <a:pt x="1" y="2600"/>
                    </a:cubicBezTo>
                    <a:cubicBezTo>
                      <a:pt x="1" y="4046"/>
                      <a:pt x="1173" y="5219"/>
                      <a:pt x="2600" y="5219"/>
                    </a:cubicBezTo>
                    <a:cubicBezTo>
                      <a:pt x="4046" y="5219"/>
                      <a:pt x="5219" y="4046"/>
                      <a:pt x="5219" y="2600"/>
                    </a:cubicBezTo>
                    <a:cubicBezTo>
                      <a:pt x="5219" y="1153"/>
                      <a:pt x="4046" y="1"/>
                      <a:pt x="2600" y="1"/>
                    </a:cubicBezTo>
                    <a:close/>
                  </a:path>
                </a:pathLst>
              </a:custGeom>
              <a:solidFill>
                <a:srgbClr val="C7A2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2338;p75">
                <a:extLst>
                  <a:ext uri="{FF2B5EF4-FFF2-40B4-BE49-F238E27FC236}">
                    <a16:creationId xmlns:a16="http://schemas.microsoft.com/office/drawing/2014/main" id="{F0D8DD87-F21A-46B9-AC5B-756EE5E7871A}"/>
                  </a:ext>
                </a:extLst>
              </p:cNvPr>
              <p:cNvSpPr/>
              <p:nvPr/>
            </p:nvSpPr>
            <p:spPr>
              <a:xfrm>
                <a:off x="5806369" y="3653504"/>
                <a:ext cx="948437" cy="283058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14543" extrusionOk="0">
                    <a:moveTo>
                      <a:pt x="0" y="0"/>
                    </a:moveTo>
                    <a:lnTo>
                      <a:pt x="0" y="11688"/>
                    </a:lnTo>
                    <a:cubicBezTo>
                      <a:pt x="0" y="13271"/>
                      <a:pt x="1271" y="14542"/>
                      <a:pt x="2854" y="14542"/>
                    </a:cubicBezTo>
                    <a:lnTo>
                      <a:pt x="45875" y="14542"/>
                    </a:lnTo>
                    <a:cubicBezTo>
                      <a:pt x="47438" y="14542"/>
                      <a:pt x="48728" y="13271"/>
                      <a:pt x="48728" y="11688"/>
                    </a:cubicBezTo>
                    <a:lnTo>
                      <a:pt x="487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2339;p75">
                <a:extLst>
                  <a:ext uri="{FF2B5EF4-FFF2-40B4-BE49-F238E27FC236}">
                    <a16:creationId xmlns:a16="http://schemas.microsoft.com/office/drawing/2014/main" id="{B1D2B2AD-BCE4-4B7A-816C-9047DF8210C6}"/>
                  </a:ext>
                </a:extLst>
              </p:cNvPr>
              <p:cNvSpPr/>
              <p:nvPr/>
            </p:nvSpPr>
            <p:spPr>
              <a:xfrm>
                <a:off x="5806369" y="3534407"/>
                <a:ext cx="948437" cy="119117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6120" extrusionOk="0">
                    <a:moveTo>
                      <a:pt x="2854" y="1"/>
                    </a:moveTo>
                    <a:cubicBezTo>
                      <a:pt x="1271" y="1"/>
                      <a:pt x="0" y="1291"/>
                      <a:pt x="0" y="2854"/>
                    </a:cubicBezTo>
                    <a:lnTo>
                      <a:pt x="0" y="6119"/>
                    </a:lnTo>
                    <a:lnTo>
                      <a:pt x="48728" y="6119"/>
                    </a:lnTo>
                    <a:lnTo>
                      <a:pt x="48728" y="2854"/>
                    </a:lnTo>
                    <a:cubicBezTo>
                      <a:pt x="48728" y="1291"/>
                      <a:pt x="47438" y="1"/>
                      <a:pt x="45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340;p75">
                <a:extLst>
                  <a:ext uri="{FF2B5EF4-FFF2-40B4-BE49-F238E27FC236}">
                    <a16:creationId xmlns:a16="http://schemas.microsoft.com/office/drawing/2014/main" id="{32126425-BA77-4E42-84F0-DC2B5DE9D7A2}"/>
                  </a:ext>
                </a:extLst>
              </p:cNvPr>
              <p:cNvSpPr/>
              <p:nvPr/>
            </p:nvSpPr>
            <p:spPr>
              <a:xfrm>
                <a:off x="5961201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7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7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341;p75">
                <a:extLst>
                  <a:ext uri="{FF2B5EF4-FFF2-40B4-BE49-F238E27FC236}">
                    <a16:creationId xmlns:a16="http://schemas.microsoft.com/office/drawing/2014/main" id="{AB88329D-A5FE-40CC-A5D7-3345188EAE82}"/>
                  </a:ext>
                </a:extLst>
              </p:cNvPr>
              <p:cNvSpPr/>
              <p:nvPr/>
            </p:nvSpPr>
            <p:spPr>
              <a:xfrm>
                <a:off x="6043376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5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5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342;p75">
                <a:extLst>
                  <a:ext uri="{FF2B5EF4-FFF2-40B4-BE49-F238E27FC236}">
                    <a16:creationId xmlns:a16="http://schemas.microsoft.com/office/drawing/2014/main" id="{61B8DDBB-6972-4EED-A5E1-368135F93D1B}"/>
                  </a:ext>
                </a:extLst>
              </p:cNvPr>
              <p:cNvSpPr/>
              <p:nvPr/>
            </p:nvSpPr>
            <p:spPr>
              <a:xfrm>
                <a:off x="5907949" y="3721217"/>
                <a:ext cx="145353" cy="144945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7447" extrusionOk="0">
                    <a:moveTo>
                      <a:pt x="3733" y="0"/>
                    </a:moveTo>
                    <a:cubicBezTo>
                      <a:pt x="1681" y="0"/>
                      <a:pt x="1" y="1661"/>
                      <a:pt x="1" y="3714"/>
                    </a:cubicBezTo>
                    <a:cubicBezTo>
                      <a:pt x="1" y="5786"/>
                      <a:pt x="1681" y="7446"/>
                      <a:pt x="3733" y="7446"/>
                    </a:cubicBezTo>
                    <a:cubicBezTo>
                      <a:pt x="5805" y="7446"/>
                      <a:pt x="7467" y="5786"/>
                      <a:pt x="7467" y="3714"/>
                    </a:cubicBezTo>
                    <a:cubicBezTo>
                      <a:pt x="7467" y="1661"/>
                      <a:pt x="5805" y="0"/>
                      <a:pt x="37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343;p75">
                <a:extLst>
                  <a:ext uri="{FF2B5EF4-FFF2-40B4-BE49-F238E27FC236}">
                    <a16:creationId xmlns:a16="http://schemas.microsoft.com/office/drawing/2014/main" id="{4BBDC367-710B-45D5-8519-CC4ED83D406D}"/>
                  </a:ext>
                </a:extLst>
              </p:cNvPr>
              <p:cNvSpPr/>
              <p:nvPr/>
            </p:nvSpPr>
            <p:spPr>
              <a:xfrm>
                <a:off x="6116793" y="3740233"/>
                <a:ext cx="510197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26213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8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25410" y="1721"/>
                    </a:lnTo>
                    <a:cubicBezTo>
                      <a:pt x="25840" y="1721"/>
                      <a:pt x="26212" y="1369"/>
                      <a:pt x="26212" y="918"/>
                    </a:cubicBezTo>
                    <a:lnTo>
                      <a:pt x="26212" y="801"/>
                    </a:lnTo>
                    <a:cubicBezTo>
                      <a:pt x="26212" y="352"/>
                      <a:pt x="25840" y="1"/>
                      <a:pt x="254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344;p75">
                <a:extLst>
                  <a:ext uri="{FF2B5EF4-FFF2-40B4-BE49-F238E27FC236}">
                    <a16:creationId xmlns:a16="http://schemas.microsoft.com/office/drawing/2014/main" id="{87EBB23C-940F-4407-BF8E-7E75B8A04B99}"/>
                  </a:ext>
                </a:extLst>
              </p:cNvPr>
              <p:cNvSpPr/>
              <p:nvPr/>
            </p:nvSpPr>
            <p:spPr>
              <a:xfrm>
                <a:off x="6116793" y="3823926"/>
                <a:ext cx="28420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14602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9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13820" y="1721"/>
                    </a:lnTo>
                    <a:cubicBezTo>
                      <a:pt x="14250" y="1721"/>
                      <a:pt x="14602" y="1369"/>
                      <a:pt x="14602" y="919"/>
                    </a:cubicBezTo>
                    <a:lnTo>
                      <a:pt x="14602" y="801"/>
                    </a:lnTo>
                    <a:cubicBezTo>
                      <a:pt x="14602" y="352"/>
                      <a:pt x="14250" y="1"/>
                      <a:pt x="138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345;p75">
                <a:extLst>
                  <a:ext uri="{FF2B5EF4-FFF2-40B4-BE49-F238E27FC236}">
                    <a16:creationId xmlns:a16="http://schemas.microsoft.com/office/drawing/2014/main" id="{F70F991B-AFA6-4A68-9B54-E8BD9EB17078}"/>
                  </a:ext>
                </a:extLst>
              </p:cNvPr>
              <p:cNvSpPr/>
              <p:nvPr/>
            </p:nvSpPr>
            <p:spPr>
              <a:xfrm>
                <a:off x="6435235" y="3823926"/>
                <a:ext cx="8141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721" extrusionOk="0">
                    <a:moveTo>
                      <a:pt x="860" y="1"/>
                    </a:moveTo>
                    <a:cubicBezTo>
                      <a:pt x="371" y="1"/>
                      <a:pt x="0" y="392"/>
                      <a:pt x="0" y="861"/>
                    </a:cubicBezTo>
                    <a:cubicBezTo>
                      <a:pt x="0" y="1330"/>
                      <a:pt x="371" y="1721"/>
                      <a:pt x="860" y="1721"/>
                    </a:cubicBezTo>
                    <a:lnTo>
                      <a:pt x="3323" y="1721"/>
                    </a:lnTo>
                    <a:cubicBezTo>
                      <a:pt x="3792" y="1721"/>
                      <a:pt x="4183" y="1330"/>
                      <a:pt x="4183" y="861"/>
                    </a:cubicBezTo>
                    <a:cubicBezTo>
                      <a:pt x="4183" y="392"/>
                      <a:pt x="3792" y="1"/>
                      <a:pt x="3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" name="Google Shape;2346;p75">
              <a:extLst>
                <a:ext uri="{FF2B5EF4-FFF2-40B4-BE49-F238E27FC236}">
                  <a16:creationId xmlns:a16="http://schemas.microsoft.com/office/drawing/2014/main" id="{660C89CD-6C20-41DF-B233-7C96423CC5B5}"/>
                </a:ext>
              </a:extLst>
            </p:cNvPr>
            <p:cNvSpPr/>
            <p:nvPr/>
          </p:nvSpPr>
          <p:spPr>
            <a:xfrm>
              <a:off x="5900339" y="1446873"/>
              <a:ext cx="481230" cy="481210"/>
            </a:xfrm>
            <a:custGeom>
              <a:avLst/>
              <a:gdLst/>
              <a:ahLst/>
              <a:cxnLst/>
              <a:rect l="l" t="t" r="r" b="b"/>
              <a:pathLst>
                <a:path w="24726" h="24725" extrusionOk="0">
                  <a:moveTo>
                    <a:pt x="12372" y="0"/>
                  </a:moveTo>
                  <a:cubicBezTo>
                    <a:pt x="5552" y="0"/>
                    <a:pt x="1" y="5551"/>
                    <a:pt x="1" y="12353"/>
                  </a:cubicBezTo>
                  <a:cubicBezTo>
                    <a:pt x="1" y="19174"/>
                    <a:pt x="5552" y="24725"/>
                    <a:pt x="12372" y="24725"/>
                  </a:cubicBezTo>
                  <a:cubicBezTo>
                    <a:pt x="19174" y="24725"/>
                    <a:pt x="24725" y="19174"/>
                    <a:pt x="24725" y="12353"/>
                  </a:cubicBezTo>
                  <a:cubicBezTo>
                    <a:pt x="24725" y="5551"/>
                    <a:pt x="19174" y="0"/>
                    <a:pt x="1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347;p75">
              <a:extLst>
                <a:ext uri="{FF2B5EF4-FFF2-40B4-BE49-F238E27FC236}">
                  <a16:creationId xmlns:a16="http://schemas.microsoft.com/office/drawing/2014/main" id="{7935F307-F090-4FB2-80AE-CF2364E97C35}"/>
                </a:ext>
              </a:extLst>
            </p:cNvPr>
            <p:cNvSpPr/>
            <p:nvPr/>
          </p:nvSpPr>
          <p:spPr>
            <a:xfrm>
              <a:off x="6055152" y="1516105"/>
              <a:ext cx="171601" cy="171212"/>
            </a:xfrm>
            <a:custGeom>
              <a:avLst/>
              <a:gdLst/>
              <a:ahLst/>
              <a:cxnLst/>
              <a:rect l="l" t="t" r="r" b="b"/>
              <a:pathLst>
                <a:path w="8817" h="8797" extrusionOk="0">
                  <a:moveTo>
                    <a:pt x="4418" y="1"/>
                  </a:moveTo>
                  <a:cubicBezTo>
                    <a:pt x="1976" y="1"/>
                    <a:pt x="1" y="1974"/>
                    <a:pt x="1" y="4398"/>
                  </a:cubicBezTo>
                  <a:cubicBezTo>
                    <a:pt x="1" y="6821"/>
                    <a:pt x="1976" y="8796"/>
                    <a:pt x="4418" y="8796"/>
                  </a:cubicBezTo>
                  <a:cubicBezTo>
                    <a:pt x="6842" y="8796"/>
                    <a:pt x="8817" y="6821"/>
                    <a:pt x="8817" y="4398"/>
                  </a:cubicBezTo>
                  <a:cubicBezTo>
                    <a:pt x="8817" y="1974"/>
                    <a:pt x="6842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348;p75">
              <a:extLst>
                <a:ext uri="{FF2B5EF4-FFF2-40B4-BE49-F238E27FC236}">
                  <a16:creationId xmlns:a16="http://schemas.microsoft.com/office/drawing/2014/main" id="{A2E0EF3C-F9B7-4B95-BF3E-6586DD6C40E9}"/>
                </a:ext>
              </a:extLst>
            </p:cNvPr>
            <p:cNvSpPr/>
            <p:nvPr/>
          </p:nvSpPr>
          <p:spPr>
            <a:xfrm>
              <a:off x="5976422" y="1724578"/>
              <a:ext cx="329461" cy="188708"/>
            </a:xfrm>
            <a:custGeom>
              <a:avLst/>
              <a:gdLst/>
              <a:ahLst/>
              <a:cxnLst/>
              <a:rect l="l" t="t" r="r" b="b"/>
              <a:pathLst>
                <a:path w="16928" h="9696" extrusionOk="0">
                  <a:moveTo>
                    <a:pt x="8463" y="1"/>
                  </a:moveTo>
                  <a:cubicBezTo>
                    <a:pt x="4535" y="1"/>
                    <a:pt x="1231" y="2502"/>
                    <a:pt x="1" y="6000"/>
                  </a:cubicBezTo>
                  <a:cubicBezTo>
                    <a:pt x="2112" y="8268"/>
                    <a:pt x="5122" y="9695"/>
                    <a:pt x="8463" y="9695"/>
                  </a:cubicBezTo>
                  <a:cubicBezTo>
                    <a:pt x="11806" y="9695"/>
                    <a:pt x="14817" y="8268"/>
                    <a:pt x="16927" y="6000"/>
                  </a:cubicBezTo>
                  <a:cubicBezTo>
                    <a:pt x="15695" y="2502"/>
                    <a:pt x="12372" y="1"/>
                    <a:pt x="8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2349;p75">
              <a:extLst>
                <a:ext uri="{FF2B5EF4-FFF2-40B4-BE49-F238E27FC236}">
                  <a16:creationId xmlns:a16="http://schemas.microsoft.com/office/drawing/2014/main" id="{866E2FFF-A88D-4DA0-B833-EF1947402940}"/>
                </a:ext>
              </a:extLst>
            </p:cNvPr>
            <p:cNvGrpSpPr/>
            <p:nvPr/>
          </p:nvGrpSpPr>
          <p:grpSpPr>
            <a:xfrm>
              <a:off x="4331274" y="2093184"/>
              <a:ext cx="1074309" cy="356822"/>
              <a:chOff x="1725115" y="1291147"/>
              <a:chExt cx="519090" cy="172403"/>
            </a:xfrm>
          </p:grpSpPr>
          <p:sp>
            <p:nvSpPr>
              <p:cNvPr id="89" name="Google Shape;2350;p75">
                <a:extLst>
                  <a:ext uri="{FF2B5EF4-FFF2-40B4-BE49-F238E27FC236}">
                    <a16:creationId xmlns:a16="http://schemas.microsoft.com/office/drawing/2014/main" id="{966BF5C9-ED31-4AB1-B145-7F31B35C3B75}"/>
                  </a:ext>
                </a:extLst>
              </p:cNvPr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2351;p75">
                <a:extLst>
                  <a:ext uri="{FF2B5EF4-FFF2-40B4-BE49-F238E27FC236}">
                    <a16:creationId xmlns:a16="http://schemas.microsoft.com/office/drawing/2014/main" id="{F60C3921-5CC5-40CB-A4F4-1B89991BE141}"/>
                  </a:ext>
                </a:extLst>
              </p:cNvPr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2352;p75">
                <a:extLst>
                  <a:ext uri="{FF2B5EF4-FFF2-40B4-BE49-F238E27FC236}">
                    <a16:creationId xmlns:a16="http://schemas.microsoft.com/office/drawing/2014/main" id="{2C8A793B-EC47-4968-9B7F-19918F2CBE21}"/>
                  </a:ext>
                </a:extLst>
              </p:cNvPr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" name="Google Shape;2353;p75">
              <a:extLst>
                <a:ext uri="{FF2B5EF4-FFF2-40B4-BE49-F238E27FC236}">
                  <a16:creationId xmlns:a16="http://schemas.microsoft.com/office/drawing/2014/main" id="{FD9E6FF0-1AB0-490A-B73D-D2694CB95DA0}"/>
                </a:ext>
              </a:extLst>
            </p:cNvPr>
            <p:cNvSpPr/>
            <p:nvPr/>
          </p:nvSpPr>
          <p:spPr>
            <a:xfrm>
              <a:off x="5561036" y="3739088"/>
              <a:ext cx="185700" cy="1857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354;p75">
              <a:extLst>
                <a:ext uri="{FF2B5EF4-FFF2-40B4-BE49-F238E27FC236}">
                  <a16:creationId xmlns:a16="http://schemas.microsoft.com/office/drawing/2014/main" id="{0FD47918-207F-4CC4-8D97-2C1E356AB627}"/>
                </a:ext>
              </a:extLst>
            </p:cNvPr>
            <p:cNvSpPr/>
            <p:nvPr/>
          </p:nvSpPr>
          <p:spPr>
            <a:xfrm>
              <a:off x="5885696" y="3574551"/>
              <a:ext cx="86400" cy="864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" name="Google Shape;2355;p75">
              <a:extLst>
                <a:ext uri="{FF2B5EF4-FFF2-40B4-BE49-F238E27FC236}">
                  <a16:creationId xmlns:a16="http://schemas.microsoft.com/office/drawing/2014/main" id="{5BB9C748-5581-46CF-B214-59F6881A6723}"/>
                </a:ext>
              </a:extLst>
            </p:cNvPr>
            <p:cNvGrpSpPr/>
            <p:nvPr/>
          </p:nvGrpSpPr>
          <p:grpSpPr>
            <a:xfrm>
              <a:off x="4825565" y="3357409"/>
              <a:ext cx="546643" cy="356848"/>
              <a:chOff x="5013102" y="2654046"/>
              <a:chExt cx="546643" cy="356848"/>
            </a:xfrm>
          </p:grpSpPr>
          <p:sp>
            <p:nvSpPr>
              <p:cNvPr id="87" name="Google Shape;2356;p75">
                <a:extLst>
                  <a:ext uri="{FF2B5EF4-FFF2-40B4-BE49-F238E27FC236}">
                    <a16:creationId xmlns:a16="http://schemas.microsoft.com/office/drawing/2014/main" id="{CF519E87-C8DB-4C61-BBD3-4CA4D3828FDC}"/>
                  </a:ext>
                </a:extLst>
              </p:cNvPr>
              <p:cNvSpPr/>
              <p:nvPr/>
            </p:nvSpPr>
            <p:spPr>
              <a:xfrm>
                <a:off x="5013102" y="2654046"/>
                <a:ext cx="546643" cy="356848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23446" extrusionOk="0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2357;p75">
                <a:extLst>
                  <a:ext uri="{FF2B5EF4-FFF2-40B4-BE49-F238E27FC236}">
                    <a16:creationId xmlns:a16="http://schemas.microsoft.com/office/drawing/2014/main" id="{A5EB2F52-B94C-4FAD-BDE8-56CB12E308CD}"/>
                  </a:ext>
                </a:extLst>
              </p:cNvPr>
              <p:cNvSpPr/>
              <p:nvPr/>
            </p:nvSpPr>
            <p:spPr>
              <a:xfrm>
                <a:off x="5106723" y="2758236"/>
                <a:ext cx="359392" cy="76161"/>
              </a:xfrm>
              <a:custGeom>
                <a:avLst/>
                <a:gdLst/>
                <a:ahLst/>
                <a:cxnLst/>
                <a:rect l="l" t="t" r="r" b="b"/>
                <a:pathLst>
                  <a:path w="23617" h="5004" extrusionOk="0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774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>
            <a:spLocks noGrp="1"/>
          </p:cNvSpPr>
          <p:nvPr>
            <p:ph type="title"/>
          </p:nvPr>
        </p:nvSpPr>
        <p:spPr>
          <a:xfrm>
            <a:off x="720000" y="4497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Forma de acesso</a:t>
            </a:r>
            <a:endParaRPr sz="4000" dirty="0"/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ADFB3072-6ECF-4533-915D-AC713B12B47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26247" y="2196849"/>
            <a:ext cx="4145772" cy="1010700"/>
          </a:xfrm>
        </p:spPr>
        <p:txBody>
          <a:bodyPr/>
          <a:lstStyle/>
          <a:p>
            <a:r>
              <a:rPr lang="pt-BR" sz="2400" dirty="0"/>
              <a:t>Um dispositivo com acesso a Internet e conhecimento na língua portuguesa.</a:t>
            </a:r>
          </a:p>
        </p:txBody>
      </p:sp>
      <p:grpSp>
        <p:nvGrpSpPr>
          <p:cNvPr id="47" name="Google Shape;2726;p77">
            <a:extLst>
              <a:ext uri="{FF2B5EF4-FFF2-40B4-BE49-F238E27FC236}">
                <a16:creationId xmlns:a16="http://schemas.microsoft.com/office/drawing/2014/main" id="{54072956-1B30-4E7C-8603-AECDD0494E4F}"/>
              </a:ext>
            </a:extLst>
          </p:cNvPr>
          <p:cNvGrpSpPr/>
          <p:nvPr/>
        </p:nvGrpSpPr>
        <p:grpSpPr>
          <a:xfrm>
            <a:off x="5094169" y="1278649"/>
            <a:ext cx="3329831" cy="2793622"/>
            <a:chOff x="713525" y="233700"/>
            <a:chExt cx="6161450" cy="5235625"/>
          </a:xfrm>
        </p:grpSpPr>
        <p:sp>
          <p:nvSpPr>
            <p:cNvPr id="48" name="Google Shape;2727;p77">
              <a:extLst>
                <a:ext uri="{FF2B5EF4-FFF2-40B4-BE49-F238E27FC236}">
                  <a16:creationId xmlns:a16="http://schemas.microsoft.com/office/drawing/2014/main" id="{89ED67BB-C33A-4DF8-A563-2891D3C59790}"/>
                </a:ext>
              </a:extLst>
            </p:cNvPr>
            <p:cNvSpPr/>
            <p:nvPr/>
          </p:nvSpPr>
          <p:spPr>
            <a:xfrm>
              <a:off x="1108050" y="1042325"/>
              <a:ext cx="1859300" cy="409700"/>
            </a:xfrm>
            <a:custGeom>
              <a:avLst/>
              <a:gdLst/>
              <a:ahLst/>
              <a:cxnLst/>
              <a:rect l="l" t="t" r="r" b="b"/>
              <a:pathLst>
                <a:path w="74372" h="16388" extrusionOk="0">
                  <a:moveTo>
                    <a:pt x="5648" y="1"/>
                  </a:moveTo>
                  <a:cubicBezTo>
                    <a:pt x="2522" y="1"/>
                    <a:pt x="1" y="2522"/>
                    <a:pt x="1" y="5648"/>
                  </a:cubicBezTo>
                  <a:lnTo>
                    <a:pt x="1" y="10085"/>
                  </a:lnTo>
                  <a:cubicBezTo>
                    <a:pt x="1" y="13211"/>
                    <a:pt x="2522" y="16388"/>
                    <a:pt x="5648" y="16388"/>
                  </a:cubicBezTo>
                  <a:lnTo>
                    <a:pt x="68674" y="16388"/>
                  </a:lnTo>
                  <a:cubicBezTo>
                    <a:pt x="71851" y="16388"/>
                    <a:pt x="74372" y="13211"/>
                    <a:pt x="74372" y="10085"/>
                  </a:cubicBezTo>
                  <a:lnTo>
                    <a:pt x="74372" y="5648"/>
                  </a:lnTo>
                  <a:cubicBezTo>
                    <a:pt x="74372" y="2522"/>
                    <a:pt x="71851" y="1"/>
                    <a:pt x="68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28;p77">
              <a:extLst>
                <a:ext uri="{FF2B5EF4-FFF2-40B4-BE49-F238E27FC236}">
                  <a16:creationId xmlns:a16="http://schemas.microsoft.com/office/drawing/2014/main" id="{C24B8ECA-7448-46DF-B868-17C9EAA8160D}"/>
                </a:ext>
              </a:extLst>
            </p:cNvPr>
            <p:cNvSpPr/>
            <p:nvPr/>
          </p:nvSpPr>
          <p:spPr>
            <a:xfrm>
              <a:off x="1297125" y="1152000"/>
              <a:ext cx="1481150" cy="47925"/>
            </a:xfrm>
            <a:custGeom>
              <a:avLst/>
              <a:gdLst/>
              <a:ahLst/>
              <a:cxnLst/>
              <a:rect l="l" t="t" r="r" b="b"/>
              <a:pathLst>
                <a:path w="59246" h="1917" extrusionOk="0">
                  <a:moveTo>
                    <a:pt x="1261" y="0"/>
                  </a:moveTo>
                  <a:cubicBezTo>
                    <a:pt x="606" y="0"/>
                    <a:pt x="1" y="656"/>
                    <a:pt x="1" y="1261"/>
                  </a:cubicBezTo>
                  <a:cubicBezTo>
                    <a:pt x="1" y="1261"/>
                    <a:pt x="606" y="1916"/>
                    <a:pt x="1261" y="1916"/>
                  </a:cubicBezTo>
                  <a:lnTo>
                    <a:pt x="58590" y="1916"/>
                  </a:lnTo>
                  <a:cubicBezTo>
                    <a:pt x="59245" y="1916"/>
                    <a:pt x="59245" y="1261"/>
                    <a:pt x="59245" y="1261"/>
                  </a:cubicBezTo>
                  <a:cubicBezTo>
                    <a:pt x="59245" y="656"/>
                    <a:pt x="59245" y="0"/>
                    <a:pt x="58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29;p77">
              <a:extLst>
                <a:ext uri="{FF2B5EF4-FFF2-40B4-BE49-F238E27FC236}">
                  <a16:creationId xmlns:a16="http://schemas.microsoft.com/office/drawing/2014/main" id="{61481BFE-3793-40C0-909E-D3834E10BA49}"/>
                </a:ext>
              </a:extLst>
            </p:cNvPr>
            <p:cNvSpPr/>
            <p:nvPr/>
          </p:nvSpPr>
          <p:spPr>
            <a:xfrm>
              <a:off x="1690425" y="1152000"/>
              <a:ext cx="1087850" cy="47925"/>
            </a:xfrm>
            <a:custGeom>
              <a:avLst/>
              <a:gdLst/>
              <a:ahLst/>
              <a:cxnLst/>
              <a:rect l="l" t="t" r="r" b="b"/>
              <a:pathLst>
                <a:path w="43514" h="1917" extrusionOk="0">
                  <a:moveTo>
                    <a:pt x="0" y="0"/>
                  </a:moveTo>
                  <a:lnTo>
                    <a:pt x="0" y="1916"/>
                  </a:lnTo>
                  <a:lnTo>
                    <a:pt x="42858" y="1916"/>
                  </a:lnTo>
                  <a:cubicBezTo>
                    <a:pt x="43513" y="1916"/>
                    <a:pt x="43513" y="1261"/>
                    <a:pt x="43513" y="1261"/>
                  </a:cubicBezTo>
                  <a:cubicBezTo>
                    <a:pt x="43513" y="656"/>
                    <a:pt x="43513" y="0"/>
                    <a:pt x="428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30;p77">
              <a:extLst>
                <a:ext uri="{FF2B5EF4-FFF2-40B4-BE49-F238E27FC236}">
                  <a16:creationId xmlns:a16="http://schemas.microsoft.com/office/drawing/2014/main" id="{93C5644D-3EE3-4A0B-BB74-7B9A9330C96A}"/>
                </a:ext>
              </a:extLst>
            </p:cNvPr>
            <p:cNvSpPr/>
            <p:nvPr/>
          </p:nvSpPr>
          <p:spPr>
            <a:xfrm>
              <a:off x="1627400" y="1120475"/>
              <a:ext cx="110950" cy="110950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521" y="1"/>
                  </a:moveTo>
                  <a:cubicBezTo>
                    <a:pt x="1261" y="1"/>
                    <a:pt x="0" y="1261"/>
                    <a:pt x="0" y="2522"/>
                  </a:cubicBezTo>
                  <a:cubicBezTo>
                    <a:pt x="0" y="3782"/>
                    <a:pt x="1261" y="4438"/>
                    <a:pt x="2521" y="4438"/>
                  </a:cubicBezTo>
                  <a:cubicBezTo>
                    <a:pt x="3177" y="4438"/>
                    <a:pt x="4437" y="3782"/>
                    <a:pt x="4437" y="2522"/>
                  </a:cubicBezTo>
                  <a:cubicBezTo>
                    <a:pt x="4437" y="1261"/>
                    <a:pt x="3177" y="1"/>
                    <a:pt x="2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31;p77">
              <a:extLst>
                <a:ext uri="{FF2B5EF4-FFF2-40B4-BE49-F238E27FC236}">
                  <a16:creationId xmlns:a16="http://schemas.microsoft.com/office/drawing/2014/main" id="{4CA08E25-111D-4B57-BDA5-A1D5A9CD4792}"/>
                </a:ext>
              </a:extLst>
            </p:cNvPr>
            <p:cNvSpPr/>
            <p:nvPr/>
          </p:nvSpPr>
          <p:spPr>
            <a:xfrm>
              <a:off x="1297125" y="1294425"/>
              <a:ext cx="1481150" cy="46675"/>
            </a:xfrm>
            <a:custGeom>
              <a:avLst/>
              <a:gdLst/>
              <a:ahLst/>
              <a:cxnLst/>
              <a:rect l="l" t="t" r="r" b="b"/>
              <a:pathLst>
                <a:path w="59246" h="1867" extrusionOk="0">
                  <a:moveTo>
                    <a:pt x="1261" y="1"/>
                  </a:moveTo>
                  <a:cubicBezTo>
                    <a:pt x="606" y="1"/>
                    <a:pt x="1" y="1"/>
                    <a:pt x="1" y="606"/>
                  </a:cubicBezTo>
                  <a:cubicBezTo>
                    <a:pt x="1" y="1261"/>
                    <a:pt x="606" y="1866"/>
                    <a:pt x="1261" y="1866"/>
                  </a:cubicBezTo>
                  <a:lnTo>
                    <a:pt x="58590" y="1866"/>
                  </a:lnTo>
                  <a:cubicBezTo>
                    <a:pt x="59245" y="1866"/>
                    <a:pt x="59245" y="1261"/>
                    <a:pt x="59245" y="606"/>
                  </a:cubicBezTo>
                  <a:cubicBezTo>
                    <a:pt x="59245" y="1"/>
                    <a:pt x="59245" y="1"/>
                    <a:pt x="58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32;p77">
              <a:extLst>
                <a:ext uri="{FF2B5EF4-FFF2-40B4-BE49-F238E27FC236}">
                  <a16:creationId xmlns:a16="http://schemas.microsoft.com/office/drawing/2014/main" id="{C6AC4E07-1CB3-4440-B529-B5072249066F}"/>
                </a:ext>
              </a:extLst>
            </p:cNvPr>
            <p:cNvSpPr/>
            <p:nvPr/>
          </p:nvSpPr>
          <p:spPr>
            <a:xfrm>
              <a:off x="2163125" y="1294425"/>
              <a:ext cx="615150" cy="46675"/>
            </a:xfrm>
            <a:custGeom>
              <a:avLst/>
              <a:gdLst/>
              <a:ahLst/>
              <a:cxnLst/>
              <a:rect l="l" t="t" r="r" b="b"/>
              <a:pathLst>
                <a:path w="24606" h="1867" extrusionOk="0">
                  <a:moveTo>
                    <a:pt x="0" y="1"/>
                  </a:moveTo>
                  <a:lnTo>
                    <a:pt x="0" y="1866"/>
                  </a:lnTo>
                  <a:lnTo>
                    <a:pt x="23950" y="1866"/>
                  </a:lnTo>
                  <a:cubicBezTo>
                    <a:pt x="24605" y="1866"/>
                    <a:pt x="24605" y="1261"/>
                    <a:pt x="24605" y="606"/>
                  </a:cubicBezTo>
                  <a:cubicBezTo>
                    <a:pt x="24605" y="1"/>
                    <a:pt x="24605" y="1"/>
                    <a:pt x="239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33;p77">
              <a:extLst>
                <a:ext uri="{FF2B5EF4-FFF2-40B4-BE49-F238E27FC236}">
                  <a16:creationId xmlns:a16="http://schemas.microsoft.com/office/drawing/2014/main" id="{6CBD56CB-8BBA-417C-82B0-7143685E7AA6}"/>
                </a:ext>
              </a:extLst>
            </p:cNvPr>
            <p:cNvSpPr/>
            <p:nvPr/>
          </p:nvSpPr>
          <p:spPr>
            <a:xfrm>
              <a:off x="2116475" y="1262925"/>
              <a:ext cx="109700" cy="109675"/>
            </a:xfrm>
            <a:custGeom>
              <a:avLst/>
              <a:gdLst/>
              <a:ahLst/>
              <a:cxnLst/>
              <a:rect l="l" t="t" r="r" b="b"/>
              <a:pathLst>
                <a:path w="4388" h="4387" extrusionOk="0">
                  <a:moveTo>
                    <a:pt x="1866" y="0"/>
                  </a:moveTo>
                  <a:cubicBezTo>
                    <a:pt x="606" y="0"/>
                    <a:pt x="0" y="605"/>
                    <a:pt x="0" y="1866"/>
                  </a:cubicBezTo>
                  <a:cubicBezTo>
                    <a:pt x="0" y="3126"/>
                    <a:pt x="606" y="4387"/>
                    <a:pt x="1866" y="4387"/>
                  </a:cubicBezTo>
                  <a:cubicBezTo>
                    <a:pt x="3127" y="4387"/>
                    <a:pt x="4387" y="3126"/>
                    <a:pt x="4387" y="1866"/>
                  </a:cubicBezTo>
                  <a:cubicBezTo>
                    <a:pt x="4387" y="605"/>
                    <a:pt x="3127" y="0"/>
                    <a:pt x="1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34;p77">
              <a:extLst>
                <a:ext uri="{FF2B5EF4-FFF2-40B4-BE49-F238E27FC236}">
                  <a16:creationId xmlns:a16="http://schemas.microsoft.com/office/drawing/2014/main" id="{62E900E6-BE0D-4551-BC2C-CF8AFB56C33F}"/>
                </a:ext>
              </a:extLst>
            </p:cNvPr>
            <p:cNvSpPr/>
            <p:nvPr/>
          </p:nvSpPr>
          <p:spPr>
            <a:xfrm>
              <a:off x="2824900" y="233700"/>
              <a:ext cx="930275" cy="634700"/>
            </a:xfrm>
            <a:custGeom>
              <a:avLst/>
              <a:gdLst/>
              <a:ahLst/>
              <a:cxnLst/>
              <a:rect l="l" t="t" r="r" b="b"/>
              <a:pathLst>
                <a:path w="37211" h="25388" extrusionOk="0">
                  <a:moveTo>
                    <a:pt x="18605" y="1"/>
                  </a:moveTo>
                  <a:cubicBezTo>
                    <a:pt x="17194" y="1"/>
                    <a:pt x="15782" y="480"/>
                    <a:pt x="14521" y="1438"/>
                  </a:cubicBezTo>
                  <a:lnTo>
                    <a:pt x="0" y="14698"/>
                  </a:lnTo>
                  <a:lnTo>
                    <a:pt x="18908" y="25388"/>
                  </a:lnTo>
                  <a:lnTo>
                    <a:pt x="37211" y="14698"/>
                  </a:lnTo>
                  <a:lnTo>
                    <a:pt x="22689" y="1438"/>
                  </a:lnTo>
                  <a:cubicBezTo>
                    <a:pt x="21429" y="480"/>
                    <a:pt x="20017" y="1"/>
                    <a:pt x="18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35;p77">
              <a:extLst>
                <a:ext uri="{FF2B5EF4-FFF2-40B4-BE49-F238E27FC236}">
                  <a16:creationId xmlns:a16="http://schemas.microsoft.com/office/drawing/2014/main" id="{DCD67764-D414-4A5D-8AEA-77200F0C8E7F}"/>
                </a:ext>
              </a:extLst>
            </p:cNvPr>
            <p:cNvSpPr/>
            <p:nvPr/>
          </p:nvSpPr>
          <p:spPr>
            <a:xfrm>
              <a:off x="2935825" y="364175"/>
              <a:ext cx="708425" cy="504225"/>
            </a:xfrm>
            <a:custGeom>
              <a:avLst/>
              <a:gdLst/>
              <a:ahLst/>
              <a:cxnLst/>
              <a:rect l="l" t="t" r="r" b="b"/>
              <a:pathLst>
                <a:path w="28337" h="20169" extrusionOk="0">
                  <a:moveTo>
                    <a:pt x="0" y="0"/>
                  </a:moveTo>
                  <a:lnTo>
                    <a:pt x="0" y="20169"/>
                  </a:lnTo>
                  <a:lnTo>
                    <a:pt x="28337" y="20169"/>
                  </a:lnTo>
                  <a:lnTo>
                    <a:pt x="28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36;p77">
              <a:extLst>
                <a:ext uri="{FF2B5EF4-FFF2-40B4-BE49-F238E27FC236}">
                  <a16:creationId xmlns:a16="http://schemas.microsoft.com/office/drawing/2014/main" id="{5A4B6FFA-32AF-4246-BAD4-70C2A58A5BDD}"/>
                </a:ext>
              </a:extLst>
            </p:cNvPr>
            <p:cNvSpPr/>
            <p:nvPr/>
          </p:nvSpPr>
          <p:spPr>
            <a:xfrm>
              <a:off x="3171525" y="475100"/>
              <a:ext cx="237000" cy="63050"/>
            </a:xfrm>
            <a:custGeom>
              <a:avLst/>
              <a:gdLst/>
              <a:ahLst/>
              <a:cxnLst/>
              <a:rect l="l" t="t" r="r" b="b"/>
              <a:pathLst>
                <a:path w="9480" h="2522" extrusionOk="0">
                  <a:moveTo>
                    <a:pt x="1261" y="0"/>
                  </a:moveTo>
                  <a:cubicBezTo>
                    <a:pt x="656" y="0"/>
                    <a:pt x="1" y="605"/>
                    <a:pt x="1" y="1261"/>
                  </a:cubicBezTo>
                  <a:cubicBezTo>
                    <a:pt x="1" y="1866"/>
                    <a:pt x="656" y="2521"/>
                    <a:pt x="1261" y="2521"/>
                  </a:cubicBezTo>
                  <a:lnTo>
                    <a:pt x="8219" y="2521"/>
                  </a:lnTo>
                  <a:cubicBezTo>
                    <a:pt x="8824" y="2521"/>
                    <a:pt x="9480" y="1866"/>
                    <a:pt x="9480" y="1261"/>
                  </a:cubicBezTo>
                  <a:cubicBezTo>
                    <a:pt x="9480" y="605"/>
                    <a:pt x="8824" y="0"/>
                    <a:pt x="82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37;p77">
              <a:extLst>
                <a:ext uri="{FF2B5EF4-FFF2-40B4-BE49-F238E27FC236}">
                  <a16:creationId xmlns:a16="http://schemas.microsoft.com/office/drawing/2014/main" id="{04528C20-B5D4-4642-B935-1024FF83ED75}"/>
                </a:ext>
              </a:extLst>
            </p:cNvPr>
            <p:cNvSpPr/>
            <p:nvPr/>
          </p:nvSpPr>
          <p:spPr>
            <a:xfrm>
              <a:off x="2982450" y="601150"/>
              <a:ext cx="615175" cy="63050"/>
            </a:xfrm>
            <a:custGeom>
              <a:avLst/>
              <a:gdLst/>
              <a:ahLst/>
              <a:cxnLst/>
              <a:rect l="l" t="t" r="r" b="b"/>
              <a:pathLst>
                <a:path w="24607" h="2522" extrusionOk="0">
                  <a:moveTo>
                    <a:pt x="1261" y="0"/>
                  </a:moveTo>
                  <a:cubicBezTo>
                    <a:pt x="656" y="0"/>
                    <a:pt x="1" y="605"/>
                    <a:pt x="1" y="1261"/>
                  </a:cubicBezTo>
                  <a:cubicBezTo>
                    <a:pt x="1" y="1866"/>
                    <a:pt x="656" y="2521"/>
                    <a:pt x="1261" y="2521"/>
                  </a:cubicBezTo>
                  <a:lnTo>
                    <a:pt x="23346" y="2521"/>
                  </a:lnTo>
                  <a:cubicBezTo>
                    <a:pt x="23951" y="2521"/>
                    <a:pt x="24606" y="1866"/>
                    <a:pt x="24606" y="1261"/>
                  </a:cubicBezTo>
                  <a:cubicBezTo>
                    <a:pt x="24606" y="605"/>
                    <a:pt x="23951" y="0"/>
                    <a:pt x="233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38;p77">
              <a:extLst>
                <a:ext uri="{FF2B5EF4-FFF2-40B4-BE49-F238E27FC236}">
                  <a16:creationId xmlns:a16="http://schemas.microsoft.com/office/drawing/2014/main" id="{945ACAE6-F3C9-4853-A7C0-9C372EF1574F}"/>
                </a:ext>
              </a:extLst>
            </p:cNvPr>
            <p:cNvSpPr/>
            <p:nvPr/>
          </p:nvSpPr>
          <p:spPr>
            <a:xfrm>
              <a:off x="2982450" y="727200"/>
              <a:ext cx="615175" cy="63050"/>
            </a:xfrm>
            <a:custGeom>
              <a:avLst/>
              <a:gdLst/>
              <a:ahLst/>
              <a:cxnLst/>
              <a:rect l="l" t="t" r="r" b="b"/>
              <a:pathLst>
                <a:path w="24607" h="2522" extrusionOk="0">
                  <a:moveTo>
                    <a:pt x="1261" y="0"/>
                  </a:moveTo>
                  <a:cubicBezTo>
                    <a:pt x="656" y="0"/>
                    <a:pt x="1" y="605"/>
                    <a:pt x="1" y="1261"/>
                  </a:cubicBezTo>
                  <a:cubicBezTo>
                    <a:pt x="1" y="1866"/>
                    <a:pt x="656" y="2521"/>
                    <a:pt x="1261" y="2521"/>
                  </a:cubicBezTo>
                  <a:lnTo>
                    <a:pt x="23346" y="2521"/>
                  </a:lnTo>
                  <a:cubicBezTo>
                    <a:pt x="23951" y="2521"/>
                    <a:pt x="24606" y="1866"/>
                    <a:pt x="24606" y="1261"/>
                  </a:cubicBezTo>
                  <a:cubicBezTo>
                    <a:pt x="24606" y="605"/>
                    <a:pt x="23951" y="0"/>
                    <a:pt x="233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39;p77">
              <a:extLst>
                <a:ext uri="{FF2B5EF4-FFF2-40B4-BE49-F238E27FC236}">
                  <a16:creationId xmlns:a16="http://schemas.microsoft.com/office/drawing/2014/main" id="{A9B40BD3-2F9B-4DCF-8809-EDC922C2B6F9}"/>
                </a:ext>
              </a:extLst>
            </p:cNvPr>
            <p:cNvSpPr/>
            <p:nvPr/>
          </p:nvSpPr>
          <p:spPr>
            <a:xfrm>
              <a:off x="2824900" y="601150"/>
              <a:ext cx="882375" cy="613900"/>
            </a:xfrm>
            <a:custGeom>
              <a:avLst/>
              <a:gdLst/>
              <a:ahLst/>
              <a:cxnLst/>
              <a:rect l="l" t="t" r="r" b="b"/>
              <a:pathLst>
                <a:path w="35295" h="24556" extrusionOk="0">
                  <a:moveTo>
                    <a:pt x="0" y="0"/>
                  </a:moveTo>
                  <a:lnTo>
                    <a:pt x="0" y="22034"/>
                  </a:lnTo>
                  <a:cubicBezTo>
                    <a:pt x="0" y="23295"/>
                    <a:pt x="656" y="24555"/>
                    <a:pt x="1916" y="24555"/>
                  </a:cubicBezTo>
                  <a:lnTo>
                    <a:pt x="35295" y="24555"/>
                  </a:lnTo>
                  <a:lnTo>
                    <a:pt x="569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40;p77">
              <a:extLst>
                <a:ext uri="{FF2B5EF4-FFF2-40B4-BE49-F238E27FC236}">
                  <a16:creationId xmlns:a16="http://schemas.microsoft.com/office/drawing/2014/main" id="{2D4C76AB-2D2C-429A-8083-1F1E571A64B8}"/>
                </a:ext>
              </a:extLst>
            </p:cNvPr>
            <p:cNvSpPr/>
            <p:nvPr/>
          </p:nvSpPr>
          <p:spPr>
            <a:xfrm>
              <a:off x="2872800" y="601150"/>
              <a:ext cx="882375" cy="613900"/>
            </a:xfrm>
            <a:custGeom>
              <a:avLst/>
              <a:gdLst/>
              <a:ahLst/>
              <a:cxnLst/>
              <a:rect l="l" t="t" r="r" b="b"/>
              <a:pathLst>
                <a:path w="35295" h="24556" extrusionOk="0">
                  <a:moveTo>
                    <a:pt x="29597" y="0"/>
                  </a:moveTo>
                  <a:lnTo>
                    <a:pt x="0" y="24555"/>
                  </a:lnTo>
                  <a:lnTo>
                    <a:pt x="33379" y="24555"/>
                  </a:lnTo>
                  <a:cubicBezTo>
                    <a:pt x="34639" y="24555"/>
                    <a:pt x="35295" y="23295"/>
                    <a:pt x="35295" y="22034"/>
                  </a:cubicBezTo>
                  <a:lnTo>
                    <a:pt x="352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741;p77">
              <a:extLst>
                <a:ext uri="{FF2B5EF4-FFF2-40B4-BE49-F238E27FC236}">
                  <a16:creationId xmlns:a16="http://schemas.microsoft.com/office/drawing/2014/main" id="{7B37941D-3BA9-4FE4-9D29-3A8B7AC3C45C}"/>
                </a:ext>
              </a:extLst>
            </p:cNvPr>
            <p:cNvSpPr/>
            <p:nvPr/>
          </p:nvSpPr>
          <p:spPr>
            <a:xfrm>
              <a:off x="3313975" y="5406275"/>
              <a:ext cx="1118100" cy="63050"/>
            </a:xfrm>
            <a:custGeom>
              <a:avLst/>
              <a:gdLst/>
              <a:ahLst/>
              <a:cxnLst/>
              <a:rect l="l" t="t" r="r" b="b"/>
              <a:pathLst>
                <a:path w="44724" h="2522" extrusionOk="0">
                  <a:moveTo>
                    <a:pt x="0" y="0"/>
                  </a:moveTo>
                  <a:lnTo>
                    <a:pt x="0" y="2521"/>
                  </a:lnTo>
                  <a:lnTo>
                    <a:pt x="44724" y="2521"/>
                  </a:lnTo>
                  <a:lnTo>
                    <a:pt x="447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742;p77">
              <a:extLst>
                <a:ext uri="{FF2B5EF4-FFF2-40B4-BE49-F238E27FC236}">
                  <a16:creationId xmlns:a16="http://schemas.microsoft.com/office/drawing/2014/main" id="{9B450578-DDAB-43CF-AD0E-3CF8310E4EEB}"/>
                </a:ext>
              </a:extLst>
            </p:cNvPr>
            <p:cNvSpPr/>
            <p:nvPr/>
          </p:nvSpPr>
          <p:spPr>
            <a:xfrm>
              <a:off x="3313975" y="4839025"/>
              <a:ext cx="1118100" cy="567275"/>
            </a:xfrm>
            <a:custGeom>
              <a:avLst/>
              <a:gdLst/>
              <a:ahLst/>
              <a:cxnLst/>
              <a:rect l="l" t="t" r="r" b="b"/>
              <a:pathLst>
                <a:path w="44724" h="22691" extrusionOk="0">
                  <a:moveTo>
                    <a:pt x="6303" y="1"/>
                  </a:moveTo>
                  <a:lnTo>
                    <a:pt x="6303" y="15783"/>
                  </a:lnTo>
                  <a:cubicBezTo>
                    <a:pt x="6303" y="19564"/>
                    <a:pt x="3782" y="22690"/>
                    <a:pt x="0" y="22690"/>
                  </a:cubicBezTo>
                  <a:lnTo>
                    <a:pt x="44724" y="22690"/>
                  </a:lnTo>
                  <a:cubicBezTo>
                    <a:pt x="41598" y="22690"/>
                    <a:pt x="38421" y="19564"/>
                    <a:pt x="38421" y="15783"/>
                  </a:cubicBezTo>
                  <a:lnTo>
                    <a:pt x="384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743;p77">
              <a:extLst>
                <a:ext uri="{FF2B5EF4-FFF2-40B4-BE49-F238E27FC236}">
                  <a16:creationId xmlns:a16="http://schemas.microsoft.com/office/drawing/2014/main" id="{C2C34B10-0DE9-4C38-98DC-EB4E552EADF4}"/>
                </a:ext>
              </a:extLst>
            </p:cNvPr>
            <p:cNvSpPr/>
            <p:nvPr/>
          </p:nvSpPr>
          <p:spPr>
            <a:xfrm>
              <a:off x="1690425" y="1641075"/>
              <a:ext cx="4380325" cy="3197975"/>
            </a:xfrm>
            <a:custGeom>
              <a:avLst/>
              <a:gdLst/>
              <a:ahLst/>
              <a:cxnLst/>
              <a:rect l="l" t="t" r="r" b="b"/>
              <a:pathLst>
                <a:path w="175213" h="127919" extrusionOk="0">
                  <a:moveTo>
                    <a:pt x="5698" y="1"/>
                  </a:moveTo>
                  <a:cubicBezTo>
                    <a:pt x="2521" y="1"/>
                    <a:pt x="0" y="3127"/>
                    <a:pt x="0" y="6303"/>
                  </a:cubicBezTo>
                  <a:lnTo>
                    <a:pt x="0" y="122272"/>
                  </a:lnTo>
                  <a:cubicBezTo>
                    <a:pt x="0" y="125398"/>
                    <a:pt x="2521" y="127919"/>
                    <a:pt x="5698" y="127919"/>
                  </a:cubicBezTo>
                  <a:lnTo>
                    <a:pt x="168910" y="127919"/>
                  </a:lnTo>
                  <a:cubicBezTo>
                    <a:pt x="172087" y="127919"/>
                    <a:pt x="175213" y="125398"/>
                    <a:pt x="175213" y="122272"/>
                  </a:cubicBezTo>
                  <a:lnTo>
                    <a:pt x="175213" y="6303"/>
                  </a:lnTo>
                  <a:cubicBezTo>
                    <a:pt x="175213" y="3127"/>
                    <a:pt x="172087" y="1"/>
                    <a:pt x="1689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744;p77">
              <a:extLst>
                <a:ext uri="{FF2B5EF4-FFF2-40B4-BE49-F238E27FC236}">
                  <a16:creationId xmlns:a16="http://schemas.microsoft.com/office/drawing/2014/main" id="{7B3FF9FB-7F54-436D-8BE8-31DB08DCD7BF}"/>
                </a:ext>
              </a:extLst>
            </p:cNvPr>
            <p:cNvSpPr/>
            <p:nvPr/>
          </p:nvSpPr>
          <p:spPr>
            <a:xfrm>
              <a:off x="1847975" y="1813775"/>
              <a:ext cx="4050100" cy="2411400"/>
            </a:xfrm>
            <a:custGeom>
              <a:avLst/>
              <a:gdLst/>
              <a:ahLst/>
              <a:cxnLst/>
              <a:rect l="l" t="t" r="r" b="b"/>
              <a:pathLst>
                <a:path w="162004" h="96456" extrusionOk="0">
                  <a:moveTo>
                    <a:pt x="1" y="0"/>
                  </a:moveTo>
                  <a:lnTo>
                    <a:pt x="1" y="96456"/>
                  </a:lnTo>
                  <a:lnTo>
                    <a:pt x="162003" y="96456"/>
                  </a:lnTo>
                  <a:lnTo>
                    <a:pt x="1620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745;p77">
              <a:extLst>
                <a:ext uri="{FF2B5EF4-FFF2-40B4-BE49-F238E27FC236}">
                  <a16:creationId xmlns:a16="http://schemas.microsoft.com/office/drawing/2014/main" id="{589A6F9F-6073-410D-9584-270D40E7BA83}"/>
                </a:ext>
              </a:extLst>
            </p:cNvPr>
            <p:cNvSpPr/>
            <p:nvPr/>
          </p:nvSpPr>
          <p:spPr>
            <a:xfrm>
              <a:off x="3738775" y="4382725"/>
              <a:ext cx="283625" cy="283650"/>
            </a:xfrm>
            <a:custGeom>
              <a:avLst/>
              <a:gdLst/>
              <a:ahLst/>
              <a:cxnLst/>
              <a:rect l="l" t="t" r="r" b="b"/>
              <a:pathLst>
                <a:path w="11345" h="11346" extrusionOk="0">
                  <a:moveTo>
                    <a:pt x="5698" y="1"/>
                  </a:moveTo>
                  <a:cubicBezTo>
                    <a:pt x="2521" y="1"/>
                    <a:pt x="0" y="2522"/>
                    <a:pt x="0" y="5648"/>
                  </a:cubicBezTo>
                  <a:cubicBezTo>
                    <a:pt x="0" y="8824"/>
                    <a:pt x="2521" y="11345"/>
                    <a:pt x="5698" y="11345"/>
                  </a:cubicBezTo>
                  <a:cubicBezTo>
                    <a:pt x="8824" y="11345"/>
                    <a:pt x="11345" y="8824"/>
                    <a:pt x="11345" y="5648"/>
                  </a:cubicBezTo>
                  <a:cubicBezTo>
                    <a:pt x="11345" y="2522"/>
                    <a:pt x="8824" y="1"/>
                    <a:pt x="56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746;p77">
              <a:extLst>
                <a:ext uri="{FF2B5EF4-FFF2-40B4-BE49-F238E27FC236}">
                  <a16:creationId xmlns:a16="http://schemas.microsoft.com/office/drawing/2014/main" id="{20747C62-1043-4A0D-83F6-87AD500A2C2E}"/>
                </a:ext>
              </a:extLst>
            </p:cNvPr>
            <p:cNvSpPr/>
            <p:nvPr/>
          </p:nvSpPr>
          <p:spPr>
            <a:xfrm>
              <a:off x="2021925" y="1956200"/>
              <a:ext cx="1292075" cy="2079900"/>
            </a:xfrm>
            <a:custGeom>
              <a:avLst/>
              <a:gdLst/>
              <a:ahLst/>
              <a:cxnLst/>
              <a:rect l="l" t="t" r="r" b="b"/>
              <a:pathLst>
                <a:path w="51683" h="83196" extrusionOk="0">
                  <a:moveTo>
                    <a:pt x="8169" y="1"/>
                  </a:moveTo>
                  <a:cubicBezTo>
                    <a:pt x="3127" y="1"/>
                    <a:pt x="1" y="3783"/>
                    <a:pt x="1" y="8169"/>
                  </a:cubicBezTo>
                  <a:lnTo>
                    <a:pt x="1" y="74977"/>
                  </a:lnTo>
                  <a:cubicBezTo>
                    <a:pt x="1" y="79414"/>
                    <a:pt x="3127" y="83196"/>
                    <a:pt x="8169" y="83196"/>
                  </a:cubicBezTo>
                  <a:lnTo>
                    <a:pt x="43464" y="83196"/>
                  </a:lnTo>
                  <a:cubicBezTo>
                    <a:pt x="47901" y="83196"/>
                    <a:pt x="51682" y="79414"/>
                    <a:pt x="51682" y="74977"/>
                  </a:cubicBezTo>
                  <a:lnTo>
                    <a:pt x="51682" y="8169"/>
                  </a:lnTo>
                  <a:cubicBezTo>
                    <a:pt x="51682" y="3783"/>
                    <a:pt x="47901" y="1"/>
                    <a:pt x="434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747;p77">
              <a:extLst>
                <a:ext uri="{FF2B5EF4-FFF2-40B4-BE49-F238E27FC236}">
                  <a16:creationId xmlns:a16="http://schemas.microsoft.com/office/drawing/2014/main" id="{743C32F3-DE4D-447B-BF56-D56FE6F0537C}"/>
                </a:ext>
              </a:extLst>
            </p:cNvPr>
            <p:cNvSpPr/>
            <p:nvPr/>
          </p:nvSpPr>
          <p:spPr>
            <a:xfrm>
              <a:off x="2179500" y="2759175"/>
              <a:ext cx="298775" cy="79425"/>
            </a:xfrm>
            <a:custGeom>
              <a:avLst/>
              <a:gdLst/>
              <a:ahLst/>
              <a:cxnLst/>
              <a:rect l="l" t="t" r="r" b="b"/>
              <a:pathLst>
                <a:path w="11951" h="3177" extrusionOk="0">
                  <a:moveTo>
                    <a:pt x="1261" y="0"/>
                  </a:moveTo>
                  <a:cubicBezTo>
                    <a:pt x="606" y="0"/>
                    <a:pt x="1" y="656"/>
                    <a:pt x="1" y="1261"/>
                  </a:cubicBezTo>
                  <a:cubicBezTo>
                    <a:pt x="1" y="2521"/>
                    <a:pt x="606" y="3177"/>
                    <a:pt x="1261" y="3177"/>
                  </a:cubicBezTo>
                  <a:lnTo>
                    <a:pt x="10690" y="3177"/>
                  </a:lnTo>
                  <a:cubicBezTo>
                    <a:pt x="11345" y="3177"/>
                    <a:pt x="11950" y="2521"/>
                    <a:pt x="11950" y="1261"/>
                  </a:cubicBezTo>
                  <a:cubicBezTo>
                    <a:pt x="11950" y="656"/>
                    <a:pt x="11345" y="0"/>
                    <a:pt x="10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748;p77">
              <a:extLst>
                <a:ext uri="{FF2B5EF4-FFF2-40B4-BE49-F238E27FC236}">
                  <a16:creationId xmlns:a16="http://schemas.microsoft.com/office/drawing/2014/main" id="{4FFE3365-752F-4AA6-89BE-3AFAA719C083}"/>
                </a:ext>
              </a:extLst>
            </p:cNvPr>
            <p:cNvSpPr/>
            <p:nvPr/>
          </p:nvSpPr>
          <p:spPr>
            <a:xfrm>
              <a:off x="2179500" y="3090675"/>
              <a:ext cx="78175" cy="78200"/>
            </a:xfrm>
            <a:custGeom>
              <a:avLst/>
              <a:gdLst/>
              <a:ahLst/>
              <a:cxnLst/>
              <a:rect l="l" t="t" r="r" b="b"/>
              <a:pathLst>
                <a:path w="3127" h="3128" extrusionOk="0">
                  <a:moveTo>
                    <a:pt x="1261" y="1"/>
                  </a:moveTo>
                  <a:cubicBezTo>
                    <a:pt x="606" y="1"/>
                    <a:pt x="1" y="606"/>
                    <a:pt x="1" y="1261"/>
                  </a:cubicBezTo>
                  <a:cubicBezTo>
                    <a:pt x="1" y="1866"/>
                    <a:pt x="606" y="3127"/>
                    <a:pt x="1261" y="3127"/>
                  </a:cubicBezTo>
                  <a:lnTo>
                    <a:pt x="1866" y="3127"/>
                  </a:lnTo>
                  <a:cubicBezTo>
                    <a:pt x="2522" y="3127"/>
                    <a:pt x="3127" y="1866"/>
                    <a:pt x="3127" y="1261"/>
                  </a:cubicBezTo>
                  <a:cubicBezTo>
                    <a:pt x="3127" y="606"/>
                    <a:pt x="2522" y="1"/>
                    <a:pt x="18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749;p77">
              <a:extLst>
                <a:ext uri="{FF2B5EF4-FFF2-40B4-BE49-F238E27FC236}">
                  <a16:creationId xmlns:a16="http://schemas.microsoft.com/office/drawing/2014/main" id="{25D4CC53-E0F1-40C7-89BD-09BE59BC6EAF}"/>
                </a:ext>
              </a:extLst>
            </p:cNvPr>
            <p:cNvSpPr/>
            <p:nvPr/>
          </p:nvSpPr>
          <p:spPr>
            <a:xfrm>
              <a:off x="2179500" y="2271350"/>
              <a:ext cx="235750" cy="63050"/>
            </a:xfrm>
            <a:custGeom>
              <a:avLst/>
              <a:gdLst/>
              <a:ahLst/>
              <a:cxnLst/>
              <a:rect l="l" t="t" r="r" b="b"/>
              <a:pathLst>
                <a:path w="9430" h="2522" extrusionOk="0">
                  <a:moveTo>
                    <a:pt x="1261" y="0"/>
                  </a:moveTo>
                  <a:cubicBezTo>
                    <a:pt x="606" y="0"/>
                    <a:pt x="1" y="605"/>
                    <a:pt x="1" y="1261"/>
                  </a:cubicBezTo>
                  <a:cubicBezTo>
                    <a:pt x="1" y="1866"/>
                    <a:pt x="606" y="2521"/>
                    <a:pt x="1261" y="2521"/>
                  </a:cubicBezTo>
                  <a:lnTo>
                    <a:pt x="7564" y="2521"/>
                  </a:lnTo>
                  <a:cubicBezTo>
                    <a:pt x="8824" y="2521"/>
                    <a:pt x="9429" y="1866"/>
                    <a:pt x="9429" y="1261"/>
                  </a:cubicBezTo>
                  <a:cubicBezTo>
                    <a:pt x="9429" y="605"/>
                    <a:pt x="8824" y="0"/>
                    <a:pt x="7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750;p77">
              <a:extLst>
                <a:ext uri="{FF2B5EF4-FFF2-40B4-BE49-F238E27FC236}">
                  <a16:creationId xmlns:a16="http://schemas.microsoft.com/office/drawing/2014/main" id="{6943BC35-BC3F-44E7-AFC1-BB062BF50DED}"/>
                </a:ext>
              </a:extLst>
            </p:cNvPr>
            <p:cNvSpPr/>
            <p:nvPr/>
          </p:nvSpPr>
          <p:spPr>
            <a:xfrm>
              <a:off x="2494625" y="2271350"/>
              <a:ext cx="126075" cy="63050"/>
            </a:xfrm>
            <a:custGeom>
              <a:avLst/>
              <a:gdLst/>
              <a:ahLst/>
              <a:cxnLst/>
              <a:rect l="l" t="t" r="r" b="b"/>
              <a:pathLst>
                <a:path w="5043" h="2522" extrusionOk="0">
                  <a:moveTo>
                    <a:pt x="1866" y="0"/>
                  </a:moveTo>
                  <a:cubicBezTo>
                    <a:pt x="1261" y="0"/>
                    <a:pt x="1" y="605"/>
                    <a:pt x="1" y="1261"/>
                  </a:cubicBezTo>
                  <a:cubicBezTo>
                    <a:pt x="1" y="1866"/>
                    <a:pt x="1261" y="2521"/>
                    <a:pt x="1866" y="2521"/>
                  </a:cubicBezTo>
                  <a:lnTo>
                    <a:pt x="3127" y="2521"/>
                  </a:lnTo>
                  <a:cubicBezTo>
                    <a:pt x="3782" y="2521"/>
                    <a:pt x="5043" y="1866"/>
                    <a:pt x="5043" y="1261"/>
                  </a:cubicBezTo>
                  <a:cubicBezTo>
                    <a:pt x="5043" y="605"/>
                    <a:pt x="3782" y="0"/>
                    <a:pt x="3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751;p77">
              <a:extLst>
                <a:ext uri="{FF2B5EF4-FFF2-40B4-BE49-F238E27FC236}">
                  <a16:creationId xmlns:a16="http://schemas.microsoft.com/office/drawing/2014/main" id="{55C0356F-4B3E-42D2-8BD2-85F198D5B3C1}"/>
                </a:ext>
              </a:extLst>
            </p:cNvPr>
            <p:cNvSpPr/>
            <p:nvPr/>
          </p:nvSpPr>
          <p:spPr>
            <a:xfrm>
              <a:off x="2352200" y="2428900"/>
              <a:ext cx="315150" cy="78175"/>
            </a:xfrm>
            <a:custGeom>
              <a:avLst/>
              <a:gdLst/>
              <a:ahLst/>
              <a:cxnLst/>
              <a:rect l="l" t="t" r="r" b="b"/>
              <a:pathLst>
                <a:path w="12606" h="3127" extrusionOk="0">
                  <a:moveTo>
                    <a:pt x="1261" y="1"/>
                  </a:moveTo>
                  <a:cubicBezTo>
                    <a:pt x="656" y="1"/>
                    <a:pt x="0" y="606"/>
                    <a:pt x="0" y="1866"/>
                  </a:cubicBezTo>
                  <a:cubicBezTo>
                    <a:pt x="0" y="2522"/>
                    <a:pt x="656" y="3127"/>
                    <a:pt x="1261" y="3127"/>
                  </a:cubicBezTo>
                  <a:lnTo>
                    <a:pt x="10740" y="3127"/>
                  </a:lnTo>
                  <a:cubicBezTo>
                    <a:pt x="12000" y="3127"/>
                    <a:pt x="12605" y="2522"/>
                    <a:pt x="12605" y="1866"/>
                  </a:cubicBezTo>
                  <a:cubicBezTo>
                    <a:pt x="12605" y="606"/>
                    <a:pt x="12000" y="1"/>
                    <a:pt x="10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752;p77">
              <a:extLst>
                <a:ext uri="{FF2B5EF4-FFF2-40B4-BE49-F238E27FC236}">
                  <a16:creationId xmlns:a16="http://schemas.microsoft.com/office/drawing/2014/main" id="{376ABFCC-2CD5-4B3E-844D-3883CF72D2FA}"/>
                </a:ext>
              </a:extLst>
            </p:cNvPr>
            <p:cNvSpPr/>
            <p:nvPr/>
          </p:nvSpPr>
          <p:spPr>
            <a:xfrm>
              <a:off x="2746725" y="2428900"/>
              <a:ext cx="409700" cy="78175"/>
            </a:xfrm>
            <a:custGeom>
              <a:avLst/>
              <a:gdLst/>
              <a:ahLst/>
              <a:cxnLst/>
              <a:rect l="l" t="t" r="r" b="b"/>
              <a:pathLst>
                <a:path w="16388" h="3127" extrusionOk="0">
                  <a:moveTo>
                    <a:pt x="1867" y="1"/>
                  </a:moveTo>
                  <a:cubicBezTo>
                    <a:pt x="606" y="1"/>
                    <a:pt x="1" y="606"/>
                    <a:pt x="1" y="1866"/>
                  </a:cubicBezTo>
                  <a:cubicBezTo>
                    <a:pt x="1" y="2522"/>
                    <a:pt x="606" y="3127"/>
                    <a:pt x="1867" y="3127"/>
                  </a:cubicBezTo>
                  <a:lnTo>
                    <a:pt x="14472" y="3127"/>
                  </a:lnTo>
                  <a:cubicBezTo>
                    <a:pt x="15732" y="3127"/>
                    <a:pt x="16388" y="2522"/>
                    <a:pt x="16388" y="1866"/>
                  </a:cubicBezTo>
                  <a:cubicBezTo>
                    <a:pt x="16388" y="606"/>
                    <a:pt x="15732" y="1"/>
                    <a:pt x="14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753;p77">
              <a:extLst>
                <a:ext uri="{FF2B5EF4-FFF2-40B4-BE49-F238E27FC236}">
                  <a16:creationId xmlns:a16="http://schemas.microsoft.com/office/drawing/2014/main" id="{C62086DC-2D47-4E96-A37E-42C5B0AB61D7}"/>
                </a:ext>
              </a:extLst>
            </p:cNvPr>
            <p:cNvSpPr/>
            <p:nvPr/>
          </p:nvSpPr>
          <p:spPr>
            <a:xfrm>
              <a:off x="2179500" y="2601600"/>
              <a:ext cx="126075" cy="63050"/>
            </a:xfrm>
            <a:custGeom>
              <a:avLst/>
              <a:gdLst/>
              <a:ahLst/>
              <a:cxnLst/>
              <a:rect l="l" t="t" r="r" b="b"/>
              <a:pathLst>
                <a:path w="5043" h="2522" extrusionOk="0">
                  <a:moveTo>
                    <a:pt x="1261" y="1"/>
                  </a:moveTo>
                  <a:cubicBezTo>
                    <a:pt x="606" y="1"/>
                    <a:pt x="1" y="656"/>
                    <a:pt x="1" y="1261"/>
                  </a:cubicBezTo>
                  <a:cubicBezTo>
                    <a:pt x="1" y="1917"/>
                    <a:pt x="606" y="2522"/>
                    <a:pt x="1261" y="2522"/>
                  </a:cubicBezTo>
                  <a:lnTo>
                    <a:pt x="3782" y="2522"/>
                  </a:lnTo>
                  <a:cubicBezTo>
                    <a:pt x="4387" y="2522"/>
                    <a:pt x="5043" y="1917"/>
                    <a:pt x="5043" y="1261"/>
                  </a:cubicBezTo>
                  <a:cubicBezTo>
                    <a:pt x="5043" y="656"/>
                    <a:pt x="4387" y="1"/>
                    <a:pt x="37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754;p77">
              <a:extLst>
                <a:ext uri="{FF2B5EF4-FFF2-40B4-BE49-F238E27FC236}">
                  <a16:creationId xmlns:a16="http://schemas.microsoft.com/office/drawing/2014/main" id="{23A7F864-3F81-418D-9F64-4FDF89517D76}"/>
                </a:ext>
              </a:extLst>
            </p:cNvPr>
            <p:cNvSpPr/>
            <p:nvPr/>
          </p:nvSpPr>
          <p:spPr>
            <a:xfrm>
              <a:off x="2400100" y="2601600"/>
              <a:ext cx="739950" cy="63050"/>
            </a:xfrm>
            <a:custGeom>
              <a:avLst/>
              <a:gdLst/>
              <a:ahLst/>
              <a:cxnLst/>
              <a:rect l="l" t="t" r="r" b="b"/>
              <a:pathLst>
                <a:path w="29598" h="2522" extrusionOk="0">
                  <a:moveTo>
                    <a:pt x="1261" y="1"/>
                  </a:moveTo>
                  <a:cubicBezTo>
                    <a:pt x="605" y="1"/>
                    <a:pt x="0" y="656"/>
                    <a:pt x="0" y="1261"/>
                  </a:cubicBezTo>
                  <a:cubicBezTo>
                    <a:pt x="0" y="1917"/>
                    <a:pt x="605" y="2522"/>
                    <a:pt x="1261" y="2522"/>
                  </a:cubicBezTo>
                  <a:lnTo>
                    <a:pt x="28337" y="2522"/>
                  </a:lnTo>
                  <a:cubicBezTo>
                    <a:pt x="28992" y="2522"/>
                    <a:pt x="29597" y="1917"/>
                    <a:pt x="29597" y="1261"/>
                  </a:cubicBezTo>
                  <a:cubicBezTo>
                    <a:pt x="29597" y="656"/>
                    <a:pt x="28992" y="1"/>
                    <a:pt x="28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755;p77">
              <a:extLst>
                <a:ext uri="{FF2B5EF4-FFF2-40B4-BE49-F238E27FC236}">
                  <a16:creationId xmlns:a16="http://schemas.microsoft.com/office/drawing/2014/main" id="{048E4B62-DB1A-4FE5-AE31-5E3A8F2C56F7}"/>
                </a:ext>
              </a:extLst>
            </p:cNvPr>
            <p:cNvSpPr/>
            <p:nvPr/>
          </p:nvSpPr>
          <p:spPr>
            <a:xfrm>
              <a:off x="2179500" y="2916725"/>
              <a:ext cx="235750" cy="79450"/>
            </a:xfrm>
            <a:custGeom>
              <a:avLst/>
              <a:gdLst/>
              <a:ahLst/>
              <a:cxnLst/>
              <a:rect l="l" t="t" r="r" b="b"/>
              <a:pathLst>
                <a:path w="9430" h="3178" extrusionOk="0">
                  <a:moveTo>
                    <a:pt x="1261" y="1"/>
                  </a:moveTo>
                  <a:cubicBezTo>
                    <a:pt x="606" y="1"/>
                    <a:pt x="1" y="656"/>
                    <a:pt x="1" y="1917"/>
                  </a:cubicBezTo>
                  <a:cubicBezTo>
                    <a:pt x="1" y="2522"/>
                    <a:pt x="606" y="3177"/>
                    <a:pt x="1261" y="3177"/>
                  </a:cubicBezTo>
                  <a:lnTo>
                    <a:pt x="7564" y="3177"/>
                  </a:lnTo>
                  <a:cubicBezTo>
                    <a:pt x="8824" y="3177"/>
                    <a:pt x="9429" y="2522"/>
                    <a:pt x="9429" y="1917"/>
                  </a:cubicBezTo>
                  <a:cubicBezTo>
                    <a:pt x="9429" y="656"/>
                    <a:pt x="8824" y="1"/>
                    <a:pt x="7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756;p77">
              <a:extLst>
                <a:ext uri="{FF2B5EF4-FFF2-40B4-BE49-F238E27FC236}">
                  <a16:creationId xmlns:a16="http://schemas.microsoft.com/office/drawing/2014/main" id="{86D0D8BB-0EFD-4AE3-B728-96094E83A958}"/>
                </a:ext>
              </a:extLst>
            </p:cNvPr>
            <p:cNvSpPr/>
            <p:nvPr/>
          </p:nvSpPr>
          <p:spPr>
            <a:xfrm>
              <a:off x="2494625" y="2916725"/>
              <a:ext cx="126075" cy="79450"/>
            </a:xfrm>
            <a:custGeom>
              <a:avLst/>
              <a:gdLst/>
              <a:ahLst/>
              <a:cxnLst/>
              <a:rect l="l" t="t" r="r" b="b"/>
              <a:pathLst>
                <a:path w="5043" h="3178" extrusionOk="0">
                  <a:moveTo>
                    <a:pt x="1866" y="1"/>
                  </a:moveTo>
                  <a:cubicBezTo>
                    <a:pt x="1261" y="1"/>
                    <a:pt x="1" y="656"/>
                    <a:pt x="1" y="1917"/>
                  </a:cubicBezTo>
                  <a:cubicBezTo>
                    <a:pt x="1" y="2522"/>
                    <a:pt x="1261" y="3177"/>
                    <a:pt x="1866" y="3177"/>
                  </a:cubicBezTo>
                  <a:lnTo>
                    <a:pt x="3127" y="3177"/>
                  </a:lnTo>
                  <a:cubicBezTo>
                    <a:pt x="3782" y="3177"/>
                    <a:pt x="5043" y="2522"/>
                    <a:pt x="5043" y="1917"/>
                  </a:cubicBezTo>
                  <a:cubicBezTo>
                    <a:pt x="5043" y="656"/>
                    <a:pt x="3782" y="1"/>
                    <a:pt x="31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757;p77">
              <a:extLst>
                <a:ext uri="{FF2B5EF4-FFF2-40B4-BE49-F238E27FC236}">
                  <a16:creationId xmlns:a16="http://schemas.microsoft.com/office/drawing/2014/main" id="{D0BD3949-1B79-412F-BBA7-45669EC957EC}"/>
                </a:ext>
              </a:extLst>
            </p:cNvPr>
            <p:cNvSpPr/>
            <p:nvPr/>
          </p:nvSpPr>
          <p:spPr>
            <a:xfrm>
              <a:off x="2352200" y="3090675"/>
              <a:ext cx="315150" cy="78200"/>
            </a:xfrm>
            <a:custGeom>
              <a:avLst/>
              <a:gdLst/>
              <a:ahLst/>
              <a:cxnLst/>
              <a:rect l="l" t="t" r="r" b="b"/>
              <a:pathLst>
                <a:path w="12606" h="3128" extrusionOk="0">
                  <a:moveTo>
                    <a:pt x="1261" y="1"/>
                  </a:moveTo>
                  <a:cubicBezTo>
                    <a:pt x="656" y="1"/>
                    <a:pt x="0" y="606"/>
                    <a:pt x="0" y="1261"/>
                  </a:cubicBezTo>
                  <a:cubicBezTo>
                    <a:pt x="0" y="1866"/>
                    <a:pt x="656" y="3127"/>
                    <a:pt x="1261" y="3127"/>
                  </a:cubicBezTo>
                  <a:lnTo>
                    <a:pt x="10740" y="3127"/>
                  </a:lnTo>
                  <a:cubicBezTo>
                    <a:pt x="12000" y="3127"/>
                    <a:pt x="12605" y="1866"/>
                    <a:pt x="12605" y="1261"/>
                  </a:cubicBezTo>
                  <a:cubicBezTo>
                    <a:pt x="12605" y="606"/>
                    <a:pt x="12000" y="1"/>
                    <a:pt x="10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758;p77">
              <a:extLst>
                <a:ext uri="{FF2B5EF4-FFF2-40B4-BE49-F238E27FC236}">
                  <a16:creationId xmlns:a16="http://schemas.microsoft.com/office/drawing/2014/main" id="{96698EF4-37FB-400F-A839-08DF94B783A6}"/>
                </a:ext>
              </a:extLst>
            </p:cNvPr>
            <p:cNvSpPr/>
            <p:nvPr/>
          </p:nvSpPr>
          <p:spPr>
            <a:xfrm>
              <a:off x="2746725" y="3090675"/>
              <a:ext cx="409700" cy="78200"/>
            </a:xfrm>
            <a:custGeom>
              <a:avLst/>
              <a:gdLst/>
              <a:ahLst/>
              <a:cxnLst/>
              <a:rect l="l" t="t" r="r" b="b"/>
              <a:pathLst>
                <a:path w="16388" h="3128" extrusionOk="0">
                  <a:moveTo>
                    <a:pt x="1867" y="1"/>
                  </a:moveTo>
                  <a:cubicBezTo>
                    <a:pt x="606" y="1"/>
                    <a:pt x="1" y="606"/>
                    <a:pt x="1" y="1261"/>
                  </a:cubicBezTo>
                  <a:cubicBezTo>
                    <a:pt x="1" y="1866"/>
                    <a:pt x="606" y="3127"/>
                    <a:pt x="1867" y="3127"/>
                  </a:cubicBezTo>
                  <a:lnTo>
                    <a:pt x="14472" y="3127"/>
                  </a:lnTo>
                  <a:cubicBezTo>
                    <a:pt x="15732" y="3127"/>
                    <a:pt x="16388" y="1866"/>
                    <a:pt x="16388" y="1261"/>
                  </a:cubicBezTo>
                  <a:cubicBezTo>
                    <a:pt x="16388" y="606"/>
                    <a:pt x="15732" y="1"/>
                    <a:pt x="14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759;p77">
              <a:extLst>
                <a:ext uri="{FF2B5EF4-FFF2-40B4-BE49-F238E27FC236}">
                  <a16:creationId xmlns:a16="http://schemas.microsoft.com/office/drawing/2014/main" id="{92BB24A2-35F5-4F08-ADD8-2AC1C2EEBF9B}"/>
                </a:ext>
              </a:extLst>
            </p:cNvPr>
            <p:cNvSpPr/>
            <p:nvPr/>
          </p:nvSpPr>
          <p:spPr>
            <a:xfrm>
              <a:off x="2179500" y="3248250"/>
              <a:ext cx="126075" cy="78175"/>
            </a:xfrm>
            <a:custGeom>
              <a:avLst/>
              <a:gdLst/>
              <a:ahLst/>
              <a:cxnLst/>
              <a:rect l="l" t="t" r="r" b="b"/>
              <a:pathLst>
                <a:path w="5043" h="3127" extrusionOk="0">
                  <a:moveTo>
                    <a:pt x="1261" y="1"/>
                  </a:moveTo>
                  <a:cubicBezTo>
                    <a:pt x="606" y="1"/>
                    <a:pt x="1" y="606"/>
                    <a:pt x="1" y="1866"/>
                  </a:cubicBezTo>
                  <a:cubicBezTo>
                    <a:pt x="1" y="2522"/>
                    <a:pt x="606" y="3127"/>
                    <a:pt x="1261" y="3127"/>
                  </a:cubicBezTo>
                  <a:lnTo>
                    <a:pt x="3782" y="3127"/>
                  </a:lnTo>
                  <a:cubicBezTo>
                    <a:pt x="4387" y="3127"/>
                    <a:pt x="5043" y="2522"/>
                    <a:pt x="5043" y="1866"/>
                  </a:cubicBezTo>
                  <a:cubicBezTo>
                    <a:pt x="5043" y="606"/>
                    <a:pt x="4387" y="1"/>
                    <a:pt x="37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760;p77">
              <a:extLst>
                <a:ext uri="{FF2B5EF4-FFF2-40B4-BE49-F238E27FC236}">
                  <a16:creationId xmlns:a16="http://schemas.microsoft.com/office/drawing/2014/main" id="{F6109727-F7D6-4263-B429-1B1505A5C095}"/>
                </a:ext>
              </a:extLst>
            </p:cNvPr>
            <p:cNvSpPr/>
            <p:nvPr/>
          </p:nvSpPr>
          <p:spPr>
            <a:xfrm>
              <a:off x="2400100" y="3248250"/>
              <a:ext cx="739950" cy="78175"/>
            </a:xfrm>
            <a:custGeom>
              <a:avLst/>
              <a:gdLst/>
              <a:ahLst/>
              <a:cxnLst/>
              <a:rect l="l" t="t" r="r" b="b"/>
              <a:pathLst>
                <a:path w="29598" h="3127" extrusionOk="0">
                  <a:moveTo>
                    <a:pt x="1261" y="1"/>
                  </a:moveTo>
                  <a:cubicBezTo>
                    <a:pt x="605" y="1"/>
                    <a:pt x="0" y="606"/>
                    <a:pt x="0" y="1866"/>
                  </a:cubicBezTo>
                  <a:cubicBezTo>
                    <a:pt x="0" y="2522"/>
                    <a:pt x="605" y="3127"/>
                    <a:pt x="1261" y="3127"/>
                  </a:cubicBezTo>
                  <a:lnTo>
                    <a:pt x="28337" y="3127"/>
                  </a:lnTo>
                  <a:cubicBezTo>
                    <a:pt x="28992" y="3127"/>
                    <a:pt x="29597" y="2522"/>
                    <a:pt x="29597" y="1866"/>
                  </a:cubicBezTo>
                  <a:cubicBezTo>
                    <a:pt x="29597" y="606"/>
                    <a:pt x="28992" y="1"/>
                    <a:pt x="28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761;p77">
              <a:extLst>
                <a:ext uri="{FF2B5EF4-FFF2-40B4-BE49-F238E27FC236}">
                  <a16:creationId xmlns:a16="http://schemas.microsoft.com/office/drawing/2014/main" id="{0AAC333D-C411-4A5B-9B97-E7FBA52BE048}"/>
                </a:ext>
              </a:extLst>
            </p:cNvPr>
            <p:cNvSpPr/>
            <p:nvPr/>
          </p:nvSpPr>
          <p:spPr>
            <a:xfrm>
              <a:off x="2179500" y="3578500"/>
              <a:ext cx="78175" cy="79450"/>
            </a:xfrm>
            <a:custGeom>
              <a:avLst/>
              <a:gdLst/>
              <a:ahLst/>
              <a:cxnLst/>
              <a:rect l="l" t="t" r="r" b="b"/>
              <a:pathLst>
                <a:path w="3127" h="3178" extrusionOk="0">
                  <a:moveTo>
                    <a:pt x="1261" y="1"/>
                  </a:moveTo>
                  <a:cubicBezTo>
                    <a:pt x="606" y="1"/>
                    <a:pt x="1" y="656"/>
                    <a:pt x="1" y="1261"/>
                  </a:cubicBezTo>
                  <a:cubicBezTo>
                    <a:pt x="1" y="2522"/>
                    <a:pt x="606" y="3177"/>
                    <a:pt x="1261" y="3177"/>
                  </a:cubicBezTo>
                  <a:lnTo>
                    <a:pt x="1866" y="3177"/>
                  </a:lnTo>
                  <a:cubicBezTo>
                    <a:pt x="2522" y="3177"/>
                    <a:pt x="3127" y="2522"/>
                    <a:pt x="3127" y="1261"/>
                  </a:cubicBezTo>
                  <a:cubicBezTo>
                    <a:pt x="3127" y="656"/>
                    <a:pt x="2522" y="1"/>
                    <a:pt x="18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762;p77">
              <a:extLst>
                <a:ext uri="{FF2B5EF4-FFF2-40B4-BE49-F238E27FC236}">
                  <a16:creationId xmlns:a16="http://schemas.microsoft.com/office/drawing/2014/main" id="{7C9A8C71-40BA-415C-90AF-236E308485B9}"/>
                </a:ext>
              </a:extLst>
            </p:cNvPr>
            <p:cNvSpPr/>
            <p:nvPr/>
          </p:nvSpPr>
          <p:spPr>
            <a:xfrm>
              <a:off x="2179500" y="3420950"/>
              <a:ext cx="235750" cy="63050"/>
            </a:xfrm>
            <a:custGeom>
              <a:avLst/>
              <a:gdLst/>
              <a:ahLst/>
              <a:cxnLst/>
              <a:rect l="l" t="t" r="r" b="b"/>
              <a:pathLst>
                <a:path w="9430" h="2522" extrusionOk="0">
                  <a:moveTo>
                    <a:pt x="1261" y="0"/>
                  </a:moveTo>
                  <a:cubicBezTo>
                    <a:pt x="606" y="0"/>
                    <a:pt x="1" y="656"/>
                    <a:pt x="1" y="1261"/>
                  </a:cubicBezTo>
                  <a:cubicBezTo>
                    <a:pt x="1" y="1916"/>
                    <a:pt x="606" y="2521"/>
                    <a:pt x="1261" y="2521"/>
                  </a:cubicBezTo>
                  <a:lnTo>
                    <a:pt x="7564" y="2521"/>
                  </a:lnTo>
                  <a:cubicBezTo>
                    <a:pt x="8824" y="2521"/>
                    <a:pt x="9429" y="1916"/>
                    <a:pt x="9429" y="1261"/>
                  </a:cubicBezTo>
                  <a:cubicBezTo>
                    <a:pt x="9429" y="656"/>
                    <a:pt x="8824" y="0"/>
                    <a:pt x="7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763;p77">
              <a:extLst>
                <a:ext uri="{FF2B5EF4-FFF2-40B4-BE49-F238E27FC236}">
                  <a16:creationId xmlns:a16="http://schemas.microsoft.com/office/drawing/2014/main" id="{83FBC220-320F-48FB-B0DD-6231E8C9E61B}"/>
                </a:ext>
              </a:extLst>
            </p:cNvPr>
            <p:cNvSpPr/>
            <p:nvPr/>
          </p:nvSpPr>
          <p:spPr>
            <a:xfrm>
              <a:off x="2494625" y="3420950"/>
              <a:ext cx="126075" cy="63050"/>
            </a:xfrm>
            <a:custGeom>
              <a:avLst/>
              <a:gdLst/>
              <a:ahLst/>
              <a:cxnLst/>
              <a:rect l="l" t="t" r="r" b="b"/>
              <a:pathLst>
                <a:path w="5043" h="2522" extrusionOk="0">
                  <a:moveTo>
                    <a:pt x="1866" y="0"/>
                  </a:moveTo>
                  <a:cubicBezTo>
                    <a:pt x="1261" y="0"/>
                    <a:pt x="1" y="656"/>
                    <a:pt x="1" y="1261"/>
                  </a:cubicBezTo>
                  <a:cubicBezTo>
                    <a:pt x="1" y="1916"/>
                    <a:pt x="1261" y="2521"/>
                    <a:pt x="1866" y="2521"/>
                  </a:cubicBezTo>
                  <a:lnTo>
                    <a:pt x="3127" y="2521"/>
                  </a:lnTo>
                  <a:cubicBezTo>
                    <a:pt x="3782" y="2521"/>
                    <a:pt x="5043" y="1916"/>
                    <a:pt x="5043" y="1261"/>
                  </a:cubicBezTo>
                  <a:cubicBezTo>
                    <a:pt x="5043" y="656"/>
                    <a:pt x="3782" y="0"/>
                    <a:pt x="3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764;p77">
              <a:extLst>
                <a:ext uri="{FF2B5EF4-FFF2-40B4-BE49-F238E27FC236}">
                  <a16:creationId xmlns:a16="http://schemas.microsoft.com/office/drawing/2014/main" id="{67D18553-3107-4F29-B936-09DCB6BFF22C}"/>
                </a:ext>
              </a:extLst>
            </p:cNvPr>
            <p:cNvSpPr/>
            <p:nvPr/>
          </p:nvSpPr>
          <p:spPr>
            <a:xfrm>
              <a:off x="2352200" y="3578500"/>
              <a:ext cx="504225" cy="79450"/>
            </a:xfrm>
            <a:custGeom>
              <a:avLst/>
              <a:gdLst/>
              <a:ahLst/>
              <a:cxnLst/>
              <a:rect l="l" t="t" r="r" b="b"/>
              <a:pathLst>
                <a:path w="20169" h="3178" extrusionOk="0">
                  <a:moveTo>
                    <a:pt x="1261" y="1"/>
                  </a:moveTo>
                  <a:cubicBezTo>
                    <a:pt x="656" y="1"/>
                    <a:pt x="0" y="656"/>
                    <a:pt x="0" y="1261"/>
                  </a:cubicBezTo>
                  <a:cubicBezTo>
                    <a:pt x="0" y="2522"/>
                    <a:pt x="656" y="3177"/>
                    <a:pt x="1261" y="3177"/>
                  </a:cubicBezTo>
                  <a:lnTo>
                    <a:pt x="18303" y="3177"/>
                  </a:lnTo>
                  <a:cubicBezTo>
                    <a:pt x="19564" y="3177"/>
                    <a:pt x="20169" y="2522"/>
                    <a:pt x="20169" y="1261"/>
                  </a:cubicBezTo>
                  <a:cubicBezTo>
                    <a:pt x="20169" y="656"/>
                    <a:pt x="19564" y="1"/>
                    <a:pt x="18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765;p77">
              <a:extLst>
                <a:ext uri="{FF2B5EF4-FFF2-40B4-BE49-F238E27FC236}">
                  <a16:creationId xmlns:a16="http://schemas.microsoft.com/office/drawing/2014/main" id="{2461CFC6-3ED8-4044-B197-77639A67A2F9}"/>
                </a:ext>
              </a:extLst>
            </p:cNvPr>
            <p:cNvSpPr/>
            <p:nvPr/>
          </p:nvSpPr>
          <p:spPr>
            <a:xfrm>
              <a:off x="2572775" y="2759175"/>
              <a:ext cx="363075" cy="79425"/>
            </a:xfrm>
            <a:custGeom>
              <a:avLst/>
              <a:gdLst/>
              <a:ahLst/>
              <a:cxnLst/>
              <a:rect l="l" t="t" r="r" b="b"/>
              <a:pathLst>
                <a:path w="14523" h="3177" extrusionOk="0">
                  <a:moveTo>
                    <a:pt x="1917" y="0"/>
                  </a:moveTo>
                  <a:cubicBezTo>
                    <a:pt x="656" y="0"/>
                    <a:pt x="1" y="656"/>
                    <a:pt x="1" y="1261"/>
                  </a:cubicBezTo>
                  <a:cubicBezTo>
                    <a:pt x="1" y="2521"/>
                    <a:pt x="656" y="3177"/>
                    <a:pt x="1917" y="3177"/>
                  </a:cubicBezTo>
                  <a:lnTo>
                    <a:pt x="13262" y="3177"/>
                  </a:lnTo>
                  <a:cubicBezTo>
                    <a:pt x="13867" y="3177"/>
                    <a:pt x="14522" y="2521"/>
                    <a:pt x="14522" y="1261"/>
                  </a:cubicBezTo>
                  <a:cubicBezTo>
                    <a:pt x="14522" y="656"/>
                    <a:pt x="13867" y="0"/>
                    <a:pt x="13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766;p77">
              <a:extLst>
                <a:ext uri="{FF2B5EF4-FFF2-40B4-BE49-F238E27FC236}">
                  <a16:creationId xmlns:a16="http://schemas.microsoft.com/office/drawing/2014/main" id="{7B82B49C-5F14-470F-A6AC-58A690E726AC}"/>
                </a:ext>
              </a:extLst>
            </p:cNvPr>
            <p:cNvSpPr/>
            <p:nvPr/>
          </p:nvSpPr>
          <p:spPr>
            <a:xfrm>
              <a:off x="3030350" y="2759175"/>
              <a:ext cx="126075" cy="79425"/>
            </a:xfrm>
            <a:custGeom>
              <a:avLst/>
              <a:gdLst/>
              <a:ahLst/>
              <a:cxnLst/>
              <a:rect l="l" t="t" r="r" b="b"/>
              <a:pathLst>
                <a:path w="5043" h="3177" extrusionOk="0">
                  <a:moveTo>
                    <a:pt x="1261" y="0"/>
                  </a:moveTo>
                  <a:cubicBezTo>
                    <a:pt x="606" y="0"/>
                    <a:pt x="1" y="656"/>
                    <a:pt x="1" y="1261"/>
                  </a:cubicBezTo>
                  <a:cubicBezTo>
                    <a:pt x="1" y="2521"/>
                    <a:pt x="606" y="3177"/>
                    <a:pt x="1261" y="3177"/>
                  </a:cubicBezTo>
                  <a:lnTo>
                    <a:pt x="3127" y="3177"/>
                  </a:lnTo>
                  <a:cubicBezTo>
                    <a:pt x="4387" y="3177"/>
                    <a:pt x="5043" y="2521"/>
                    <a:pt x="5043" y="1261"/>
                  </a:cubicBezTo>
                  <a:cubicBezTo>
                    <a:pt x="5043" y="656"/>
                    <a:pt x="4387" y="0"/>
                    <a:pt x="3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767;p77">
              <a:extLst>
                <a:ext uri="{FF2B5EF4-FFF2-40B4-BE49-F238E27FC236}">
                  <a16:creationId xmlns:a16="http://schemas.microsoft.com/office/drawing/2014/main" id="{8888E4B4-D9FF-4FC2-8640-A3A3DE4C9D99}"/>
                </a:ext>
              </a:extLst>
            </p:cNvPr>
            <p:cNvSpPr/>
            <p:nvPr/>
          </p:nvSpPr>
          <p:spPr>
            <a:xfrm>
              <a:off x="3455150" y="1956200"/>
              <a:ext cx="2285350" cy="2079900"/>
            </a:xfrm>
            <a:custGeom>
              <a:avLst/>
              <a:gdLst/>
              <a:ahLst/>
              <a:cxnLst/>
              <a:rect l="l" t="t" r="r" b="b"/>
              <a:pathLst>
                <a:path w="91414" h="83196" extrusionOk="0">
                  <a:moveTo>
                    <a:pt x="8219" y="1"/>
                  </a:moveTo>
                  <a:cubicBezTo>
                    <a:pt x="3782" y="1"/>
                    <a:pt x="1" y="3783"/>
                    <a:pt x="1" y="8169"/>
                  </a:cubicBezTo>
                  <a:lnTo>
                    <a:pt x="1" y="74977"/>
                  </a:lnTo>
                  <a:cubicBezTo>
                    <a:pt x="1" y="79414"/>
                    <a:pt x="3782" y="83196"/>
                    <a:pt x="8219" y="83196"/>
                  </a:cubicBezTo>
                  <a:lnTo>
                    <a:pt x="83195" y="83196"/>
                  </a:lnTo>
                  <a:cubicBezTo>
                    <a:pt x="87632" y="83196"/>
                    <a:pt x="91414" y="79414"/>
                    <a:pt x="91414" y="74977"/>
                  </a:cubicBezTo>
                  <a:lnTo>
                    <a:pt x="91414" y="8169"/>
                  </a:lnTo>
                  <a:cubicBezTo>
                    <a:pt x="91414" y="3783"/>
                    <a:pt x="87632" y="1"/>
                    <a:pt x="831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768;p77">
              <a:extLst>
                <a:ext uri="{FF2B5EF4-FFF2-40B4-BE49-F238E27FC236}">
                  <a16:creationId xmlns:a16="http://schemas.microsoft.com/office/drawing/2014/main" id="{7DA477A2-8193-40D7-8B19-7C08487FC291}"/>
                </a:ext>
              </a:extLst>
            </p:cNvPr>
            <p:cNvSpPr/>
            <p:nvPr/>
          </p:nvSpPr>
          <p:spPr>
            <a:xfrm>
              <a:off x="3738775" y="2302850"/>
              <a:ext cx="173975" cy="189100"/>
            </a:xfrm>
            <a:custGeom>
              <a:avLst/>
              <a:gdLst/>
              <a:ahLst/>
              <a:cxnLst/>
              <a:rect l="l" t="t" r="r" b="b"/>
              <a:pathLst>
                <a:path w="6959" h="7564" extrusionOk="0">
                  <a:moveTo>
                    <a:pt x="3177" y="1"/>
                  </a:moveTo>
                  <a:lnTo>
                    <a:pt x="656" y="5648"/>
                  </a:lnTo>
                  <a:lnTo>
                    <a:pt x="656" y="6908"/>
                  </a:lnTo>
                  <a:lnTo>
                    <a:pt x="0" y="6908"/>
                  </a:lnTo>
                  <a:lnTo>
                    <a:pt x="0" y="7564"/>
                  </a:lnTo>
                  <a:lnTo>
                    <a:pt x="1916" y="7564"/>
                  </a:lnTo>
                  <a:lnTo>
                    <a:pt x="1916" y="6908"/>
                  </a:lnTo>
                  <a:lnTo>
                    <a:pt x="1261" y="6908"/>
                  </a:lnTo>
                  <a:lnTo>
                    <a:pt x="1261" y="6303"/>
                  </a:lnTo>
                  <a:cubicBezTo>
                    <a:pt x="1261" y="5648"/>
                    <a:pt x="1261" y="5648"/>
                    <a:pt x="1916" y="5043"/>
                  </a:cubicBezTo>
                  <a:lnTo>
                    <a:pt x="2521" y="2522"/>
                  </a:lnTo>
                  <a:lnTo>
                    <a:pt x="3782" y="5043"/>
                  </a:lnTo>
                  <a:lnTo>
                    <a:pt x="4437" y="5648"/>
                  </a:lnTo>
                  <a:lnTo>
                    <a:pt x="4437" y="6303"/>
                  </a:lnTo>
                  <a:lnTo>
                    <a:pt x="4437" y="6908"/>
                  </a:lnTo>
                  <a:lnTo>
                    <a:pt x="3782" y="6908"/>
                  </a:lnTo>
                  <a:lnTo>
                    <a:pt x="3782" y="7564"/>
                  </a:lnTo>
                  <a:lnTo>
                    <a:pt x="6958" y="7564"/>
                  </a:lnTo>
                  <a:lnTo>
                    <a:pt x="6958" y="6908"/>
                  </a:lnTo>
                  <a:lnTo>
                    <a:pt x="6303" y="6908"/>
                  </a:lnTo>
                  <a:cubicBezTo>
                    <a:pt x="6303" y="6303"/>
                    <a:pt x="6303" y="6303"/>
                    <a:pt x="5698" y="5648"/>
                  </a:cubicBezTo>
                  <a:lnTo>
                    <a:pt x="37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769;p77">
              <a:extLst>
                <a:ext uri="{FF2B5EF4-FFF2-40B4-BE49-F238E27FC236}">
                  <a16:creationId xmlns:a16="http://schemas.microsoft.com/office/drawing/2014/main" id="{76E0169C-682C-4EFF-B645-591C6799BD7C}"/>
                </a:ext>
              </a:extLst>
            </p:cNvPr>
            <p:cNvSpPr/>
            <p:nvPr/>
          </p:nvSpPr>
          <p:spPr>
            <a:xfrm>
              <a:off x="3927850" y="2365875"/>
              <a:ext cx="126075" cy="126075"/>
            </a:xfrm>
            <a:custGeom>
              <a:avLst/>
              <a:gdLst/>
              <a:ahLst/>
              <a:cxnLst/>
              <a:rect l="l" t="t" r="r" b="b"/>
              <a:pathLst>
                <a:path w="5043" h="5043" extrusionOk="0">
                  <a:moveTo>
                    <a:pt x="656" y="1"/>
                  </a:moveTo>
                  <a:cubicBezTo>
                    <a:pt x="656" y="606"/>
                    <a:pt x="0" y="606"/>
                    <a:pt x="0" y="1261"/>
                  </a:cubicBezTo>
                  <a:cubicBezTo>
                    <a:pt x="0" y="1261"/>
                    <a:pt x="656" y="1261"/>
                    <a:pt x="656" y="1866"/>
                  </a:cubicBezTo>
                  <a:lnTo>
                    <a:pt x="1261" y="1866"/>
                  </a:lnTo>
                  <a:lnTo>
                    <a:pt x="1916" y="1261"/>
                  </a:lnTo>
                  <a:cubicBezTo>
                    <a:pt x="1916" y="606"/>
                    <a:pt x="1261" y="606"/>
                    <a:pt x="1261" y="606"/>
                  </a:cubicBezTo>
                  <a:lnTo>
                    <a:pt x="1261" y="1"/>
                  </a:lnTo>
                  <a:close/>
                  <a:moveTo>
                    <a:pt x="1916" y="1"/>
                  </a:moveTo>
                  <a:cubicBezTo>
                    <a:pt x="2521" y="1"/>
                    <a:pt x="2521" y="1"/>
                    <a:pt x="2521" y="606"/>
                  </a:cubicBezTo>
                  <a:cubicBezTo>
                    <a:pt x="3177" y="606"/>
                    <a:pt x="3177" y="606"/>
                    <a:pt x="3177" y="1261"/>
                  </a:cubicBezTo>
                  <a:lnTo>
                    <a:pt x="3177" y="1866"/>
                  </a:lnTo>
                  <a:lnTo>
                    <a:pt x="3177" y="3782"/>
                  </a:lnTo>
                  <a:lnTo>
                    <a:pt x="2521" y="3782"/>
                  </a:lnTo>
                  <a:cubicBezTo>
                    <a:pt x="2521" y="4387"/>
                    <a:pt x="2521" y="4387"/>
                    <a:pt x="1916" y="4387"/>
                  </a:cubicBezTo>
                  <a:lnTo>
                    <a:pt x="1916" y="3782"/>
                  </a:lnTo>
                  <a:lnTo>
                    <a:pt x="1916" y="2522"/>
                  </a:lnTo>
                  <a:cubicBezTo>
                    <a:pt x="2521" y="2522"/>
                    <a:pt x="2521" y="2522"/>
                    <a:pt x="3177" y="1866"/>
                  </a:cubicBezTo>
                  <a:cubicBezTo>
                    <a:pt x="1916" y="1866"/>
                    <a:pt x="1261" y="2522"/>
                    <a:pt x="656" y="2522"/>
                  </a:cubicBezTo>
                  <a:cubicBezTo>
                    <a:pt x="0" y="3127"/>
                    <a:pt x="0" y="3127"/>
                    <a:pt x="0" y="3782"/>
                  </a:cubicBezTo>
                  <a:cubicBezTo>
                    <a:pt x="0" y="4387"/>
                    <a:pt x="0" y="4387"/>
                    <a:pt x="656" y="4387"/>
                  </a:cubicBezTo>
                  <a:cubicBezTo>
                    <a:pt x="656" y="5043"/>
                    <a:pt x="1261" y="5043"/>
                    <a:pt x="1261" y="5043"/>
                  </a:cubicBezTo>
                  <a:lnTo>
                    <a:pt x="1916" y="5043"/>
                  </a:lnTo>
                  <a:cubicBezTo>
                    <a:pt x="2521" y="4387"/>
                    <a:pt x="2521" y="4387"/>
                    <a:pt x="3177" y="4387"/>
                  </a:cubicBezTo>
                  <a:cubicBezTo>
                    <a:pt x="3177" y="5043"/>
                    <a:pt x="3177" y="5043"/>
                    <a:pt x="3782" y="5043"/>
                  </a:cubicBezTo>
                  <a:lnTo>
                    <a:pt x="4437" y="5043"/>
                  </a:lnTo>
                  <a:lnTo>
                    <a:pt x="5042" y="4387"/>
                  </a:lnTo>
                  <a:lnTo>
                    <a:pt x="4437" y="4387"/>
                  </a:lnTo>
                  <a:lnTo>
                    <a:pt x="4437" y="3782"/>
                  </a:lnTo>
                  <a:lnTo>
                    <a:pt x="4437" y="1261"/>
                  </a:lnTo>
                  <a:cubicBezTo>
                    <a:pt x="4437" y="606"/>
                    <a:pt x="4437" y="606"/>
                    <a:pt x="37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770;p77">
              <a:extLst>
                <a:ext uri="{FF2B5EF4-FFF2-40B4-BE49-F238E27FC236}">
                  <a16:creationId xmlns:a16="http://schemas.microsoft.com/office/drawing/2014/main" id="{D59B95E3-51A2-4D4D-9802-A2AA68AB33B0}"/>
                </a:ext>
              </a:extLst>
            </p:cNvPr>
            <p:cNvSpPr/>
            <p:nvPr/>
          </p:nvSpPr>
          <p:spPr>
            <a:xfrm>
              <a:off x="3612725" y="2113775"/>
              <a:ext cx="567250" cy="567275"/>
            </a:xfrm>
            <a:custGeom>
              <a:avLst/>
              <a:gdLst/>
              <a:ahLst/>
              <a:cxnLst/>
              <a:rect l="l" t="t" r="r" b="b"/>
              <a:pathLst>
                <a:path w="22690" h="22691" extrusionOk="0">
                  <a:moveTo>
                    <a:pt x="5698" y="1261"/>
                  </a:moveTo>
                  <a:lnTo>
                    <a:pt x="5042" y="1866"/>
                  </a:lnTo>
                  <a:lnTo>
                    <a:pt x="6303" y="1866"/>
                  </a:lnTo>
                  <a:cubicBezTo>
                    <a:pt x="6303" y="1866"/>
                    <a:pt x="6303" y="1261"/>
                    <a:pt x="5698" y="1261"/>
                  </a:cubicBezTo>
                  <a:close/>
                  <a:moveTo>
                    <a:pt x="8219" y="1261"/>
                  </a:moveTo>
                  <a:lnTo>
                    <a:pt x="8219" y="1866"/>
                  </a:lnTo>
                  <a:lnTo>
                    <a:pt x="8219" y="2522"/>
                  </a:lnTo>
                  <a:cubicBezTo>
                    <a:pt x="8824" y="2522"/>
                    <a:pt x="8824" y="1866"/>
                    <a:pt x="8824" y="1866"/>
                  </a:cubicBezTo>
                  <a:cubicBezTo>
                    <a:pt x="8824" y="1261"/>
                    <a:pt x="8824" y="1261"/>
                    <a:pt x="8219" y="1261"/>
                  </a:cubicBezTo>
                  <a:close/>
                  <a:moveTo>
                    <a:pt x="11345" y="1261"/>
                  </a:moveTo>
                  <a:cubicBezTo>
                    <a:pt x="10740" y="1261"/>
                    <a:pt x="10740" y="1261"/>
                    <a:pt x="10740" y="1866"/>
                  </a:cubicBezTo>
                  <a:cubicBezTo>
                    <a:pt x="10740" y="1866"/>
                    <a:pt x="10740" y="2522"/>
                    <a:pt x="11345" y="2522"/>
                  </a:cubicBezTo>
                  <a:lnTo>
                    <a:pt x="12000" y="1866"/>
                  </a:lnTo>
                  <a:cubicBezTo>
                    <a:pt x="12000" y="1261"/>
                    <a:pt x="11345" y="1261"/>
                    <a:pt x="11345" y="1261"/>
                  </a:cubicBezTo>
                  <a:close/>
                  <a:moveTo>
                    <a:pt x="13866" y="1261"/>
                  </a:moveTo>
                  <a:lnTo>
                    <a:pt x="13866" y="1866"/>
                  </a:lnTo>
                  <a:lnTo>
                    <a:pt x="13866" y="2522"/>
                  </a:lnTo>
                  <a:cubicBezTo>
                    <a:pt x="14521" y="2522"/>
                    <a:pt x="14521" y="1866"/>
                    <a:pt x="14521" y="1866"/>
                  </a:cubicBezTo>
                  <a:cubicBezTo>
                    <a:pt x="14521" y="1261"/>
                    <a:pt x="14521" y="1261"/>
                    <a:pt x="13866" y="1261"/>
                  </a:cubicBezTo>
                  <a:close/>
                  <a:moveTo>
                    <a:pt x="16387" y="1261"/>
                  </a:moveTo>
                  <a:lnTo>
                    <a:pt x="16387" y="1866"/>
                  </a:lnTo>
                  <a:lnTo>
                    <a:pt x="17042" y="2522"/>
                  </a:lnTo>
                  <a:lnTo>
                    <a:pt x="17042" y="1866"/>
                  </a:lnTo>
                  <a:lnTo>
                    <a:pt x="17042" y="1261"/>
                  </a:lnTo>
                  <a:close/>
                  <a:moveTo>
                    <a:pt x="1916" y="1"/>
                  </a:moveTo>
                  <a:cubicBezTo>
                    <a:pt x="656" y="1"/>
                    <a:pt x="0" y="606"/>
                    <a:pt x="0" y="1866"/>
                  </a:cubicBezTo>
                  <a:cubicBezTo>
                    <a:pt x="0" y="2522"/>
                    <a:pt x="656" y="3782"/>
                    <a:pt x="1916" y="3782"/>
                  </a:cubicBezTo>
                  <a:cubicBezTo>
                    <a:pt x="2521" y="3782"/>
                    <a:pt x="3177" y="2522"/>
                    <a:pt x="3177" y="1866"/>
                  </a:cubicBezTo>
                  <a:cubicBezTo>
                    <a:pt x="3177" y="606"/>
                    <a:pt x="2521" y="1"/>
                    <a:pt x="1916" y="1"/>
                  </a:cubicBezTo>
                  <a:close/>
                  <a:moveTo>
                    <a:pt x="20824" y="1"/>
                  </a:moveTo>
                  <a:cubicBezTo>
                    <a:pt x="19563" y="1"/>
                    <a:pt x="18908" y="606"/>
                    <a:pt x="18908" y="1866"/>
                  </a:cubicBezTo>
                  <a:cubicBezTo>
                    <a:pt x="18908" y="2522"/>
                    <a:pt x="19563" y="3782"/>
                    <a:pt x="20824" y="3782"/>
                  </a:cubicBezTo>
                  <a:cubicBezTo>
                    <a:pt x="21429" y="3782"/>
                    <a:pt x="22690" y="2522"/>
                    <a:pt x="22690" y="1866"/>
                  </a:cubicBezTo>
                  <a:cubicBezTo>
                    <a:pt x="22690" y="606"/>
                    <a:pt x="21429" y="1"/>
                    <a:pt x="20824" y="1"/>
                  </a:cubicBezTo>
                  <a:close/>
                  <a:moveTo>
                    <a:pt x="1916" y="5043"/>
                  </a:moveTo>
                  <a:cubicBezTo>
                    <a:pt x="1261" y="5043"/>
                    <a:pt x="1261" y="5648"/>
                    <a:pt x="1261" y="5648"/>
                  </a:cubicBezTo>
                  <a:lnTo>
                    <a:pt x="1261" y="6303"/>
                  </a:lnTo>
                  <a:lnTo>
                    <a:pt x="1916" y="6303"/>
                  </a:lnTo>
                  <a:lnTo>
                    <a:pt x="1916" y="5648"/>
                  </a:lnTo>
                  <a:lnTo>
                    <a:pt x="1916" y="5043"/>
                  </a:lnTo>
                  <a:close/>
                  <a:moveTo>
                    <a:pt x="20824" y="5043"/>
                  </a:moveTo>
                  <a:lnTo>
                    <a:pt x="20169" y="5648"/>
                  </a:lnTo>
                  <a:lnTo>
                    <a:pt x="20169" y="6303"/>
                  </a:lnTo>
                  <a:lnTo>
                    <a:pt x="20824" y="6303"/>
                  </a:lnTo>
                  <a:cubicBezTo>
                    <a:pt x="20824" y="5648"/>
                    <a:pt x="21429" y="5648"/>
                    <a:pt x="21429" y="5648"/>
                  </a:cubicBezTo>
                  <a:lnTo>
                    <a:pt x="20824" y="5648"/>
                  </a:lnTo>
                  <a:lnTo>
                    <a:pt x="20824" y="5043"/>
                  </a:lnTo>
                  <a:close/>
                  <a:moveTo>
                    <a:pt x="1261" y="8169"/>
                  </a:moveTo>
                  <a:cubicBezTo>
                    <a:pt x="1261" y="8824"/>
                    <a:pt x="1261" y="8824"/>
                    <a:pt x="1916" y="8824"/>
                  </a:cubicBezTo>
                  <a:lnTo>
                    <a:pt x="1916" y="8169"/>
                  </a:lnTo>
                  <a:close/>
                  <a:moveTo>
                    <a:pt x="20169" y="8169"/>
                  </a:moveTo>
                  <a:cubicBezTo>
                    <a:pt x="20169" y="8824"/>
                    <a:pt x="20824" y="8824"/>
                    <a:pt x="20824" y="8824"/>
                  </a:cubicBezTo>
                  <a:cubicBezTo>
                    <a:pt x="20824" y="8824"/>
                    <a:pt x="21429" y="8824"/>
                    <a:pt x="21429" y="8169"/>
                  </a:cubicBezTo>
                  <a:close/>
                  <a:moveTo>
                    <a:pt x="1916" y="10690"/>
                  </a:moveTo>
                  <a:cubicBezTo>
                    <a:pt x="1261" y="10690"/>
                    <a:pt x="1261" y="11345"/>
                    <a:pt x="1261" y="11345"/>
                  </a:cubicBezTo>
                  <a:cubicBezTo>
                    <a:pt x="1261" y="11345"/>
                    <a:pt x="1261" y="11950"/>
                    <a:pt x="1916" y="11950"/>
                  </a:cubicBezTo>
                  <a:lnTo>
                    <a:pt x="1916" y="11345"/>
                  </a:lnTo>
                  <a:lnTo>
                    <a:pt x="1916" y="10690"/>
                  </a:lnTo>
                  <a:close/>
                  <a:moveTo>
                    <a:pt x="20824" y="10690"/>
                  </a:moveTo>
                  <a:lnTo>
                    <a:pt x="20169" y="11345"/>
                  </a:lnTo>
                  <a:lnTo>
                    <a:pt x="20824" y="11950"/>
                  </a:lnTo>
                  <a:lnTo>
                    <a:pt x="21429" y="11345"/>
                  </a:lnTo>
                  <a:lnTo>
                    <a:pt x="20824" y="10690"/>
                  </a:lnTo>
                  <a:close/>
                  <a:moveTo>
                    <a:pt x="1261" y="13866"/>
                  </a:moveTo>
                  <a:cubicBezTo>
                    <a:pt x="1261" y="14471"/>
                    <a:pt x="1261" y="14471"/>
                    <a:pt x="1916" y="14471"/>
                  </a:cubicBezTo>
                  <a:lnTo>
                    <a:pt x="1916" y="13866"/>
                  </a:lnTo>
                  <a:close/>
                  <a:moveTo>
                    <a:pt x="20169" y="13866"/>
                  </a:moveTo>
                  <a:cubicBezTo>
                    <a:pt x="20169" y="14471"/>
                    <a:pt x="20824" y="14471"/>
                    <a:pt x="20824" y="14471"/>
                  </a:cubicBezTo>
                  <a:cubicBezTo>
                    <a:pt x="20824" y="14471"/>
                    <a:pt x="21429" y="14471"/>
                    <a:pt x="21429" y="13866"/>
                  </a:cubicBezTo>
                  <a:close/>
                  <a:moveTo>
                    <a:pt x="1261" y="16387"/>
                  </a:moveTo>
                  <a:lnTo>
                    <a:pt x="1261" y="16992"/>
                  </a:lnTo>
                  <a:lnTo>
                    <a:pt x="1916" y="16992"/>
                  </a:lnTo>
                  <a:lnTo>
                    <a:pt x="1916" y="16387"/>
                  </a:lnTo>
                  <a:close/>
                  <a:moveTo>
                    <a:pt x="20169" y="16387"/>
                  </a:moveTo>
                  <a:lnTo>
                    <a:pt x="20169" y="16992"/>
                  </a:lnTo>
                  <a:lnTo>
                    <a:pt x="21429" y="16992"/>
                  </a:lnTo>
                  <a:lnTo>
                    <a:pt x="20824" y="16387"/>
                  </a:lnTo>
                  <a:close/>
                  <a:moveTo>
                    <a:pt x="5042" y="20169"/>
                  </a:moveTo>
                  <a:lnTo>
                    <a:pt x="5042" y="20774"/>
                  </a:lnTo>
                  <a:lnTo>
                    <a:pt x="5698" y="21430"/>
                  </a:lnTo>
                  <a:lnTo>
                    <a:pt x="5698" y="20774"/>
                  </a:lnTo>
                  <a:lnTo>
                    <a:pt x="6303" y="20774"/>
                  </a:lnTo>
                  <a:lnTo>
                    <a:pt x="5698" y="20169"/>
                  </a:lnTo>
                  <a:close/>
                  <a:moveTo>
                    <a:pt x="8219" y="20169"/>
                  </a:moveTo>
                  <a:lnTo>
                    <a:pt x="8219" y="20774"/>
                  </a:lnTo>
                  <a:lnTo>
                    <a:pt x="8219" y="21430"/>
                  </a:lnTo>
                  <a:cubicBezTo>
                    <a:pt x="8824" y="21430"/>
                    <a:pt x="8824" y="20774"/>
                    <a:pt x="8824" y="20774"/>
                  </a:cubicBezTo>
                  <a:cubicBezTo>
                    <a:pt x="8824" y="20774"/>
                    <a:pt x="8824" y="20169"/>
                    <a:pt x="8219" y="20169"/>
                  </a:cubicBezTo>
                  <a:close/>
                  <a:moveTo>
                    <a:pt x="11345" y="20169"/>
                  </a:moveTo>
                  <a:cubicBezTo>
                    <a:pt x="10740" y="20169"/>
                    <a:pt x="10740" y="20774"/>
                    <a:pt x="10740" y="20774"/>
                  </a:cubicBezTo>
                  <a:cubicBezTo>
                    <a:pt x="10740" y="20774"/>
                    <a:pt x="10740" y="21430"/>
                    <a:pt x="11345" y="21430"/>
                  </a:cubicBezTo>
                  <a:lnTo>
                    <a:pt x="12000" y="20774"/>
                  </a:lnTo>
                  <a:lnTo>
                    <a:pt x="11345" y="20169"/>
                  </a:lnTo>
                  <a:close/>
                  <a:moveTo>
                    <a:pt x="13866" y="20169"/>
                  </a:moveTo>
                  <a:lnTo>
                    <a:pt x="13866" y="20774"/>
                  </a:lnTo>
                  <a:lnTo>
                    <a:pt x="13866" y="21430"/>
                  </a:lnTo>
                  <a:cubicBezTo>
                    <a:pt x="14521" y="21430"/>
                    <a:pt x="14521" y="20774"/>
                    <a:pt x="14521" y="20774"/>
                  </a:cubicBezTo>
                  <a:cubicBezTo>
                    <a:pt x="14521" y="20774"/>
                    <a:pt x="14521" y="20169"/>
                    <a:pt x="13866" y="20169"/>
                  </a:cubicBezTo>
                  <a:close/>
                  <a:moveTo>
                    <a:pt x="16387" y="20169"/>
                  </a:moveTo>
                  <a:lnTo>
                    <a:pt x="16387" y="20774"/>
                  </a:lnTo>
                  <a:cubicBezTo>
                    <a:pt x="16387" y="21430"/>
                    <a:pt x="17042" y="21430"/>
                    <a:pt x="17042" y="21430"/>
                  </a:cubicBezTo>
                  <a:lnTo>
                    <a:pt x="17042" y="20774"/>
                  </a:lnTo>
                  <a:lnTo>
                    <a:pt x="17042" y="20169"/>
                  </a:lnTo>
                  <a:close/>
                  <a:moveTo>
                    <a:pt x="1916" y="18908"/>
                  </a:moveTo>
                  <a:cubicBezTo>
                    <a:pt x="656" y="18908"/>
                    <a:pt x="0" y="19514"/>
                    <a:pt x="0" y="20774"/>
                  </a:cubicBezTo>
                  <a:cubicBezTo>
                    <a:pt x="0" y="21430"/>
                    <a:pt x="656" y="22690"/>
                    <a:pt x="1916" y="22690"/>
                  </a:cubicBezTo>
                  <a:cubicBezTo>
                    <a:pt x="2521" y="22690"/>
                    <a:pt x="3177" y="21430"/>
                    <a:pt x="3177" y="20774"/>
                  </a:cubicBezTo>
                  <a:cubicBezTo>
                    <a:pt x="3177" y="19514"/>
                    <a:pt x="2521" y="18908"/>
                    <a:pt x="1916" y="18908"/>
                  </a:cubicBezTo>
                  <a:close/>
                  <a:moveTo>
                    <a:pt x="20824" y="18908"/>
                  </a:moveTo>
                  <a:cubicBezTo>
                    <a:pt x="19563" y="18908"/>
                    <a:pt x="18908" y="19514"/>
                    <a:pt x="18908" y="20774"/>
                  </a:cubicBezTo>
                  <a:cubicBezTo>
                    <a:pt x="18908" y="21430"/>
                    <a:pt x="19563" y="22690"/>
                    <a:pt x="20824" y="22690"/>
                  </a:cubicBezTo>
                  <a:cubicBezTo>
                    <a:pt x="21429" y="22690"/>
                    <a:pt x="22690" y="21430"/>
                    <a:pt x="22690" y="20774"/>
                  </a:cubicBezTo>
                  <a:cubicBezTo>
                    <a:pt x="22690" y="19514"/>
                    <a:pt x="21429" y="18908"/>
                    <a:pt x="20824" y="189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771;p77">
              <a:extLst>
                <a:ext uri="{FF2B5EF4-FFF2-40B4-BE49-F238E27FC236}">
                  <a16:creationId xmlns:a16="http://schemas.microsoft.com/office/drawing/2014/main" id="{03679398-412A-44C6-8E09-5E7B0A595AA3}"/>
                </a:ext>
              </a:extLst>
            </p:cNvPr>
            <p:cNvSpPr/>
            <p:nvPr/>
          </p:nvSpPr>
          <p:spPr>
            <a:xfrm>
              <a:off x="3612725" y="2822200"/>
              <a:ext cx="535750" cy="79425"/>
            </a:xfrm>
            <a:custGeom>
              <a:avLst/>
              <a:gdLst/>
              <a:ahLst/>
              <a:cxnLst/>
              <a:rect l="l" t="t" r="r" b="b"/>
              <a:pathLst>
                <a:path w="21430" h="3177" extrusionOk="0">
                  <a:moveTo>
                    <a:pt x="1916" y="0"/>
                  </a:moveTo>
                  <a:cubicBezTo>
                    <a:pt x="1261" y="0"/>
                    <a:pt x="0" y="656"/>
                    <a:pt x="0" y="1261"/>
                  </a:cubicBezTo>
                  <a:cubicBezTo>
                    <a:pt x="0" y="2521"/>
                    <a:pt x="1261" y="3177"/>
                    <a:pt x="1916" y="3177"/>
                  </a:cubicBezTo>
                  <a:lnTo>
                    <a:pt x="20169" y="3177"/>
                  </a:lnTo>
                  <a:cubicBezTo>
                    <a:pt x="20824" y="3177"/>
                    <a:pt x="21429" y="2521"/>
                    <a:pt x="21429" y="1261"/>
                  </a:cubicBezTo>
                  <a:cubicBezTo>
                    <a:pt x="21429" y="656"/>
                    <a:pt x="20824" y="0"/>
                    <a:pt x="20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772;p77">
              <a:extLst>
                <a:ext uri="{FF2B5EF4-FFF2-40B4-BE49-F238E27FC236}">
                  <a16:creationId xmlns:a16="http://schemas.microsoft.com/office/drawing/2014/main" id="{04F93104-CCED-4B2D-8567-C8B24FD65B4B}"/>
                </a:ext>
              </a:extLst>
            </p:cNvPr>
            <p:cNvSpPr/>
            <p:nvPr/>
          </p:nvSpPr>
          <p:spPr>
            <a:xfrm>
              <a:off x="3612725" y="3011275"/>
              <a:ext cx="1953825" cy="79425"/>
            </a:xfrm>
            <a:custGeom>
              <a:avLst/>
              <a:gdLst/>
              <a:ahLst/>
              <a:cxnLst/>
              <a:rect l="l" t="t" r="r" b="b"/>
              <a:pathLst>
                <a:path w="78153" h="3177" extrusionOk="0">
                  <a:moveTo>
                    <a:pt x="1916" y="0"/>
                  </a:moveTo>
                  <a:cubicBezTo>
                    <a:pt x="1261" y="0"/>
                    <a:pt x="0" y="656"/>
                    <a:pt x="0" y="1916"/>
                  </a:cubicBezTo>
                  <a:cubicBezTo>
                    <a:pt x="0" y="2521"/>
                    <a:pt x="1261" y="3177"/>
                    <a:pt x="1916" y="3177"/>
                  </a:cubicBezTo>
                  <a:lnTo>
                    <a:pt x="76892" y="3177"/>
                  </a:lnTo>
                  <a:cubicBezTo>
                    <a:pt x="77548" y="3177"/>
                    <a:pt x="78153" y="2521"/>
                    <a:pt x="78153" y="1916"/>
                  </a:cubicBezTo>
                  <a:cubicBezTo>
                    <a:pt x="78153" y="656"/>
                    <a:pt x="77548" y="0"/>
                    <a:pt x="768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773;p77">
              <a:extLst>
                <a:ext uri="{FF2B5EF4-FFF2-40B4-BE49-F238E27FC236}">
                  <a16:creationId xmlns:a16="http://schemas.microsoft.com/office/drawing/2014/main" id="{381B35FF-1DDF-4B5D-BD44-61A26B74CD4F}"/>
                </a:ext>
              </a:extLst>
            </p:cNvPr>
            <p:cNvSpPr/>
            <p:nvPr/>
          </p:nvSpPr>
          <p:spPr>
            <a:xfrm>
              <a:off x="3612725" y="3200350"/>
              <a:ext cx="1953825" cy="79450"/>
            </a:xfrm>
            <a:custGeom>
              <a:avLst/>
              <a:gdLst/>
              <a:ahLst/>
              <a:cxnLst/>
              <a:rect l="l" t="t" r="r" b="b"/>
              <a:pathLst>
                <a:path w="78153" h="3178" extrusionOk="0">
                  <a:moveTo>
                    <a:pt x="1916" y="1"/>
                  </a:moveTo>
                  <a:cubicBezTo>
                    <a:pt x="1261" y="1"/>
                    <a:pt x="0" y="656"/>
                    <a:pt x="0" y="1917"/>
                  </a:cubicBezTo>
                  <a:cubicBezTo>
                    <a:pt x="0" y="2522"/>
                    <a:pt x="1261" y="3177"/>
                    <a:pt x="1916" y="3177"/>
                  </a:cubicBezTo>
                  <a:lnTo>
                    <a:pt x="76892" y="3177"/>
                  </a:lnTo>
                  <a:cubicBezTo>
                    <a:pt x="77548" y="3177"/>
                    <a:pt x="78153" y="2522"/>
                    <a:pt x="78153" y="1917"/>
                  </a:cubicBezTo>
                  <a:cubicBezTo>
                    <a:pt x="78153" y="656"/>
                    <a:pt x="77548" y="1"/>
                    <a:pt x="768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774;p77">
              <a:extLst>
                <a:ext uri="{FF2B5EF4-FFF2-40B4-BE49-F238E27FC236}">
                  <a16:creationId xmlns:a16="http://schemas.microsoft.com/office/drawing/2014/main" id="{7EA1DAA8-F4E8-4108-A0E8-168C1C1961D8}"/>
                </a:ext>
              </a:extLst>
            </p:cNvPr>
            <p:cNvSpPr/>
            <p:nvPr/>
          </p:nvSpPr>
          <p:spPr>
            <a:xfrm>
              <a:off x="3612725" y="3389425"/>
              <a:ext cx="1119350" cy="79450"/>
            </a:xfrm>
            <a:custGeom>
              <a:avLst/>
              <a:gdLst/>
              <a:ahLst/>
              <a:cxnLst/>
              <a:rect l="l" t="t" r="r" b="b"/>
              <a:pathLst>
                <a:path w="44774" h="3178" extrusionOk="0">
                  <a:moveTo>
                    <a:pt x="1916" y="1"/>
                  </a:moveTo>
                  <a:cubicBezTo>
                    <a:pt x="1261" y="1"/>
                    <a:pt x="0" y="656"/>
                    <a:pt x="0" y="1917"/>
                  </a:cubicBezTo>
                  <a:cubicBezTo>
                    <a:pt x="0" y="2522"/>
                    <a:pt x="1261" y="3177"/>
                    <a:pt x="1916" y="3177"/>
                  </a:cubicBezTo>
                  <a:lnTo>
                    <a:pt x="42858" y="3177"/>
                  </a:lnTo>
                  <a:cubicBezTo>
                    <a:pt x="44118" y="3177"/>
                    <a:pt x="44774" y="2522"/>
                    <a:pt x="44774" y="1917"/>
                  </a:cubicBezTo>
                  <a:cubicBezTo>
                    <a:pt x="44774" y="656"/>
                    <a:pt x="44118" y="1"/>
                    <a:pt x="428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775;p77">
              <a:extLst>
                <a:ext uri="{FF2B5EF4-FFF2-40B4-BE49-F238E27FC236}">
                  <a16:creationId xmlns:a16="http://schemas.microsoft.com/office/drawing/2014/main" id="{BCFDC8BF-BD6D-4989-99AF-D58FFA46C14B}"/>
                </a:ext>
              </a:extLst>
            </p:cNvPr>
            <p:cNvSpPr/>
            <p:nvPr/>
          </p:nvSpPr>
          <p:spPr>
            <a:xfrm>
              <a:off x="5047200" y="3736075"/>
              <a:ext cx="519350" cy="142475"/>
            </a:xfrm>
            <a:custGeom>
              <a:avLst/>
              <a:gdLst/>
              <a:ahLst/>
              <a:cxnLst/>
              <a:rect l="l" t="t" r="r" b="b"/>
              <a:pathLst>
                <a:path w="20774" h="5699" extrusionOk="0">
                  <a:moveTo>
                    <a:pt x="2521" y="0"/>
                  </a:moveTo>
                  <a:cubicBezTo>
                    <a:pt x="1261" y="0"/>
                    <a:pt x="0" y="1261"/>
                    <a:pt x="0" y="2522"/>
                  </a:cubicBezTo>
                  <a:cubicBezTo>
                    <a:pt x="0" y="4438"/>
                    <a:pt x="1261" y="5698"/>
                    <a:pt x="2521" y="5698"/>
                  </a:cubicBezTo>
                  <a:cubicBezTo>
                    <a:pt x="3782" y="5698"/>
                    <a:pt x="5042" y="4438"/>
                    <a:pt x="5042" y="2522"/>
                  </a:cubicBezTo>
                  <a:cubicBezTo>
                    <a:pt x="5042" y="1261"/>
                    <a:pt x="3782" y="0"/>
                    <a:pt x="2521" y="0"/>
                  </a:cubicBezTo>
                  <a:close/>
                  <a:moveTo>
                    <a:pt x="10689" y="0"/>
                  </a:moveTo>
                  <a:cubicBezTo>
                    <a:pt x="8824" y="0"/>
                    <a:pt x="8168" y="1261"/>
                    <a:pt x="8168" y="2522"/>
                  </a:cubicBezTo>
                  <a:cubicBezTo>
                    <a:pt x="8168" y="4438"/>
                    <a:pt x="8824" y="5698"/>
                    <a:pt x="10689" y="5698"/>
                  </a:cubicBezTo>
                  <a:cubicBezTo>
                    <a:pt x="11950" y="5698"/>
                    <a:pt x="13210" y="4438"/>
                    <a:pt x="13210" y="2522"/>
                  </a:cubicBezTo>
                  <a:cubicBezTo>
                    <a:pt x="13210" y="1261"/>
                    <a:pt x="11950" y="0"/>
                    <a:pt x="10689" y="0"/>
                  </a:cubicBezTo>
                  <a:close/>
                  <a:moveTo>
                    <a:pt x="18253" y="0"/>
                  </a:moveTo>
                  <a:cubicBezTo>
                    <a:pt x="16992" y="0"/>
                    <a:pt x="15731" y="1261"/>
                    <a:pt x="15731" y="2522"/>
                  </a:cubicBezTo>
                  <a:cubicBezTo>
                    <a:pt x="15731" y="4438"/>
                    <a:pt x="16992" y="5698"/>
                    <a:pt x="18253" y="5698"/>
                  </a:cubicBezTo>
                  <a:cubicBezTo>
                    <a:pt x="20169" y="5698"/>
                    <a:pt x="20774" y="4438"/>
                    <a:pt x="20774" y="2522"/>
                  </a:cubicBezTo>
                  <a:cubicBezTo>
                    <a:pt x="20774" y="1261"/>
                    <a:pt x="20169" y="0"/>
                    <a:pt x="182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776;p77">
              <a:extLst>
                <a:ext uri="{FF2B5EF4-FFF2-40B4-BE49-F238E27FC236}">
                  <a16:creationId xmlns:a16="http://schemas.microsoft.com/office/drawing/2014/main" id="{9C58FB05-CD91-419A-AB5B-E10A58522360}"/>
                </a:ext>
              </a:extLst>
            </p:cNvPr>
            <p:cNvSpPr/>
            <p:nvPr/>
          </p:nvSpPr>
          <p:spPr>
            <a:xfrm>
              <a:off x="713525" y="2507050"/>
              <a:ext cx="1229025" cy="504250"/>
            </a:xfrm>
            <a:custGeom>
              <a:avLst/>
              <a:gdLst/>
              <a:ahLst/>
              <a:cxnLst/>
              <a:rect l="l" t="t" r="r" b="b"/>
              <a:pathLst>
                <a:path w="49161" h="20170" extrusionOk="0">
                  <a:moveTo>
                    <a:pt x="3782" y="1"/>
                  </a:moveTo>
                  <a:cubicBezTo>
                    <a:pt x="1916" y="1"/>
                    <a:pt x="0" y="1917"/>
                    <a:pt x="0" y="3783"/>
                  </a:cubicBezTo>
                  <a:lnTo>
                    <a:pt x="0" y="16388"/>
                  </a:lnTo>
                  <a:cubicBezTo>
                    <a:pt x="0" y="18304"/>
                    <a:pt x="1916" y="20169"/>
                    <a:pt x="3782" y="20169"/>
                  </a:cubicBezTo>
                  <a:lnTo>
                    <a:pt x="45379" y="20169"/>
                  </a:lnTo>
                  <a:cubicBezTo>
                    <a:pt x="47295" y="20169"/>
                    <a:pt x="49160" y="18304"/>
                    <a:pt x="49160" y="16388"/>
                  </a:cubicBezTo>
                  <a:lnTo>
                    <a:pt x="49160" y="3783"/>
                  </a:lnTo>
                  <a:cubicBezTo>
                    <a:pt x="49160" y="1917"/>
                    <a:pt x="47295" y="1"/>
                    <a:pt x="453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777;p77">
              <a:extLst>
                <a:ext uri="{FF2B5EF4-FFF2-40B4-BE49-F238E27FC236}">
                  <a16:creationId xmlns:a16="http://schemas.microsoft.com/office/drawing/2014/main" id="{708076D3-67B8-4B42-8F88-F5128232A7B6}"/>
                </a:ext>
              </a:extLst>
            </p:cNvPr>
            <p:cNvSpPr/>
            <p:nvPr/>
          </p:nvSpPr>
          <p:spPr>
            <a:xfrm>
              <a:off x="887475" y="2617975"/>
              <a:ext cx="897500" cy="267275"/>
            </a:xfrm>
            <a:custGeom>
              <a:avLst/>
              <a:gdLst/>
              <a:ahLst/>
              <a:cxnLst/>
              <a:rect l="l" t="t" r="r" b="b"/>
              <a:pathLst>
                <a:path w="35900" h="10691" extrusionOk="0">
                  <a:moveTo>
                    <a:pt x="18908" y="1"/>
                  </a:moveTo>
                  <a:cubicBezTo>
                    <a:pt x="15126" y="1"/>
                    <a:pt x="14471" y="8169"/>
                    <a:pt x="11950" y="8825"/>
                  </a:cubicBezTo>
                  <a:cubicBezTo>
                    <a:pt x="11787" y="8864"/>
                    <a:pt x="11630" y="8882"/>
                    <a:pt x="11477" y="8882"/>
                  </a:cubicBezTo>
                  <a:cubicBezTo>
                    <a:pt x="9261" y="8882"/>
                    <a:pt x="8006" y="5043"/>
                    <a:pt x="5647" y="5043"/>
                  </a:cubicBezTo>
                  <a:cubicBezTo>
                    <a:pt x="2521" y="5043"/>
                    <a:pt x="0" y="10690"/>
                    <a:pt x="0" y="10690"/>
                  </a:cubicBezTo>
                  <a:lnTo>
                    <a:pt x="35900" y="10690"/>
                  </a:lnTo>
                  <a:cubicBezTo>
                    <a:pt x="33823" y="5248"/>
                    <a:pt x="32173" y="3648"/>
                    <a:pt x="30776" y="3648"/>
                  </a:cubicBezTo>
                  <a:cubicBezTo>
                    <a:pt x="28781" y="3648"/>
                    <a:pt x="27298" y="6909"/>
                    <a:pt x="25816" y="6909"/>
                  </a:cubicBezTo>
                  <a:cubicBezTo>
                    <a:pt x="23295" y="6909"/>
                    <a:pt x="22690" y="1"/>
                    <a:pt x="18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778;p77">
              <a:extLst>
                <a:ext uri="{FF2B5EF4-FFF2-40B4-BE49-F238E27FC236}">
                  <a16:creationId xmlns:a16="http://schemas.microsoft.com/office/drawing/2014/main" id="{4872CB4C-9C48-4525-9ECA-C7E61F420C53}"/>
                </a:ext>
              </a:extLst>
            </p:cNvPr>
            <p:cNvSpPr/>
            <p:nvPr/>
          </p:nvSpPr>
          <p:spPr>
            <a:xfrm>
              <a:off x="1706800" y="4508775"/>
              <a:ext cx="1386600" cy="960550"/>
            </a:xfrm>
            <a:custGeom>
              <a:avLst/>
              <a:gdLst/>
              <a:ahLst/>
              <a:cxnLst/>
              <a:rect l="l" t="t" r="r" b="b"/>
              <a:pathLst>
                <a:path w="55464" h="38422" extrusionOk="0">
                  <a:moveTo>
                    <a:pt x="1" y="30253"/>
                  </a:moveTo>
                  <a:lnTo>
                    <a:pt x="1" y="38421"/>
                  </a:lnTo>
                  <a:lnTo>
                    <a:pt x="10085" y="38421"/>
                  </a:lnTo>
                  <a:lnTo>
                    <a:pt x="10085" y="30253"/>
                  </a:lnTo>
                  <a:close/>
                  <a:moveTo>
                    <a:pt x="15127" y="24556"/>
                  </a:moveTo>
                  <a:lnTo>
                    <a:pt x="15127" y="38421"/>
                  </a:lnTo>
                  <a:lnTo>
                    <a:pt x="25211" y="38421"/>
                  </a:lnTo>
                  <a:lnTo>
                    <a:pt x="25211" y="24556"/>
                  </a:lnTo>
                  <a:close/>
                  <a:moveTo>
                    <a:pt x="30253" y="8169"/>
                  </a:moveTo>
                  <a:lnTo>
                    <a:pt x="30253" y="38421"/>
                  </a:lnTo>
                  <a:lnTo>
                    <a:pt x="40337" y="38421"/>
                  </a:lnTo>
                  <a:lnTo>
                    <a:pt x="40337" y="8169"/>
                  </a:lnTo>
                  <a:close/>
                  <a:moveTo>
                    <a:pt x="45380" y="1"/>
                  </a:moveTo>
                  <a:lnTo>
                    <a:pt x="45380" y="38421"/>
                  </a:lnTo>
                  <a:lnTo>
                    <a:pt x="55464" y="38421"/>
                  </a:lnTo>
                  <a:lnTo>
                    <a:pt x="554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779;p77">
              <a:extLst>
                <a:ext uri="{FF2B5EF4-FFF2-40B4-BE49-F238E27FC236}">
                  <a16:creationId xmlns:a16="http://schemas.microsoft.com/office/drawing/2014/main" id="{E2A57BDD-A328-421B-B424-9E272D63EA83}"/>
                </a:ext>
              </a:extLst>
            </p:cNvPr>
            <p:cNvSpPr/>
            <p:nvPr/>
          </p:nvSpPr>
          <p:spPr>
            <a:xfrm>
              <a:off x="4637525" y="4695000"/>
              <a:ext cx="1796275" cy="774325"/>
            </a:xfrm>
            <a:custGeom>
              <a:avLst/>
              <a:gdLst/>
              <a:ahLst/>
              <a:cxnLst/>
              <a:rect l="l" t="t" r="r" b="b"/>
              <a:pathLst>
                <a:path w="71851" h="30973" extrusionOk="0">
                  <a:moveTo>
                    <a:pt x="28139" y="1"/>
                  </a:moveTo>
                  <a:cubicBezTo>
                    <a:pt x="23645" y="1"/>
                    <a:pt x="19013" y="1876"/>
                    <a:pt x="15732" y="5157"/>
                  </a:cubicBezTo>
                  <a:cubicBezTo>
                    <a:pt x="11345" y="9544"/>
                    <a:pt x="9429" y="16502"/>
                    <a:pt x="10690" y="22149"/>
                  </a:cubicBezTo>
                  <a:cubicBezTo>
                    <a:pt x="8169" y="22149"/>
                    <a:pt x="5647" y="22804"/>
                    <a:pt x="3782" y="24670"/>
                  </a:cubicBezTo>
                  <a:cubicBezTo>
                    <a:pt x="1261" y="25930"/>
                    <a:pt x="605" y="28451"/>
                    <a:pt x="0" y="30972"/>
                  </a:cubicBezTo>
                  <a:lnTo>
                    <a:pt x="71850" y="30972"/>
                  </a:lnTo>
                  <a:cubicBezTo>
                    <a:pt x="71850" y="29107"/>
                    <a:pt x="70590" y="27191"/>
                    <a:pt x="69329" y="25930"/>
                  </a:cubicBezTo>
                  <a:cubicBezTo>
                    <a:pt x="67743" y="24386"/>
                    <a:pt x="65328" y="23256"/>
                    <a:pt x="63456" y="23256"/>
                  </a:cubicBezTo>
                  <a:cubicBezTo>
                    <a:pt x="63067" y="23256"/>
                    <a:pt x="62701" y="23305"/>
                    <a:pt x="62371" y="23409"/>
                  </a:cubicBezTo>
                  <a:cubicBezTo>
                    <a:pt x="63026" y="19023"/>
                    <a:pt x="61111" y="14586"/>
                    <a:pt x="57329" y="12065"/>
                  </a:cubicBezTo>
                  <a:cubicBezTo>
                    <a:pt x="55580" y="11202"/>
                    <a:pt x="53702" y="10738"/>
                    <a:pt x="51814" y="10738"/>
                  </a:cubicBezTo>
                  <a:cubicBezTo>
                    <a:pt x="49620" y="10738"/>
                    <a:pt x="47412" y="11365"/>
                    <a:pt x="45379" y="12720"/>
                  </a:cubicBezTo>
                  <a:cubicBezTo>
                    <a:pt x="43463" y="7022"/>
                    <a:pt x="38421" y="1980"/>
                    <a:pt x="32774" y="720"/>
                  </a:cubicBezTo>
                  <a:cubicBezTo>
                    <a:pt x="31289" y="234"/>
                    <a:pt x="29723" y="1"/>
                    <a:pt x="28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780;p77">
              <a:extLst>
                <a:ext uri="{FF2B5EF4-FFF2-40B4-BE49-F238E27FC236}">
                  <a16:creationId xmlns:a16="http://schemas.microsoft.com/office/drawing/2014/main" id="{316329B5-264F-47B9-9EB3-8FCC9AB81C9C}"/>
                </a:ext>
              </a:extLst>
            </p:cNvPr>
            <p:cNvSpPr/>
            <p:nvPr/>
          </p:nvSpPr>
          <p:spPr>
            <a:xfrm>
              <a:off x="5156850" y="1007525"/>
              <a:ext cx="1544175" cy="1673525"/>
            </a:xfrm>
            <a:custGeom>
              <a:avLst/>
              <a:gdLst/>
              <a:ahLst/>
              <a:cxnLst/>
              <a:rect l="l" t="t" r="r" b="b"/>
              <a:pathLst>
                <a:path w="61767" h="66941" extrusionOk="0">
                  <a:moveTo>
                    <a:pt x="53723" y="1"/>
                  </a:moveTo>
                  <a:cubicBezTo>
                    <a:pt x="53467" y="1"/>
                    <a:pt x="53205" y="42"/>
                    <a:pt x="52943" y="132"/>
                  </a:cubicBezTo>
                  <a:lnTo>
                    <a:pt x="3177" y="3914"/>
                  </a:lnTo>
                  <a:cubicBezTo>
                    <a:pt x="1261" y="4519"/>
                    <a:pt x="1" y="5779"/>
                    <a:pt x="1" y="8300"/>
                  </a:cubicBezTo>
                  <a:lnTo>
                    <a:pt x="4438" y="63158"/>
                  </a:lnTo>
                  <a:cubicBezTo>
                    <a:pt x="4438" y="65680"/>
                    <a:pt x="6303" y="66940"/>
                    <a:pt x="8219" y="66940"/>
                  </a:cubicBezTo>
                  <a:lnTo>
                    <a:pt x="57985" y="62503"/>
                  </a:lnTo>
                  <a:cubicBezTo>
                    <a:pt x="59901" y="62503"/>
                    <a:pt x="61766" y="60637"/>
                    <a:pt x="61161" y="58721"/>
                  </a:cubicBezTo>
                  <a:lnTo>
                    <a:pt x="56724" y="3258"/>
                  </a:lnTo>
                  <a:cubicBezTo>
                    <a:pt x="56724" y="1648"/>
                    <a:pt x="55335" y="1"/>
                    <a:pt x="537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781;p77">
              <a:extLst>
                <a:ext uri="{FF2B5EF4-FFF2-40B4-BE49-F238E27FC236}">
                  <a16:creationId xmlns:a16="http://schemas.microsoft.com/office/drawing/2014/main" id="{42BF2BC3-9EAA-45E7-B7AD-CAA9AFFE5EFF}"/>
                </a:ext>
              </a:extLst>
            </p:cNvPr>
            <p:cNvSpPr/>
            <p:nvPr/>
          </p:nvSpPr>
          <p:spPr>
            <a:xfrm>
              <a:off x="5282900" y="1357450"/>
              <a:ext cx="1276950" cy="976950"/>
            </a:xfrm>
            <a:custGeom>
              <a:avLst/>
              <a:gdLst/>
              <a:ahLst/>
              <a:cxnLst/>
              <a:rect l="l" t="t" r="r" b="b"/>
              <a:pathLst>
                <a:path w="51078" h="39078" extrusionOk="0">
                  <a:moveTo>
                    <a:pt x="47901" y="1"/>
                  </a:moveTo>
                  <a:lnTo>
                    <a:pt x="1" y="3783"/>
                  </a:lnTo>
                  <a:lnTo>
                    <a:pt x="3177" y="39077"/>
                  </a:lnTo>
                  <a:lnTo>
                    <a:pt x="51077" y="34640"/>
                  </a:lnTo>
                  <a:lnTo>
                    <a:pt x="479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782;p77">
              <a:extLst>
                <a:ext uri="{FF2B5EF4-FFF2-40B4-BE49-F238E27FC236}">
                  <a16:creationId xmlns:a16="http://schemas.microsoft.com/office/drawing/2014/main" id="{5D706E52-724E-4732-9728-6241D3FE0F6B}"/>
                </a:ext>
              </a:extLst>
            </p:cNvPr>
            <p:cNvSpPr/>
            <p:nvPr/>
          </p:nvSpPr>
          <p:spPr>
            <a:xfrm>
              <a:off x="5267775" y="1199900"/>
              <a:ext cx="157600" cy="157575"/>
            </a:xfrm>
            <a:custGeom>
              <a:avLst/>
              <a:gdLst/>
              <a:ahLst/>
              <a:cxnLst/>
              <a:rect l="l" t="t" r="r" b="b"/>
              <a:pathLst>
                <a:path w="6304" h="6303" extrusionOk="0">
                  <a:moveTo>
                    <a:pt x="3127" y="0"/>
                  </a:moveTo>
                  <a:cubicBezTo>
                    <a:pt x="1261" y="0"/>
                    <a:pt x="1" y="1261"/>
                    <a:pt x="1" y="3126"/>
                  </a:cubicBezTo>
                  <a:cubicBezTo>
                    <a:pt x="606" y="5042"/>
                    <a:pt x="1866" y="6303"/>
                    <a:pt x="3782" y="6303"/>
                  </a:cubicBezTo>
                  <a:cubicBezTo>
                    <a:pt x="5043" y="5647"/>
                    <a:pt x="6303" y="4387"/>
                    <a:pt x="6303" y="2521"/>
                  </a:cubicBezTo>
                  <a:cubicBezTo>
                    <a:pt x="6303" y="1261"/>
                    <a:pt x="5043" y="0"/>
                    <a:pt x="3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783;p77">
              <a:extLst>
                <a:ext uri="{FF2B5EF4-FFF2-40B4-BE49-F238E27FC236}">
                  <a16:creationId xmlns:a16="http://schemas.microsoft.com/office/drawing/2014/main" id="{96EBA7A8-3EEE-4640-BEA6-2D73E7F1FF4E}"/>
                </a:ext>
              </a:extLst>
            </p:cNvPr>
            <p:cNvSpPr/>
            <p:nvPr/>
          </p:nvSpPr>
          <p:spPr>
            <a:xfrm>
              <a:off x="5456850" y="884775"/>
              <a:ext cx="1418125" cy="1575675"/>
            </a:xfrm>
            <a:custGeom>
              <a:avLst/>
              <a:gdLst/>
              <a:ahLst/>
              <a:cxnLst/>
              <a:rect l="l" t="t" r="r" b="b"/>
              <a:pathLst>
                <a:path w="56725" h="63027" extrusionOk="0">
                  <a:moveTo>
                    <a:pt x="3783" y="0"/>
                  </a:moveTo>
                  <a:cubicBezTo>
                    <a:pt x="1261" y="0"/>
                    <a:pt x="1" y="1866"/>
                    <a:pt x="1" y="3782"/>
                  </a:cubicBezTo>
                  <a:lnTo>
                    <a:pt x="1" y="59245"/>
                  </a:lnTo>
                  <a:cubicBezTo>
                    <a:pt x="1" y="61110"/>
                    <a:pt x="1261" y="63026"/>
                    <a:pt x="3783" y="63026"/>
                  </a:cubicBezTo>
                  <a:lnTo>
                    <a:pt x="52943" y="63026"/>
                  </a:lnTo>
                  <a:cubicBezTo>
                    <a:pt x="55464" y="63026"/>
                    <a:pt x="56724" y="61110"/>
                    <a:pt x="56724" y="59245"/>
                  </a:cubicBezTo>
                  <a:lnTo>
                    <a:pt x="56724" y="3782"/>
                  </a:lnTo>
                  <a:cubicBezTo>
                    <a:pt x="56724" y="1866"/>
                    <a:pt x="55464" y="0"/>
                    <a:pt x="529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784;p77">
              <a:extLst>
                <a:ext uri="{FF2B5EF4-FFF2-40B4-BE49-F238E27FC236}">
                  <a16:creationId xmlns:a16="http://schemas.microsoft.com/office/drawing/2014/main" id="{18A7E453-B1EE-4B8A-B710-200697742284}"/>
                </a:ext>
              </a:extLst>
            </p:cNvPr>
            <p:cNvSpPr/>
            <p:nvPr/>
          </p:nvSpPr>
          <p:spPr>
            <a:xfrm>
              <a:off x="5566525" y="1231400"/>
              <a:ext cx="1197525" cy="882400"/>
            </a:xfrm>
            <a:custGeom>
              <a:avLst/>
              <a:gdLst/>
              <a:ahLst/>
              <a:cxnLst/>
              <a:rect l="l" t="t" r="r" b="b"/>
              <a:pathLst>
                <a:path w="47901" h="35296" extrusionOk="0">
                  <a:moveTo>
                    <a:pt x="1" y="1"/>
                  </a:moveTo>
                  <a:lnTo>
                    <a:pt x="1" y="35296"/>
                  </a:lnTo>
                  <a:lnTo>
                    <a:pt x="47900" y="35296"/>
                  </a:lnTo>
                  <a:lnTo>
                    <a:pt x="4790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785;p77">
              <a:extLst>
                <a:ext uri="{FF2B5EF4-FFF2-40B4-BE49-F238E27FC236}">
                  <a16:creationId xmlns:a16="http://schemas.microsoft.com/office/drawing/2014/main" id="{48DC5659-E140-40C8-B60E-B0E39B25DB8C}"/>
                </a:ext>
              </a:extLst>
            </p:cNvPr>
            <p:cNvSpPr/>
            <p:nvPr/>
          </p:nvSpPr>
          <p:spPr>
            <a:xfrm>
              <a:off x="5976200" y="1483525"/>
              <a:ext cx="315150" cy="472700"/>
            </a:xfrm>
            <a:custGeom>
              <a:avLst/>
              <a:gdLst/>
              <a:ahLst/>
              <a:cxnLst/>
              <a:rect l="l" t="t" r="r" b="b"/>
              <a:pathLst>
                <a:path w="12606" h="18908" extrusionOk="0">
                  <a:moveTo>
                    <a:pt x="6303" y="0"/>
                  </a:moveTo>
                  <a:lnTo>
                    <a:pt x="6303" y="12605"/>
                  </a:lnTo>
                  <a:cubicBezTo>
                    <a:pt x="5698" y="11950"/>
                    <a:pt x="5042" y="11950"/>
                    <a:pt x="3782" y="11950"/>
                  </a:cubicBezTo>
                  <a:cubicBezTo>
                    <a:pt x="1916" y="12605"/>
                    <a:pt x="0" y="14471"/>
                    <a:pt x="0" y="16387"/>
                  </a:cubicBezTo>
                  <a:cubicBezTo>
                    <a:pt x="0" y="16992"/>
                    <a:pt x="656" y="17647"/>
                    <a:pt x="1261" y="18252"/>
                  </a:cubicBezTo>
                  <a:cubicBezTo>
                    <a:pt x="1261" y="18252"/>
                    <a:pt x="2521" y="18908"/>
                    <a:pt x="3177" y="18908"/>
                  </a:cubicBezTo>
                  <a:cubicBezTo>
                    <a:pt x="3177" y="18908"/>
                    <a:pt x="3782" y="18908"/>
                    <a:pt x="4437" y="18252"/>
                  </a:cubicBezTo>
                  <a:cubicBezTo>
                    <a:pt x="6303" y="18252"/>
                    <a:pt x="7564" y="16387"/>
                    <a:pt x="7564" y="14471"/>
                  </a:cubicBezTo>
                  <a:lnTo>
                    <a:pt x="7564" y="6303"/>
                  </a:lnTo>
                  <a:lnTo>
                    <a:pt x="12606" y="9429"/>
                  </a:lnTo>
                  <a:lnTo>
                    <a:pt x="12606" y="3782"/>
                  </a:lnTo>
                  <a:lnTo>
                    <a:pt x="7564" y="605"/>
                  </a:lnTo>
                  <a:lnTo>
                    <a:pt x="6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786;p77">
              <a:extLst>
                <a:ext uri="{FF2B5EF4-FFF2-40B4-BE49-F238E27FC236}">
                  <a16:creationId xmlns:a16="http://schemas.microsoft.com/office/drawing/2014/main" id="{3F833773-5FED-4DE9-B4E6-C393360ECB2E}"/>
                </a:ext>
              </a:extLst>
            </p:cNvPr>
            <p:cNvSpPr/>
            <p:nvPr/>
          </p:nvSpPr>
          <p:spPr>
            <a:xfrm>
              <a:off x="5566525" y="979300"/>
              <a:ext cx="157600" cy="157600"/>
            </a:xfrm>
            <a:custGeom>
              <a:avLst/>
              <a:gdLst/>
              <a:ahLst/>
              <a:cxnLst/>
              <a:rect l="l" t="t" r="r" b="b"/>
              <a:pathLst>
                <a:path w="6304" h="6304" extrusionOk="0">
                  <a:moveTo>
                    <a:pt x="3177" y="1"/>
                  </a:moveTo>
                  <a:cubicBezTo>
                    <a:pt x="1261" y="1"/>
                    <a:pt x="1" y="1261"/>
                    <a:pt x="1" y="3127"/>
                  </a:cubicBezTo>
                  <a:cubicBezTo>
                    <a:pt x="1" y="5043"/>
                    <a:pt x="1261" y="6303"/>
                    <a:pt x="3177" y="6303"/>
                  </a:cubicBezTo>
                  <a:cubicBezTo>
                    <a:pt x="5043" y="6303"/>
                    <a:pt x="6303" y="5043"/>
                    <a:pt x="6303" y="3127"/>
                  </a:cubicBezTo>
                  <a:cubicBezTo>
                    <a:pt x="6303" y="1261"/>
                    <a:pt x="5043" y="1"/>
                    <a:pt x="3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  <a:reflection stA="5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5246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58"/>
          <p:cNvSpPr/>
          <p:nvPr/>
        </p:nvSpPr>
        <p:spPr>
          <a:xfrm>
            <a:off x="6462446" y="1109963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58"/>
          <p:cNvSpPr/>
          <p:nvPr/>
        </p:nvSpPr>
        <p:spPr>
          <a:xfrm>
            <a:off x="719996" y="1109963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4" name="Google Shape;1424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1° website</a:t>
            </a:r>
            <a:endParaRPr sz="4000" dirty="0"/>
          </a:p>
        </p:txBody>
      </p:sp>
      <p:sp>
        <p:nvSpPr>
          <p:cNvPr id="1427" name="Google Shape;1427;p58"/>
          <p:cNvSpPr txBox="1">
            <a:spLocks noGrp="1"/>
          </p:cNvSpPr>
          <p:nvPr>
            <p:ph type="subTitle" idx="1"/>
          </p:nvPr>
        </p:nvSpPr>
        <p:spPr>
          <a:xfrm>
            <a:off x="479741" y="2357700"/>
            <a:ext cx="2408996" cy="7041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Boa escolha de cores e imagens;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Infográficos bem elaborados;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Disponibilidade de contato por diversos meios;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Interação com o usuário.</a:t>
            </a:r>
            <a:endParaRPr sz="1600" dirty="0"/>
          </a:p>
        </p:txBody>
      </p:sp>
      <p:sp>
        <p:nvSpPr>
          <p:cNvPr id="1428" name="Google Shape;1428;p58"/>
          <p:cNvSpPr txBox="1">
            <a:spLocks noGrp="1"/>
          </p:cNvSpPr>
          <p:nvPr>
            <p:ph type="title" idx="3"/>
          </p:nvPr>
        </p:nvSpPr>
        <p:spPr>
          <a:xfrm>
            <a:off x="6728404" y="1183913"/>
            <a:ext cx="1438800" cy="1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NEGATIVOS</a:t>
            </a:r>
            <a:endParaRPr dirty="0"/>
          </a:p>
        </p:txBody>
      </p:sp>
      <p:sp>
        <p:nvSpPr>
          <p:cNvPr id="1429" name="Google Shape;1429;p58"/>
          <p:cNvSpPr txBox="1">
            <a:spLocks noGrp="1"/>
          </p:cNvSpPr>
          <p:nvPr>
            <p:ph type="subTitle" idx="4"/>
          </p:nvPr>
        </p:nvSpPr>
        <p:spPr>
          <a:xfrm>
            <a:off x="6619946" y="2415343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Site muito curto e pouco aprofundado;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Pop-ups;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Elementos que não tem a ver com o conteúdo.</a:t>
            </a:r>
            <a:endParaRPr sz="1600" dirty="0"/>
          </a:p>
        </p:txBody>
      </p:sp>
      <p:sp>
        <p:nvSpPr>
          <p:cNvPr id="1442" name="Google Shape;1442;p58"/>
          <p:cNvSpPr/>
          <p:nvPr/>
        </p:nvSpPr>
        <p:spPr>
          <a:xfrm flipH="1">
            <a:off x="4088621" y="1279013"/>
            <a:ext cx="957600" cy="9576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13FF8F9-BEB1-469B-9D7A-24089211B01D}"/>
              </a:ext>
            </a:extLst>
          </p:cNvPr>
          <p:cNvGrpSpPr/>
          <p:nvPr/>
        </p:nvGrpSpPr>
        <p:grpSpPr>
          <a:xfrm>
            <a:off x="3095625" y="1421703"/>
            <a:ext cx="2964879" cy="2822183"/>
            <a:chOff x="3095625" y="1421703"/>
            <a:chExt cx="2964879" cy="2822183"/>
          </a:xfrm>
        </p:grpSpPr>
        <p:sp>
          <p:nvSpPr>
            <p:cNvPr id="1433" name="Google Shape;1433;p58"/>
            <p:cNvSpPr/>
            <p:nvPr/>
          </p:nvSpPr>
          <p:spPr>
            <a:xfrm>
              <a:off x="4045449" y="2236638"/>
              <a:ext cx="1050600" cy="1050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5" name="Google Shape;1435;p58"/>
            <p:cNvSpPr/>
            <p:nvPr/>
          </p:nvSpPr>
          <p:spPr>
            <a:xfrm rot="16200000">
              <a:off x="5102904" y="2283135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6" name="Google Shape;1436;p58"/>
            <p:cNvSpPr/>
            <p:nvPr/>
          </p:nvSpPr>
          <p:spPr>
            <a:xfrm rot="16200000">
              <a:off x="3095625" y="2283135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7" name="Google Shape;1437;p58"/>
            <p:cNvSpPr/>
            <p:nvPr/>
          </p:nvSpPr>
          <p:spPr>
            <a:xfrm>
              <a:off x="3784475" y="1975563"/>
              <a:ext cx="1572900" cy="15729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3" name="Google Shape;1443;p58"/>
            <p:cNvSpPr/>
            <p:nvPr/>
          </p:nvSpPr>
          <p:spPr>
            <a:xfrm rot="10800000">
              <a:off x="4088621" y="3286286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4" name="Google Shape;1444;p58"/>
            <p:cNvSpPr/>
            <p:nvPr/>
          </p:nvSpPr>
          <p:spPr>
            <a:xfrm>
              <a:off x="4089552" y="2278304"/>
              <a:ext cx="957600" cy="9576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5" name="Google Shape;1445;p58"/>
            <p:cNvSpPr/>
            <p:nvPr/>
          </p:nvSpPr>
          <p:spPr>
            <a:xfrm>
              <a:off x="5249438" y="2434064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6" name="Google Shape;1446;p58"/>
            <p:cNvSpPr/>
            <p:nvPr/>
          </p:nvSpPr>
          <p:spPr>
            <a:xfrm>
              <a:off x="3241713" y="2434064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7" name="Google Shape;1447;p58"/>
            <p:cNvSpPr/>
            <p:nvPr/>
          </p:nvSpPr>
          <p:spPr>
            <a:xfrm rot="5400000">
              <a:off x="4245575" y="3429428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8" name="Google Shape;1448;p58"/>
            <p:cNvSpPr/>
            <p:nvPr/>
          </p:nvSpPr>
          <p:spPr>
            <a:xfrm rot="5400000">
              <a:off x="4245575" y="1421703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449" name="Google Shape;1449;p58"/>
            <p:cNvGrpSpPr/>
            <p:nvPr/>
          </p:nvGrpSpPr>
          <p:grpSpPr>
            <a:xfrm>
              <a:off x="4395463" y="1571248"/>
              <a:ext cx="367368" cy="323071"/>
              <a:chOff x="1533770" y="1566649"/>
              <a:chExt cx="423919" cy="372803"/>
            </a:xfrm>
          </p:grpSpPr>
          <p:sp>
            <p:nvSpPr>
              <p:cNvPr id="1450" name="Google Shape;1450;p58"/>
              <p:cNvSpPr/>
              <p:nvPr/>
            </p:nvSpPr>
            <p:spPr>
              <a:xfrm>
                <a:off x="1683479" y="1752834"/>
                <a:ext cx="199154" cy="24749"/>
              </a:xfrm>
              <a:custGeom>
                <a:avLst/>
                <a:gdLst/>
                <a:ahLst/>
                <a:cxnLst/>
                <a:rect l="l" t="t" r="r" b="b"/>
                <a:pathLst>
                  <a:path w="7387" h="918" extrusionOk="0">
                    <a:moveTo>
                      <a:pt x="0" y="0"/>
                    </a:moveTo>
                    <a:lnTo>
                      <a:pt x="0" y="918"/>
                    </a:lnTo>
                    <a:lnTo>
                      <a:pt x="7387" y="918"/>
                    </a:lnTo>
                    <a:lnTo>
                      <a:pt x="73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8"/>
              <p:cNvSpPr/>
              <p:nvPr/>
            </p:nvSpPr>
            <p:spPr>
              <a:xfrm>
                <a:off x="1609231" y="1752834"/>
                <a:ext cx="49499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4605" extrusionOk="0">
                    <a:moveTo>
                      <a:pt x="0" y="0"/>
                    </a:moveTo>
                    <a:lnTo>
                      <a:pt x="0" y="4604"/>
                    </a:lnTo>
                    <a:lnTo>
                      <a:pt x="1836" y="4604"/>
                    </a:lnTo>
                    <a:lnTo>
                      <a:pt x="18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8"/>
              <p:cNvSpPr/>
              <p:nvPr/>
            </p:nvSpPr>
            <p:spPr>
              <a:xfrm>
                <a:off x="1533770" y="1690745"/>
                <a:ext cx="423919" cy="248706"/>
              </a:xfrm>
              <a:custGeom>
                <a:avLst/>
                <a:gdLst/>
                <a:ahLst/>
                <a:cxnLst/>
                <a:rect l="l" t="t" r="r" b="b"/>
                <a:pathLst>
                  <a:path w="15724" h="9225" extrusionOk="0">
                    <a:moveTo>
                      <a:pt x="13391" y="1385"/>
                    </a:moveTo>
                    <a:cubicBezTo>
                      <a:pt x="13647" y="1385"/>
                      <a:pt x="13858" y="1596"/>
                      <a:pt x="13858" y="1836"/>
                    </a:cubicBezTo>
                    <a:lnTo>
                      <a:pt x="13858" y="7373"/>
                    </a:lnTo>
                    <a:cubicBezTo>
                      <a:pt x="13858" y="7629"/>
                      <a:pt x="13647" y="7840"/>
                      <a:pt x="13391" y="7840"/>
                    </a:cubicBezTo>
                    <a:lnTo>
                      <a:pt x="2333" y="7840"/>
                    </a:lnTo>
                    <a:cubicBezTo>
                      <a:pt x="2077" y="7840"/>
                      <a:pt x="1866" y="7629"/>
                      <a:pt x="1866" y="7373"/>
                    </a:cubicBezTo>
                    <a:lnTo>
                      <a:pt x="1866" y="1836"/>
                    </a:lnTo>
                    <a:cubicBezTo>
                      <a:pt x="1866" y="1596"/>
                      <a:pt x="2077" y="1385"/>
                      <a:pt x="2333" y="1385"/>
                    </a:cubicBezTo>
                    <a:close/>
                    <a:moveTo>
                      <a:pt x="1" y="1"/>
                    </a:moveTo>
                    <a:lnTo>
                      <a:pt x="1" y="8757"/>
                    </a:lnTo>
                    <a:cubicBezTo>
                      <a:pt x="1" y="9014"/>
                      <a:pt x="211" y="9224"/>
                      <a:pt x="452" y="9224"/>
                    </a:cubicBezTo>
                    <a:lnTo>
                      <a:pt x="15272" y="9224"/>
                    </a:lnTo>
                    <a:cubicBezTo>
                      <a:pt x="15528" y="9224"/>
                      <a:pt x="15724" y="9014"/>
                      <a:pt x="15724" y="8757"/>
                    </a:cubicBezTo>
                    <a:lnTo>
                      <a:pt x="157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8"/>
              <p:cNvSpPr/>
              <p:nvPr/>
            </p:nvSpPr>
            <p:spPr>
              <a:xfrm>
                <a:off x="1758104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0" y="0"/>
                    </a:moveTo>
                    <a:lnTo>
                      <a:pt x="0" y="2754"/>
                    </a:lnTo>
                    <a:lnTo>
                      <a:pt x="1850" y="2754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58"/>
              <p:cNvSpPr/>
              <p:nvPr/>
            </p:nvSpPr>
            <p:spPr>
              <a:xfrm>
                <a:off x="1683479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0" y="0"/>
                    </a:moveTo>
                    <a:lnTo>
                      <a:pt x="0" y="2754"/>
                    </a:lnTo>
                    <a:lnTo>
                      <a:pt x="1850" y="2754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8"/>
              <p:cNvSpPr/>
              <p:nvPr/>
            </p:nvSpPr>
            <p:spPr>
              <a:xfrm>
                <a:off x="1832730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1" y="0"/>
                    </a:moveTo>
                    <a:lnTo>
                      <a:pt x="1" y="2754"/>
                    </a:lnTo>
                    <a:lnTo>
                      <a:pt x="1851" y="2754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8"/>
              <p:cNvSpPr/>
              <p:nvPr/>
            </p:nvSpPr>
            <p:spPr>
              <a:xfrm>
                <a:off x="1533770" y="1566649"/>
                <a:ext cx="423919" cy="99402"/>
              </a:xfrm>
              <a:custGeom>
                <a:avLst/>
                <a:gdLst/>
                <a:ahLst/>
                <a:cxnLst/>
                <a:rect l="l" t="t" r="r" b="b"/>
                <a:pathLst>
                  <a:path w="15724" h="3687" extrusionOk="0">
                    <a:moveTo>
                      <a:pt x="6937" y="1384"/>
                    </a:moveTo>
                    <a:cubicBezTo>
                      <a:pt x="7192" y="1384"/>
                      <a:pt x="7403" y="1580"/>
                      <a:pt x="7403" y="1836"/>
                    </a:cubicBezTo>
                    <a:cubicBezTo>
                      <a:pt x="7403" y="2092"/>
                      <a:pt x="7192" y="2303"/>
                      <a:pt x="6937" y="2303"/>
                    </a:cubicBezTo>
                    <a:lnTo>
                      <a:pt x="2333" y="2303"/>
                    </a:lnTo>
                    <a:cubicBezTo>
                      <a:pt x="2077" y="2303"/>
                      <a:pt x="1866" y="2092"/>
                      <a:pt x="1866" y="1836"/>
                    </a:cubicBezTo>
                    <a:cubicBezTo>
                      <a:pt x="1866" y="1580"/>
                      <a:pt x="2077" y="1384"/>
                      <a:pt x="2333" y="1384"/>
                    </a:cubicBezTo>
                    <a:close/>
                    <a:moveTo>
                      <a:pt x="9736" y="1384"/>
                    </a:moveTo>
                    <a:cubicBezTo>
                      <a:pt x="9991" y="1384"/>
                      <a:pt x="10187" y="1580"/>
                      <a:pt x="10187" y="1836"/>
                    </a:cubicBezTo>
                    <a:cubicBezTo>
                      <a:pt x="10187" y="2092"/>
                      <a:pt x="9991" y="2303"/>
                      <a:pt x="9736" y="2303"/>
                    </a:cubicBezTo>
                    <a:cubicBezTo>
                      <a:pt x="9479" y="2303"/>
                      <a:pt x="9269" y="2092"/>
                      <a:pt x="9269" y="1836"/>
                    </a:cubicBezTo>
                    <a:cubicBezTo>
                      <a:pt x="9269" y="1580"/>
                      <a:pt x="9479" y="1384"/>
                      <a:pt x="9736" y="1384"/>
                    </a:cubicBezTo>
                    <a:close/>
                    <a:moveTo>
                      <a:pt x="11571" y="1384"/>
                    </a:moveTo>
                    <a:cubicBezTo>
                      <a:pt x="11826" y="1384"/>
                      <a:pt x="12037" y="1580"/>
                      <a:pt x="12037" y="1836"/>
                    </a:cubicBezTo>
                    <a:cubicBezTo>
                      <a:pt x="12037" y="2092"/>
                      <a:pt x="11826" y="2303"/>
                      <a:pt x="11571" y="2303"/>
                    </a:cubicBezTo>
                    <a:cubicBezTo>
                      <a:pt x="11315" y="2303"/>
                      <a:pt x="11120" y="2092"/>
                      <a:pt x="11120" y="1836"/>
                    </a:cubicBezTo>
                    <a:cubicBezTo>
                      <a:pt x="11120" y="1580"/>
                      <a:pt x="11315" y="1384"/>
                      <a:pt x="11571" y="1384"/>
                    </a:cubicBezTo>
                    <a:close/>
                    <a:moveTo>
                      <a:pt x="13421" y="1384"/>
                    </a:moveTo>
                    <a:cubicBezTo>
                      <a:pt x="13678" y="1384"/>
                      <a:pt x="13873" y="1580"/>
                      <a:pt x="13873" y="1836"/>
                    </a:cubicBezTo>
                    <a:cubicBezTo>
                      <a:pt x="13873" y="2092"/>
                      <a:pt x="13678" y="2303"/>
                      <a:pt x="13421" y="2303"/>
                    </a:cubicBezTo>
                    <a:cubicBezTo>
                      <a:pt x="13166" y="2303"/>
                      <a:pt x="12955" y="2092"/>
                      <a:pt x="12955" y="1836"/>
                    </a:cubicBezTo>
                    <a:cubicBezTo>
                      <a:pt x="12955" y="1580"/>
                      <a:pt x="13166" y="1384"/>
                      <a:pt x="13421" y="1384"/>
                    </a:cubicBezTo>
                    <a:close/>
                    <a:moveTo>
                      <a:pt x="452" y="0"/>
                    </a:moveTo>
                    <a:cubicBezTo>
                      <a:pt x="211" y="0"/>
                      <a:pt x="1" y="196"/>
                      <a:pt x="1" y="451"/>
                    </a:cubicBezTo>
                    <a:lnTo>
                      <a:pt x="1" y="3687"/>
                    </a:lnTo>
                    <a:lnTo>
                      <a:pt x="15724" y="3687"/>
                    </a:lnTo>
                    <a:lnTo>
                      <a:pt x="15724" y="451"/>
                    </a:lnTo>
                    <a:cubicBezTo>
                      <a:pt x="15724" y="196"/>
                      <a:pt x="15528" y="0"/>
                      <a:pt x="15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7" name="Google Shape;1457;p58"/>
            <p:cNvGrpSpPr/>
            <p:nvPr/>
          </p:nvGrpSpPr>
          <p:grpSpPr>
            <a:xfrm>
              <a:off x="3390750" y="2597616"/>
              <a:ext cx="367370" cy="344162"/>
              <a:chOff x="3161130" y="1566649"/>
              <a:chExt cx="385366" cy="361021"/>
            </a:xfrm>
          </p:grpSpPr>
          <p:sp>
            <p:nvSpPr>
              <p:cNvPr id="1458" name="Google Shape;1458;p58"/>
              <p:cNvSpPr/>
              <p:nvPr/>
            </p:nvSpPr>
            <p:spPr>
              <a:xfrm>
                <a:off x="3229716" y="1882620"/>
                <a:ext cx="248248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9208" h="1671" extrusionOk="0">
                    <a:moveTo>
                      <a:pt x="2076" y="1"/>
                    </a:moveTo>
                    <a:lnTo>
                      <a:pt x="1790" y="828"/>
                    </a:lnTo>
                    <a:lnTo>
                      <a:pt x="421" y="828"/>
                    </a:lnTo>
                    <a:cubicBezTo>
                      <a:pt x="195" y="828"/>
                      <a:pt x="0" y="1024"/>
                      <a:pt x="0" y="1249"/>
                    </a:cubicBezTo>
                    <a:cubicBezTo>
                      <a:pt x="0" y="1475"/>
                      <a:pt x="195" y="1670"/>
                      <a:pt x="421" y="1670"/>
                    </a:cubicBezTo>
                    <a:lnTo>
                      <a:pt x="8786" y="1670"/>
                    </a:lnTo>
                    <a:cubicBezTo>
                      <a:pt x="9027" y="1670"/>
                      <a:pt x="9208" y="1475"/>
                      <a:pt x="9208" y="1249"/>
                    </a:cubicBezTo>
                    <a:cubicBezTo>
                      <a:pt x="9208" y="1024"/>
                      <a:pt x="9027" y="828"/>
                      <a:pt x="8786" y="828"/>
                    </a:cubicBezTo>
                    <a:lnTo>
                      <a:pt x="7417" y="828"/>
                    </a:lnTo>
                    <a:lnTo>
                      <a:pt x="71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8"/>
              <p:cNvSpPr/>
              <p:nvPr/>
            </p:nvSpPr>
            <p:spPr>
              <a:xfrm>
                <a:off x="3229716" y="1679395"/>
                <a:ext cx="45023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29" extrusionOk="0">
                    <a:moveTo>
                      <a:pt x="0" y="1"/>
                    </a:moveTo>
                    <a:lnTo>
                      <a:pt x="0" y="829"/>
                    </a:lnTo>
                    <a:lnTo>
                      <a:pt x="1669" y="82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58"/>
              <p:cNvSpPr/>
              <p:nvPr/>
            </p:nvSpPr>
            <p:spPr>
              <a:xfrm>
                <a:off x="3229716" y="1634399"/>
                <a:ext cx="45023" cy="22323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28" extrusionOk="0">
                    <a:moveTo>
                      <a:pt x="0" y="0"/>
                    </a:moveTo>
                    <a:lnTo>
                      <a:pt x="0" y="827"/>
                    </a:lnTo>
                    <a:lnTo>
                      <a:pt x="1669" y="827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58"/>
              <p:cNvSpPr/>
              <p:nvPr/>
            </p:nvSpPr>
            <p:spPr>
              <a:xfrm>
                <a:off x="3229716" y="1724445"/>
                <a:ext cx="45023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43" extrusionOk="0">
                    <a:moveTo>
                      <a:pt x="0" y="0"/>
                    </a:moveTo>
                    <a:lnTo>
                      <a:pt x="0" y="843"/>
                    </a:lnTo>
                    <a:lnTo>
                      <a:pt x="1669" y="843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58"/>
              <p:cNvSpPr/>
              <p:nvPr/>
            </p:nvSpPr>
            <p:spPr>
              <a:xfrm>
                <a:off x="3455236" y="1656695"/>
                <a:ext cx="22727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843" h="843" extrusionOk="0">
                    <a:moveTo>
                      <a:pt x="421" y="0"/>
                    </a:moveTo>
                    <a:cubicBezTo>
                      <a:pt x="195" y="0"/>
                      <a:pt x="0" y="196"/>
                      <a:pt x="0" y="421"/>
                    </a:cubicBezTo>
                    <a:cubicBezTo>
                      <a:pt x="0" y="648"/>
                      <a:pt x="195" y="843"/>
                      <a:pt x="421" y="843"/>
                    </a:cubicBezTo>
                    <a:cubicBezTo>
                      <a:pt x="662" y="843"/>
                      <a:pt x="843" y="648"/>
                      <a:pt x="843" y="421"/>
                    </a:cubicBezTo>
                    <a:cubicBezTo>
                      <a:pt x="843" y="196"/>
                      <a:pt x="662" y="0"/>
                      <a:pt x="4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8"/>
              <p:cNvSpPr/>
              <p:nvPr/>
            </p:nvSpPr>
            <p:spPr>
              <a:xfrm>
                <a:off x="3161130" y="1566649"/>
                <a:ext cx="385366" cy="225547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8366" extrusionOk="0">
                    <a:moveTo>
                      <a:pt x="6305" y="1671"/>
                    </a:moveTo>
                    <a:cubicBezTo>
                      <a:pt x="6546" y="1671"/>
                      <a:pt x="6727" y="1851"/>
                      <a:pt x="6727" y="2092"/>
                    </a:cubicBezTo>
                    <a:cubicBezTo>
                      <a:pt x="6727" y="2317"/>
                      <a:pt x="6546" y="2513"/>
                      <a:pt x="6305" y="2513"/>
                    </a:cubicBezTo>
                    <a:cubicBezTo>
                      <a:pt x="6079" y="2513"/>
                      <a:pt x="5899" y="2317"/>
                      <a:pt x="5899" y="2092"/>
                    </a:cubicBezTo>
                    <a:cubicBezTo>
                      <a:pt x="5899" y="1851"/>
                      <a:pt x="6079" y="1671"/>
                      <a:pt x="6305" y="1671"/>
                    </a:cubicBezTo>
                    <a:close/>
                    <a:moveTo>
                      <a:pt x="7990" y="1671"/>
                    </a:moveTo>
                    <a:cubicBezTo>
                      <a:pt x="8216" y="1671"/>
                      <a:pt x="8412" y="1851"/>
                      <a:pt x="8412" y="2092"/>
                    </a:cubicBezTo>
                    <a:cubicBezTo>
                      <a:pt x="8412" y="2317"/>
                      <a:pt x="8216" y="2513"/>
                      <a:pt x="7990" y="2513"/>
                    </a:cubicBezTo>
                    <a:cubicBezTo>
                      <a:pt x="7750" y="2513"/>
                      <a:pt x="7569" y="2317"/>
                      <a:pt x="7569" y="2092"/>
                    </a:cubicBezTo>
                    <a:cubicBezTo>
                      <a:pt x="7569" y="1851"/>
                      <a:pt x="7750" y="1671"/>
                      <a:pt x="7990" y="1671"/>
                    </a:cubicBezTo>
                    <a:close/>
                    <a:moveTo>
                      <a:pt x="9660" y="1671"/>
                    </a:moveTo>
                    <a:cubicBezTo>
                      <a:pt x="9886" y="1671"/>
                      <a:pt x="10081" y="1851"/>
                      <a:pt x="10081" y="2092"/>
                    </a:cubicBezTo>
                    <a:cubicBezTo>
                      <a:pt x="10081" y="2317"/>
                      <a:pt x="9886" y="2513"/>
                      <a:pt x="9660" y="2513"/>
                    </a:cubicBezTo>
                    <a:cubicBezTo>
                      <a:pt x="9435" y="2513"/>
                      <a:pt x="9239" y="2317"/>
                      <a:pt x="9239" y="2092"/>
                    </a:cubicBezTo>
                    <a:cubicBezTo>
                      <a:pt x="9239" y="1851"/>
                      <a:pt x="9435" y="1671"/>
                      <a:pt x="9660" y="1671"/>
                    </a:cubicBezTo>
                    <a:close/>
                    <a:moveTo>
                      <a:pt x="11330" y="2513"/>
                    </a:moveTo>
                    <a:cubicBezTo>
                      <a:pt x="12023" y="2513"/>
                      <a:pt x="12594" y="3069"/>
                      <a:pt x="12594" y="3761"/>
                    </a:cubicBezTo>
                    <a:cubicBezTo>
                      <a:pt x="12594" y="4453"/>
                      <a:pt x="12023" y="5011"/>
                      <a:pt x="11330" y="5011"/>
                    </a:cubicBezTo>
                    <a:cubicBezTo>
                      <a:pt x="10638" y="5011"/>
                      <a:pt x="10081" y="4453"/>
                      <a:pt x="10081" y="3761"/>
                    </a:cubicBezTo>
                    <a:cubicBezTo>
                      <a:pt x="10081" y="3069"/>
                      <a:pt x="10638" y="2513"/>
                      <a:pt x="11330" y="2513"/>
                    </a:cubicBezTo>
                    <a:close/>
                    <a:moveTo>
                      <a:pt x="4635" y="1671"/>
                    </a:moveTo>
                    <a:cubicBezTo>
                      <a:pt x="4875" y="1671"/>
                      <a:pt x="5056" y="1851"/>
                      <a:pt x="5056" y="2092"/>
                    </a:cubicBezTo>
                    <a:lnTo>
                      <a:pt x="5056" y="7117"/>
                    </a:lnTo>
                    <a:cubicBezTo>
                      <a:pt x="5056" y="7342"/>
                      <a:pt x="4875" y="7523"/>
                      <a:pt x="4635" y="7523"/>
                    </a:cubicBezTo>
                    <a:lnTo>
                      <a:pt x="2123" y="7523"/>
                    </a:lnTo>
                    <a:cubicBezTo>
                      <a:pt x="1896" y="7523"/>
                      <a:pt x="1701" y="7342"/>
                      <a:pt x="1701" y="7117"/>
                    </a:cubicBezTo>
                    <a:lnTo>
                      <a:pt x="1701" y="2092"/>
                    </a:lnTo>
                    <a:cubicBezTo>
                      <a:pt x="1701" y="1851"/>
                      <a:pt x="1896" y="1671"/>
                      <a:pt x="2123" y="1671"/>
                    </a:cubicBezTo>
                    <a:close/>
                    <a:moveTo>
                      <a:pt x="7990" y="4194"/>
                    </a:moveTo>
                    <a:cubicBezTo>
                      <a:pt x="8125" y="4194"/>
                      <a:pt x="8261" y="4251"/>
                      <a:pt x="8336" y="4363"/>
                    </a:cubicBezTo>
                    <a:lnTo>
                      <a:pt x="9720" y="6455"/>
                    </a:lnTo>
                    <a:lnTo>
                      <a:pt x="10201" y="5974"/>
                    </a:lnTo>
                    <a:cubicBezTo>
                      <a:pt x="10285" y="5891"/>
                      <a:pt x="10390" y="5849"/>
                      <a:pt x="10495" y="5849"/>
                    </a:cubicBezTo>
                    <a:cubicBezTo>
                      <a:pt x="10600" y="5849"/>
                      <a:pt x="10706" y="5891"/>
                      <a:pt x="10789" y="5974"/>
                    </a:cubicBezTo>
                    <a:lnTo>
                      <a:pt x="11631" y="6816"/>
                    </a:lnTo>
                    <a:cubicBezTo>
                      <a:pt x="11796" y="6981"/>
                      <a:pt x="11796" y="7237"/>
                      <a:pt x="11631" y="7402"/>
                    </a:cubicBezTo>
                    <a:cubicBezTo>
                      <a:pt x="11548" y="7485"/>
                      <a:pt x="11439" y="7527"/>
                      <a:pt x="11332" y="7527"/>
                    </a:cubicBezTo>
                    <a:cubicBezTo>
                      <a:pt x="11225" y="7527"/>
                      <a:pt x="11119" y="7485"/>
                      <a:pt x="11044" y="7402"/>
                    </a:cubicBezTo>
                    <a:lnTo>
                      <a:pt x="10502" y="6861"/>
                    </a:lnTo>
                    <a:lnTo>
                      <a:pt x="9961" y="7402"/>
                    </a:lnTo>
                    <a:cubicBezTo>
                      <a:pt x="9882" y="7481"/>
                      <a:pt x="9781" y="7526"/>
                      <a:pt x="9667" y="7526"/>
                    </a:cubicBezTo>
                    <a:cubicBezTo>
                      <a:pt x="9650" y="7526"/>
                      <a:pt x="9633" y="7525"/>
                      <a:pt x="9615" y="7523"/>
                    </a:cubicBezTo>
                    <a:cubicBezTo>
                      <a:pt x="9495" y="7508"/>
                      <a:pt x="9375" y="7448"/>
                      <a:pt x="9314" y="7342"/>
                    </a:cubicBezTo>
                    <a:lnTo>
                      <a:pt x="7990" y="5356"/>
                    </a:lnTo>
                    <a:lnTo>
                      <a:pt x="6666" y="7342"/>
                    </a:lnTo>
                    <a:cubicBezTo>
                      <a:pt x="6581" y="7466"/>
                      <a:pt x="6448" y="7529"/>
                      <a:pt x="6312" y="7529"/>
                    </a:cubicBezTo>
                    <a:cubicBezTo>
                      <a:pt x="6233" y="7529"/>
                      <a:pt x="6152" y="7507"/>
                      <a:pt x="6079" y="7462"/>
                    </a:cubicBezTo>
                    <a:cubicBezTo>
                      <a:pt x="5884" y="7328"/>
                      <a:pt x="5838" y="7071"/>
                      <a:pt x="5959" y="6876"/>
                    </a:cubicBezTo>
                    <a:lnTo>
                      <a:pt x="7644" y="4363"/>
                    </a:lnTo>
                    <a:cubicBezTo>
                      <a:pt x="7719" y="4251"/>
                      <a:pt x="7854" y="4194"/>
                      <a:pt x="7990" y="4194"/>
                    </a:cubicBezTo>
                    <a:close/>
                    <a:moveTo>
                      <a:pt x="1265" y="0"/>
                    </a:moveTo>
                    <a:cubicBezTo>
                      <a:pt x="572" y="0"/>
                      <a:pt x="1" y="557"/>
                      <a:pt x="1" y="1249"/>
                    </a:cubicBezTo>
                    <a:lnTo>
                      <a:pt x="1" y="8365"/>
                    </a:lnTo>
                    <a:lnTo>
                      <a:pt x="14294" y="8365"/>
                    </a:lnTo>
                    <a:lnTo>
                      <a:pt x="14294" y="1249"/>
                    </a:lnTo>
                    <a:cubicBezTo>
                      <a:pt x="14294" y="557"/>
                      <a:pt x="13722" y="0"/>
                      <a:pt x="130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8"/>
              <p:cNvSpPr/>
              <p:nvPr/>
            </p:nvSpPr>
            <p:spPr>
              <a:xfrm>
                <a:off x="3161130" y="1814869"/>
                <a:ext cx="385366" cy="45077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1672" extrusionOk="0">
                    <a:moveTo>
                      <a:pt x="1" y="1"/>
                    </a:moveTo>
                    <a:lnTo>
                      <a:pt x="1" y="408"/>
                    </a:lnTo>
                    <a:cubicBezTo>
                      <a:pt x="1" y="1100"/>
                      <a:pt x="572" y="1671"/>
                      <a:pt x="1265" y="1671"/>
                    </a:cubicBezTo>
                    <a:lnTo>
                      <a:pt x="13030" y="1671"/>
                    </a:lnTo>
                    <a:cubicBezTo>
                      <a:pt x="13722" y="1671"/>
                      <a:pt x="14294" y="1100"/>
                      <a:pt x="14294" y="408"/>
                    </a:cubicBezTo>
                    <a:lnTo>
                      <a:pt x="142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5" name="Google Shape;1465;p58"/>
            <p:cNvGrpSpPr/>
            <p:nvPr/>
          </p:nvGrpSpPr>
          <p:grpSpPr>
            <a:xfrm>
              <a:off x="4400281" y="3614242"/>
              <a:ext cx="342234" cy="320954"/>
              <a:chOff x="2378697" y="2734448"/>
              <a:chExt cx="358999" cy="336676"/>
            </a:xfrm>
          </p:grpSpPr>
          <p:sp>
            <p:nvSpPr>
              <p:cNvPr id="1466" name="Google Shape;1466;p58"/>
              <p:cNvSpPr/>
              <p:nvPr/>
            </p:nvSpPr>
            <p:spPr>
              <a:xfrm>
                <a:off x="2442376" y="3028932"/>
                <a:ext cx="231640" cy="42192"/>
              </a:xfrm>
              <a:custGeom>
                <a:avLst/>
                <a:gdLst/>
                <a:ahLst/>
                <a:cxnLst/>
                <a:rect l="l" t="t" r="r" b="b"/>
                <a:pathLst>
                  <a:path w="8592" h="1565" extrusionOk="0">
                    <a:moveTo>
                      <a:pt x="1926" y="0"/>
                    </a:moveTo>
                    <a:lnTo>
                      <a:pt x="1671" y="782"/>
                    </a:lnTo>
                    <a:lnTo>
                      <a:pt x="392" y="782"/>
                    </a:lnTo>
                    <a:cubicBezTo>
                      <a:pt x="181" y="782"/>
                      <a:pt x="0" y="963"/>
                      <a:pt x="0" y="1174"/>
                    </a:cubicBezTo>
                    <a:cubicBezTo>
                      <a:pt x="0" y="1384"/>
                      <a:pt x="181" y="1565"/>
                      <a:pt x="392" y="1565"/>
                    </a:cubicBezTo>
                    <a:lnTo>
                      <a:pt x="8201" y="1565"/>
                    </a:lnTo>
                    <a:cubicBezTo>
                      <a:pt x="8411" y="1565"/>
                      <a:pt x="8592" y="1384"/>
                      <a:pt x="8592" y="1174"/>
                    </a:cubicBezTo>
                    <a:cubicBezTo>
                      <a:pt x="8592" y="963"/>
                      <a:pt x="8411" y="782"/>
                      <a:pt x="8201" y="782"/>
                    </a:cubicBezTo>
                    <a:lnTo>
                      <a:pt x="6921" y="782"/>
                    </a:lnTo>
                    <a:lnTo>
                      <a:pt x="66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8"/>
              <p:cNvSpPr/>
              <p:nvPr/>
            </p:nvSpPr>
            <p:spPr>
              <a:xfrm>
                <a:off x="2652907" y="2797723"/>
                <a:ext cx="21110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67" extrusionOk="0">
                    <a:moveTo>
                      <a:pt x="392" y="0"/>
                    </a:moveTo>
                    <a:cubicBezTo>
                      <a:pt x="181" y="0"/>
                      <a:pt x="0" y="165"/>
                      <a:pt x="0" y="376"/>
                    </a:cubicBezTo>
                    <a:cubicBezTo>
                      <a:pt x="0" y="602"/>
                      <a:pt x="181" y="767"/>
                      <a:pt x="392" y="767"/>
                    </a:cubicBezTo>
                    <a:cubicBezTo>
                      <a:pt x="602" y="767"/>
                      <a:pt x="783" y="602"/>
                      <a:pt x="783" y="376"/>
                    </a:cubicBezTo>
                    <a:cubicBezTo>
                      <a:pt x="783" y="165"/>
                      <a:pt x="602" y="0"/>
                      <a:pt x="3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8"/>
              <p:cNvSpPr/>
              <p:nvPr/>
            </p:nvSpPr>
            <p:spPr>
              <a:xfrm>
                <a:off x="2378697" y="2734448"/>
                <a:ext cx="358999" cy="210531"/>
              </a:xfrm>
              <a:custGeom>
                <a:avLst/>
                <a:gdLst/>
                <a:ahLst/>
                <a:cxnLst/>
                <a:rect l="l" t="t" r="r" b="b"/>
                <a:pathLst>
                  <a:path w="13316" h="7809" extrusionOk="0">
                    <a:moveTo>
                      <a:pt x="10563" y="1565"/>
                    </a:moveTo>
                    <a:cubicBezTo>
                      <a:pt x="11209" y="1565"/>
                      <a:pt x="11736" y="2091"/>
                      <a:pt x="11736" y="2723"/>
                    </a:cubicBezTo>
                    <a:cubicBezTo>
                      <a:pt x="11736" y="3370"/>
                      <a:pt x="11209" y="3896"/>
                      <a:pt x="10563" y="3896"/>
                    </a:cubicBezTo>
                    <a:cubicBezTo>
                      <a:pt x="9915" y="3896"/>
                      <a:pt x="9389" y="3370"/>
                      <a:pt x="9389" y="2723"/>
                    </a:cubicBezTo>
                    <a:cubicBezTo>
                      <a:pt x="9389" y="2091"/>
                      <a:pt x="9915" y="1565"/>
                      <a:pt x="10563" y="1565"/>
                    </a:cubicBezTo>
                    <a:close/>
                    <a:moveTo>
                      <a:pt x="1159" y="0"/>
                    </a:moveTo>
                    <a:cubicBezTo>
                      <a:pt x="527" y="0"/>
                      <a:pt x="1" y="526"/>
                      <a:pt x="1" y="1174"/>
                    </a:cubicBezTo>
                    <a:lnTo>
                      <a:pt x="1" y="7808"/>
                    </a:lnTo>
                    <a:lnTo>
                      <a:pt x="2362" y="7808"/>
                    </a:lnTo>
                    <a:lnTo>
                      <a:pt x="2362" y="6635"/>
                    </a:lnTo>
                    <a:cubicBezTo>
                      <a:pt x="2362" y="6424"/>
                      <a:pt x="2543" y="6243"/>
                      <a:pt x="2754" y="6243"/>
                    </a:cubicBezTo>
                    <a:lnTo>
                      <a:pt x="3355" y="6243"/>
                    </a:lnTo>
                    <a:cubicBezTo>
                      <a:pt x="3401" y="6123"/>
                      <a:pt x="3446" y="6018"/>
                      <a:pt x="3491" y="5912"/>
                    </a:cubicBezTo>
                    <a:lnTo>
                      <a:pt x="3070" y="5477"/>
                    </a:lnTo>
                    <a:cubicBezTo>
                      <a:pt x="2920" y="5326"/>
                      <a:pt x="2920" y="5085"/>
                      <a:pt x="3070" y="4935"/>
                    </a:cubicBezTo>
                    <a:lnTo>
                      <a:pt x="4168" y="3822"/>
                    </a:lnTo>
                    <a:cubicBezTo>
                      <a:pt x="4243" y="3746"/>
                      <a:pt x="4345" y="3709"/>
                      <a:pt x="4446" y="3709"/>
                    </a:cubicBezTo>
                    <a:cubicBezTo>
                      <a:pt x="4548" y="3709"/>
                      <a:pt x="4650" y="3746"/>
                      <a:pt x="4725" y="3822"/>
                    </a:cubicBezTo>
                    <a:lnTo>
                      <a:pt x="5146" y="4257"/>
                    </a:lnTo>
                    <a:cubicBezTo>
                      <a:pt x="5267" y="4197"/>
                      <a:pt x="5371" y="4153"/>
                      <a:pt x="5492" y="4107"/>
                    </a:cubicBezTo>
                    <a:lnTo>
                      <a:pt x="5492" y="3505"/>
                    </a:lnTo>
                    <a:cubicBezTo>
                      <a:pt x="5492" y="3294"/>
                      <a:pt x="5658" y="3114"/>
                      <a:pt x="5883" y="3114"/>
                    </a:cubicBezTo>
                    <a:lnTo>
                      <a:pt x="7433" y="3114"/>
                    </a:lnTo>
                    <a:cubicBezTo>
                      <a:pt x="7658" y="3114"/>
                      <a:pt x="7824" y="3294"/>
                      <a:pt x="7824" y="3505"/>
                    </a:cubicBezTo>
                    <a:lnTo>
                      <a:pt x="7824" y="4107"/>
                    </a:lnTo>
                    <a:cubicBezTo>
                      <a:pt x="7945" y="4153"/>
                      <a:pt x="8049" y="4197"/>
                      <a:pt x="8155" y="4257"/>
                    </a:cubicBezTo>
                    <a:lnTo>
                      <a:pt x="8591" y="3822"/>
                    </a:lnTo>
                    <a:cubicBezTo>
                      <a:pt x="8666" y="3746"/>
                      <a:pt x="8764" y="3709"/>
                      <a:pt x="8864" y="3709"/>
                    </a:cubicBezTo>
                    <a:cubicBezTo>
                      <a:pt x="8964" y="3709"/>
                      <a:pt x="9065" y="3746"/>
                      <a:pt x="9148" y="3822"/>
                    </a:cubicBezTo>
                    <a:lnTo>
                      <a:pt x="10246" y="4935"/>
                    </a:lnTo>
                    <a:cubicBezTo>
                      <a:pt x="10397" y="5085"/>
                      <a:pt x="10397" y="5326"/>
                      <a:pt x="10246" y="5477"/>
                    </a:cubicBezTo>
                    <a:lnTo>
                      <a:pt x="9825" y="5912"/>
                    </a:lnTo>
                    <a:cubicBezTo>
                      <a:pt x="9871" y="6018"/>
                      <a:pt x="9915" y="6123"/>
                      <a:pt x="9961" y="6243"/>
                    </a:cubicBezTo>
                    <a:lnTo>
                      <a:pt x="10563" y="6243"/>
                    </a:lnTo>
                    <a:cubicBezTo>
                      <a:pt x="10773" y="6243"/>
                      <a:pt x="10954" y="6424"/>
                      <a:pt x="10954" y="6635"/>
                    </a:cubicBezTo>
                    <a:lnTo>
                      <a:pt x="10954" y="7808"/>
                    </a:lnTo>
                    <a:lnTo>
                      <a:pt x="13315" y="7808"/>
                    </a:lnTo>
                    <a:lnTo>
                      <a:pt x="13315" y="1174"/>
                    </a:lnTo>
                    <a:cubicBezTo>
                      <a:pt x="13315" y="526"/>
                      <a:pt x="12774" y="0"/>
                      <a:pt x="121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8"/>
              <p:cNvSpPr/>
              <p:nvPr/>
            </p:nvSpPr>
            <p:spPr>
              <a:xfrm>
                <a:off x="2526734" y="2902759"/>
                <a:ext cx="62925" cy="42219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1566" extrusionOk="0">
                    <a:moveTo>
                      <a:pt x="1160" y="0"/>
                    </a:moveTo>
                    <a:cubicBezTo>
                      <a:pt x="528" y="0"/>
                      <a:pt x="1" y="528"/>
                      <a:pt x="1" y="1174"/>
                    </a:cubicBezTo>
                    <a:cubicBezTo>
                      <a:pt x="1" y="1310"/>
                      <a:pt x="31" y="1430"/>
                      <a:pt x="77" y="1565"/>
                    </a:cubicBezTo>
                    <a:lnTo>
                      <a:pt x="2258" y="1565"/>
                    </a:lnTo>
                    <a:cubicBezTo>
                      <a:pt x="2303" y="1430"/>
                      <a:pt x="2333" y="1310"/>
                      <a:pt x="2333" y="1174"/>
                    </a:cubicBezTo>
                    <a:cubicBezTo>
                      <a:pt x="2333" y="528"/>
                      <a:pt x="1806" y="0"/>
                      <a:pt x="11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8"/>
              <p:cNvSpPr/>
              <p:nvPr/>
            </p:nvSpPr>
            <p:spPr>
              <a:xfrm>
                <a:off x="2463459" y="2839484"/>
                <a:ext cx="189475" cy="105494"/>
              </a:xfrm>
              <a:custGeom>
                <a:avLst/>
                <a:gdLst/>
                <a:ahLst/>
                <a:cxnLst/>
                <a:rect l="l" t="t" r="r" b="b"/>
                <a:pathLst>
                  <a:path w="7028" h="3913" extrusionOk="0">
                    <a:moveTo>
                      <a:pt x="3116" y="0"/>
                    </a:moveTo>
                    <a:lnTo>
                      <a:pt x="3116" y="512"/>
                    </a:lnTo>
                    <a:cubicBezTo>
                      <a:pt x="3116" y="678"/>
                      <a:pt x="2995" y="843"/>
                      <a:pt x="2829" y="889"/>
                    </a:cubicBezTo>
                    <a:cubicBezTo>
                      <a:pt x="2589" y="949"/>
                      <a:pt x="2348" y="1039"/>
                      <a:pt x="2137" y="1174"/>
                    </a:cubicBezTo>
                    <a:cubicBezTo>
                      <a:pt x="2078" y="1209"/>
                      <a:pt x="2012" y="1226"/>
                      <a:pt x="1945" y="1226"/>
                    </a:cubicBezTo>
                    <a:cubicBezTo>
                      <a:pt x="1842" y="1226"/>
                      <a:pt x="1738" y="1187"/>
                      <a:pt x="1656" y="1114"/>
                    </a:cubicBezTo>
                    <a:lnTo>
                      <a:pt x="1310" y="753"/>
                    </a:lnTo>
                    <a:lnTo>
                      <a:pt x="753" y="1310"/>
                    </a:lnTo>
                    <a:lnTo>
                      <a:pt x="1114" y="1671"/>
                    </a:lnTo>
                    <a:cubicBezTo>
                      <a:pt x="1234" y="1791"/>
                      <a:pt x="1265" y="1986"/>
                      <a:pt x="1174" y="2137"/>
                    </a:cubicBezTo>
                    <a:cubicBezTo>
                      <a:pt x="1039" y="2363"/>
                      <a:pt x="934" y="2588"/>
                      <a:pt x="873" y="2829"/>
                    </a:cubicBezTo>
                    <a:cubicBezTo>
                      <a:pt x="829" y="3009"/>
                      <a:pt x="678" y="3130"/>
                      <a:pt x="498" y="3130"/>
                    </a:cubicBezTo>
                    <a:lnTo>
                      <a:pt x="1" y="3130"/>
                    </a:lnTo>
                    <a:lnTo>
                      <a:pt x="1" y="3912"/>
                    </a:lnTo>
                    <a:lnTo>
                      <a:pt x="1611" y="3912"/>
                    </a:lnTo>
                    <a:cubicBezTo>
                      <a:pt x="1581" y="3777"/>
                      <a:pt x="1565" y="3657"/>
                      <a:pt x="1565" y="3521"/>
                    </a:cubicBezTo>
                    <a:cubicBezTo>
                      <a:pt x="1565" y="2438"/>
                      <a:pt x="2438" y="1565"/>
                      <a:pt x="3507" y="1565"/>
                    </a:cubicBezTo>
                    <a:cubicBezTo>
                      <a:pt x="4590" y="1565"/>
                      <a:pt x="5463" y="2438"/>
                      <a:pt x="5463" y="3521"/>
                    </a:cubicBezTo>
                    <a:cubicBezTo>
                      <a:pt x="5463" y="3657"/>
                      <a:pt x="5433" y="3777"/>
                      <a:pt x="5417" y="3912"/>
                    </a:cubicBezTo>
                    <a:lnTo>
                      <a:pt x="7027" y="3912"/>
                    </a:lnTo>
                    <a:lnTo>
                      <a:pt x="7027" y="3130"/>
                    </a:lnTo>
                    <a:lnTo>
                      <a:pt x="6530" y="3130"/>
                    </a:lnTo>
                    <a:cubicBezTo>
                      <a:pt x="6350" y="3130"/>
                      <a:pt x="6185" y="3009"/>
                      <a:pt x="6155" y="2829"/>
                    </a:cubicBezTo>
                    <a:cubicBezTo>
                      <a:pt x="6079" y="2588"/>
                      <a:pt x="5989" y="2363"/>
                      <a:pt x="5854" y="2137"/>
                    </a:cubicBezTo>
                    <a:cubicBezTo>
                      <a:pt x="5764" y="1986"/>
                      <a:pt x="5794" y="1791"/>
                      <a:pt x="5914" y="1671"/>
                    </a:cubicBezTo>
                    <a:lnTo>
                      <a:pt x="6275" y="1310"/>
                    </a:lnTo>
                    <a:lnTo>
                      <a:pt x="5718" y="753"/>
                    </a:lnTo>
                    <a:lnTo>
                      <a:pt x="5373" y="1114"/>
                    </a:lnTo>
                    <a:cubicBezTo>
                      <a:pt x="5290" y="1187"/>
                      <a:pt x="5186" y="1226"/>
                      <a:pt x="5084" y="1226"/>
                    </a:cubicBezTo>
                    <a:cubicBezTo>
                      <a:pt x="5017" y="1226"/>
                      <a:pt x="4950" y="1209"/>
                      <a:pt x="4891" y="1174"/>
                    </a:cubicBezTo>
                    <a:cubicBezTo>
                      <a:pt x="4665" y="1039"/>
                      <a:pt x="4440" y="949"/>
                      <a:pt x="4199" y="889"/>
                    </a:cubicBezTo>
                    <a:cubicBezTo>
                      <a:pt x="4018" y="843"/>
                      <a:pt x="3898" y="678"/>
                      <a:pt x="3898" y="512"/>
                    </a:cubicBezTo>
                    <a:lnTo>
                      <a:pt x="38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8"/>
              <p:cNvSpPr/>
              <p:nvPr/>
            </p:nvSpPr>
            <p:spPr>
              <a:xfrm>
                <a:off x="2378697" y="2966034"/>
                <a:ext cx="358999" cy="41815"/>
              </a:xfrm>
              <a:custGeom>
                <a:avLst/>
                <a:gdLst/>
                <a:ahLst/>
                <a:cxnLst/>
                <a:rect l="l" t="t" r="r" b="b"/>
                <a:pathLst>
                  <a:path w="13316" h="1551" extrusionOk="0">
                    <a:moveTo>
                      <a:pt x="1" y="0"/>
                    </a:moveTo>
                    <a:lnTo>
                      <a:pt x="1" y="392"/>
                    </a:lnTo>
                    <a:cubicBezTo>
                      <a:pt x="1" y="1024"/>
                      <a:pt x="527" y="1551"/>
                      <a:pt x="1159" y="1551"/>
                    </a:cubicBezTo>
                    <a:lnTo>
                      <a:pt x="12127" y="1551"/>
                    </a:lnTo>
                    <a:cubicBezTo>
                      <a:pt x="12774" y="1551"/>
                      <a:pt x="13315" y="1024"/>
                      <a:pt x="13315" y="392"/>
                    </a:cubicBezTo>
                    <a:lnTo>
                      <a:pt x="133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2" name="Google Shape;1472;p58"/>
            <p:cNvGrpSpPr/>
            <p:nvPr/>
          </p:nvGrpSpPr>
          <p:grpSpPr>
            <a:xfrm>
              <a:off x="4326496" y="2471915"/>
              <a:ext cx="503568" cy="572696"/>
              <a:chOff x="4813643" y="2734448"/>
              <a:chExt cx="327780" cy="372776"/>
            </a:xfrm>
          </p:grpSpPr>
          <p:sp>
            <p:nvSpPr>
              <p:cNvPr id="1473" name="Google Shape;1473;p58"/>
              <p:cNvSpPr/>
              <p:nvPr/>
            </p:nvSpPr>
            <p:spPr>
              <a:xfrm>
                <a:off x="4988478" y="2889765"/>
                <a:ext cx="65324" cy="111587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4139" extrusionOk="0">
                    <a:moveTo>
                      <a:pt x="2422" y="1"/>
                    </a:moveTo>
                    <a:lnTo>
                      <a:pt x="1" y="1385"/>
                    </a:lnTo>
                    <a:lnTo>
                      <a:pt x="1" y="4139"/>
                    </a:lnTo>
                    <a:lnTo>
                      <a:pt x="2422" y="2739"/>
                    </a:lnTo>
                    <a:lnTo>
                      <a:pt x="24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8"/>
              <p:cNvSpPr/>
              <p:nvPr/>
            </p:nvSpPr>
            <p:spPr>
              <a:xfrm>
                <a:off x="4912613" y="2834227"/>
                <a:ext cx="129839" cy="73843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2739" extrusionOk="0">
                    <a:moveTo>
                      <a:pt x="2408" y="0"/>
                    </a:moveTo>
                    <a:lnTo>
                      <a:pt x="1" y="1369"/>
                    </a:lnTo>
                    <a:lnTo>
                      <a:pt x="2408" y="2739"/>
                    </a:lnTo>
                    <a:lnTo>
                      <a:pt x="4815" y="1369"/>
                    </a:lnTo>
                    <a:lnTo>
                      <a:pt x="24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8"/>
              <p:cNvSpPr/>
              <p:nvPr/>
            </p:nvSpPr>
            <p:spPr>
              <a:xfrm>
                <a:off x="5075667" y="2839888"/>
                <a:ext cx="65755" cy="161868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6004" extrusionOk="0">
                    <a:moveTo>
                      <a:pt x="2438" y="1"/>
                    </a:moveTo>
                    <a:lnTo>
                      <a:pt x="1" y="1385"/>
                    </a:lnTo>
                    <a:lnTo>
                      <a:pt x="1" y="4619"/>
                    </a:lnTo>
                    <a:lnTo>
                      <a:pt x="2438" y="6003"/>
                    </a:lnTo>
                    <a:lnTo>
                      <a:pt x="24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8"/>
              <p:cNvSpPr/>
              <p:nvPr/>
            </p:nvSpPr>
            <p:spPr>
              <a:xfrm>
                <a:off x="4813643" y="2839888"/>
                <a:ext cx="65728" cy="161868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6004" extrusionOk="0">
                    <a:moveTo>
                      <a:pt x="1" y="1"/>
                    </a:moveTo>
                    <a:lnTo>
                      <a:pt x="1" y="6003"/>
                    </a:lnTo>
                    <a:lnTo>
                      <a:pt x="2438" y="4619"/>
                    </a:lnTo>
                    <a:lnTo>
                      <a:pt x="2438" y="13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58"/>
              <p:cNvSpPr/>
              <p:nvPr/>
            </p:nvSpPr>
            <p:spPr>
              <a:xfrm>
                <a:off x="4900858" y="2889765"/>
                <a:ext cx="65755" cy="111587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4139" extrusionOk="0">
                    <a:moveTo>
                      <a:pt x="1" y="1"/>
                    </a:moveTo>
                    <a:lnTo>
                      <a:pt x="1" y="2739"/>
                    </a:lnTo>
                    <a:lnTo>
                      <a:pt x="2438" y="4139"/>
                    </a:lnTo>
                    <a:lnTo>
                      <a:pt x="2438" y="13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58"/>
              <p:cNvSpPr/>
              <p:nvPr/>
            </p:nvSpPr>
            <p:spPr>
              <a:xfrm>
                <a:off x="4824616" y="2983073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2452" y="0"/>
                    </a:moveTo>
                    <a:lnTo>
                      <a:pt x="0" y="1400"/>
                    </a:lnTo>
                    <a:lnTo>
                      <a:pt x="5266" y="4604"/>
                    </a:lnTo>
                    <a:lnTo>
                      <a:pt x="5266" y="1611"/>
                    </a:lnTo>
                    <a:lnTo>
                      <a:pt x="24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8"/>
              <p:cNvSpPr/>
              <p:nvPr/>
            </p:nvSpPr>
            <p:spPr>
              <a:xfrm>
                <a:off x="4988478" y="2983073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2814" y="0"/>
                    </a:moveTo>
                    <a:lnTo>
                      <a:pt x="1" y="1611"/>
                    </a:lnTo>
                    <a:lnTo>
                      <a:pt x="1" y="4604"/>
                    </a:lnTo>
                    <a:lnTo>
                      <a:pt x="5267" y="1400"/>
                    </a:lnTo>
                    <a:lnTo>
                      <a:pt x="28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8"/>
              <p:cNvSpPr/>
              <p:nvPr/>
            </p:nvSpPr>
            <p:spPr>
              <a:xfrm>
                <a:off x="4988478" y="2734448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1" y="0"/>
                    </a:moveTo>
                    <a:lnTo>
                      <a:pt x="1" y="2994"/>
                    </a:lnTo>
                    <a:lnTo>
                      <a:pt x="2814" y="4604"/>
                    </a:lnTo>
                    <a:lnTo>
                      <a:pt x="5267" y="32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8"/>
              <p:cNvSpPr/>
              <p:nvPr/>
            </p:nvSpPr>
            <p:spPr>
              <a:xfrm>
                <a:off x="4824616" y="2734448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5266" y="0"/>
                    </a:moveTo>
                    <a:lnTo>
                      <a:pt x="0" y="3204"/>
                    </a:lnTo>
                    <a:lnTo>
                      <a:pt x="2452" y="4604"/>
                    </a:lnTo>
                    <a:lnTo>
                      <a:pt x="5266" y="2994"/>
                    </a:lnTo>
                    <a:lnTo>
                      <a:pt x="52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2" name="Google Shape;1482;p58"/>
            <p:cNvGrpSpPr/>
            <p:nvPr/>
          </p:nvGrpSpPr>
          <p:grpSpPr>
            <a:xfrm>
              <a:off x="5411011" y="2598728"/>
              <a:ext cx="342264" cy="342214"/>
              <a:chOff x="1533770" y="2734448"/>
              <a:chExt cx="366332" cy="366279"/>
            </a:xfrm>
          </p:grpSpPr>
          <p:sp>
            <p:nvSpPr>
              <p:cNvPr id="1483" name="Google Shape;1483;p58"/>
              <p:cNvSpPr/>
              <p:nvPr/>
            </p:nvSpPr>
            <p:spPr>
              <a:xfrm>
                <a:off x="1598663" y="3024861"/>
                <a:ext cx="21541" cy="21514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8" extrusionOk="0">
                    <a:moveTo>
                      <a:pt x="1" y="1"/>
                    </a:moveTo>
                    <a:lnTo>
                      <a:pt x="1" y="797"/>
                    </a:lnTo>
                    <a:lnTo>
                      <a:pt x="799" y="797"/>
                    </a:lnTo>
                    <a:lnTo>
                      <a:pt x="79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8"/>
              <p:cNvSpPr/>
              <p:nvPr/>
            </p:nvSpPr>
            <p:spPr>
              <a:xfrm>
                <a:off x="1727666" y="3003347"/>
                <a:ext cx="21541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9" extrusionOk="0">
                    <a:moveTo>
                      <a:pt x="392" y="1"/>
                    </a:moveTo>
                    <a:cubicBezTo>
                      <a:pt x="181" y="1"/>
                      <a:pt x="0" y="181"/>
                      <a:pt x="0" y="407"/>
                    </a:cubicBezTo>
                    <a:cubicBezTo>
                      <a:pt x="0" y="618"/>
                      <a:pt x="181" y="799"/>
                      <a:pt x="392" y="799"/>
                    </a:cubicBezTo>
                    <a:cubicBezTo>
                      <a:pt x="618" y="799"/>
                      <a:pt x="798" y="618"/>
                      <a:pt x="798" y="407"/>
                    </a:cubicBezTo>
                    <a:cubicBezTo>
                      <a:pt x="798" y="181"/>
                      <a:pt x="618" y="1"/>
                      <a:pt x="3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8"/>
              <p:cNvSpPr/>
              <p:nvPr/>
            </p:nvSpPr>
            <p:spPr>
              <a:xfrm>
                <a:off x="1533770" y="2928317"/>
                <a:ext cx="366332" cy="172409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6395" extrusionOk="0">
                    <a:moveTo>
                      <a:pt x="7584" y="1987"/>
                    </a:moveTo>
                    <a:cubicBezTo>
                      <a:pt x="8246" y="1987"/>
                      <a:pt x="8787" y="2528"/>
                      <a:pt x="8787" y="3190"/>
                    </a:cubicBezTo>
                    <a:cubicBezTo>
                      <a:pt x="8787" y="3837"/>
                      <a:pt x="8246" y="4378"/>
                      <a:pt x="7584" y="4378"/>
                    </a:cubicBezTo>
                    <a:cubicBezTo>
                      <a:pt x="6937" y="4378"/>
                      <a:pt x="6396" y="3837"/>
                      <a:pt x="6396" y="3190"/>
                    </a:cubicBezTo>
                    <a:cubicBezTo>
                      <a:pt x="6396" y="2528"/>
                      <a:pt x="6937" y="1987"/>
                      <a:pt x="7584" y="1987"/>
                    </a:cubicBezTo>
                    <a:close/>
                    <a:moveTo>
                      <a:pt x="10773" y="1987"/>
                    </a:moveTo>
                    <a:cubicBezTo>
                      <a:pt x="11435" y="1987"/>
                      <a:pt x="11962" y="2528"/>
                      <a:pt x="11962" y="3190"/>
                    </a:cubicBezTo>
                    <a:cubicBezTo>
                      <a:pt x="11962" y="3837"/>
                      <a:pt x="11435" y="4378"/>
                      <a:pt x="10773" y="4378"/>
                    </a:cubicBezTo>
                    <a:cubicBezTo>
                      <a:pt x="10111" y="4378"/>
                      <a:pt x="9585" y="3837"/>
                      <a:pt x="9585" y="3190"/>
                    </a:cubicBezTo>
                    <a:cubicBezTo>
                      <a:pt x="9585" y="2528"/>
                      <a:pt x="10111" y="1987"/>
                      <a:pt x="10773" y="1987"/>
                    </a:cubicBezTo>
                    <a:close/>
                    <a:moveTo>
                      <a:pt x="4410" y="1189"/>
                    </a:moveTo>
                    <a:cubicBezTo>
                      <a:pt x="5056" y="1189"/>
                      <a:pt x="5598" y="1730"/>
                      <a:pt x="5598" y="2392"/>
                    </a:cubicBezTo>
                    <a:cubicBezTo>
                      <a:pt x="5598" y="2603"/>
                      <a:pt x="5417" y="2784"/>
                      <a:pt x="5206" y="2784"/>
                    </a:cubicBezTo>
                    <a:cubicBezTo>
                      <a:pt x="4981" y="2784"/>
                      <a:pt x="4801" y="2603"/>
                      <a:pt x="4801" y="2392"/>
                    </a:cubicBezTo>
                    <a:cubicBezTo>
                      <a:pt x="4801" y="2167"/>
                      <a:pt x="4620" y="1987"/>
                      <a:pt x="4410" y="1987"/>
                    </a:cubicBezTo>
                    <a:cubicBezTo>
                      <a:pt x="4183" y="1987"/>
                      <a:pt x="4003" y="2167"/>
                      <a:pt x="4003" y="2392"/>
                    </a:cubicBezTo>
                    <a:lnTo>
                      <a:pt x="4003" y="4770"/>
                    </a:lnTo>
                    <a:cubicBezTo>
                      <a:pt x="4003" y="4996"/>
                      <a:pt x="3822" y="5176"/>
                      <a:pt x="3612" y="5176"/>
                    </a:cubicBezTo>
                    <a:lnTo>
                      <a:pt x="2017" y="5176"/>
                    </a:lnTo>
                    <a:cubicBezTo>
                      <a:pt x="1792" y="5176"/>
                      <a:pt x="1611" y="4996"/>
                      <a:pt x="1611" y="4770"/>
                    </a:cubicBezTo>
                    <a:lnTo>
                      <a:pt x="1611" y="3190"/>
                    </a:lnTo>
                    <a:cubicBezTo>
                      <a:pt x="1611" y="2964"/>
                      <a:pt x="1792" y="2784"/>
                      <a:pt x="2017" y="2784"/>
                    </a:cubicBezTo>
                    <a:lnTo>
                      <a:pt x="3206" y="2784"/>
                    </a:lnTo>
                    <a:lnTo>
                      <a:pt x="3206" y="2392"/>
                    </a:lnTo>
                    <a:cubicBezTo>
                      <a:pt x="3206" y="1730"/>
                      <a:pt x="3748" y="1189"/>
                      <a:pt x="4410" y="1189"/>
                    </a:cubicBezTo>
                    <a:close/>
                    <a:moveTo>
                      <a:pt x="1220" y="1"/>
                    </a:moveTo>
                    <a:cubicBezTo>
                      <a:pt x="558" y="1"/>
                      <a:pt x="1" y="527"/>
                      <a:pt x="1" y="1189"/>
                    </a:cubicBezTo>
                    <a:lnTo>
                      <a:pt x="1" y="5176"/>
                    </a:lnTo>
                    <a:cubicBezTo>
                      <a:pt x="1" y="5838"/>
                      <a:pt x="558" y="6394"/>
                      <a:pt x="1220" y="6394"/>
                    </a:cubicBezTo>
                    <a:lnTo>
                      <a:pt x="12398" y="6394"/>
                    </a:lnTo>
                    <a:cubicBezTo>
                      <a:pt x="13046" y="6394"/>
                      <a:pt x="13587" y="5838"/>
                      <a:pt x="13587" y="5176"/>
                    </a:cubicBezTo>
                    <a:lnTo>
                      <a:pt x="13587" y="1189"/>
                    </a:lnTo>
                    <a:cubicBezTo>
                      <a:pt x="13587" y="527"/>
                      <a:pt x="13046" y="1"/>
                      <a:pt x="123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8"/>
              <p:cNvSpPr/>
              <p:nvPr/>
            </p:nvSpPr>
            <p:spPr>
              <a:xfrm>
                <a:off x="1813669" y="3003347"/>
                <a:ext cx="21110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99" extrusionOk="0">
                    <a:moveTo>
                      <a:pt x="391" y="1"/>
                    </a:moveTo>
                    <a:cubicBezTo>
                      <a:pt x="166" y="1"/>
                      <a:pt x="0" y="181"/>
                      <a:pt x="0" y="407"/>
                    </a:cubicBezTo>
                    <a:cubicBezTo>
                      <a:pt x="0" y="618"/>
                      <a:pt x="166" y="799"/>
                      <a:pt x="391" y="799"/>
                    </a:cubicBezTo>
                    <a:cubicBezTo>
                      <a:pt x="617" y="799"/>
                      <a:pt x="782" y="618"/>
                      <a:pt x="782" y="407"/>
                    </a:cubicBezTo>
                    <a:cubicBezTo>
                      <a:pt x="782" y="181"/>
                      <a:pt x="617" y="1"/>
                      <a:pt x="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8"/>
              <p:cNvSpPr/>
              <p:nvPr/>
            </p:nvSpPr>
            <p:spPr>
              <a:xfrm>
                <a:off x="1600712" y="2831801"/>
                <a:ext cx="60876" cy="21487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797" extrusionOk="0">
                    <a:moveTo>
                      <a:pt x="1129" y="0"/>
                    </a:moveTo>
                    <a:cubicBezTo>
                      <a:pt x="603" y="0"/>
                      <a:pt x="166" y="331"/>
                      <a:pt x="1" y="797"/>
                    </a:cubicBezTo>
                    <a:lnTo>
                      <a:pt x="2258" y="797"/>
                    </a:lnTo>
                    <a:cubicBezTo>
                      <a:pt x="2092" y="331"/>
                      <a:pt x="1640" y="0"/>
                      <a:pt x="11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8"/>
              <p:cNvSpPr/>
              <p:nvPr/>
            </p:nvSpPr>
            <p:spPr>
              <a:xfrm>
                <a:off x="1727666" y="2810286"/>
                <a:ext cx="21541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9" extrusionOk="0">
                    <a:moveTo>
                      <a:pt x="392" y="0"/>
                    </a:moveTo>
                    <a:cubicBezTo>
                      <a:pt x="181" y="0"/>
                      <a:pt x="0" y="181"/>
                      <a:pt x="0" y="391"/>
                    </a:cubicBezTo>
                    <a:cubicBezTo>
                      <a:pt x="0" y="617"/>
                      <a:pt x="181" y="798"/>
                      <a:pt x="392" y="798"/>
                    </a:cubicBezTo>
                    <a:cubicBezTo>
                      <a:pt x="618" y="798"/>
                      <a:pt x="798" y="617"/>
                      <a:pt x="798" y="391"/>
                    </a:cubicBezTo>
                    <a:cubicBezTo>
                      <a:pt x="798" y="181"/>
                      <a:pt x="618" y="0"/>
                      <a:pt x="3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8"/>
              <p:cNvSpPr/>
              <p:nvPr/>
            </p:nvSpPr>
            <p:spPr>
              <a:xfrm>
                <a:off x="1620177" y="2788799"/>
                <a:ext cx="21514" cy="21514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407" y="0"/>
                    </a:moveTo>
                    <a:cubicBezTo>
                      <a:pt x="182" y="0"/>
                      <a:pt x="1" y="181"/>
                      <a:pt x="1" y="391"/>
                    </a:cubicBezTo>
                    <a:cubicBezTo>
                      <a:pt x="1" y="616"/>
                      <a:pt x="182" y="797"/>
                      <a:pt x="407" y="797"/>
                    </a:cubicBezTo>
                    <a:cubicBezTo>
                      <a:pt x="617" y="797"/>
                      <a:pt x="798" y="616"/>
                      <a:pt x="798" y="391"/>
                    </a:cubicBezTo>
                    <a:cubicBezTo>
                      <a:pt x="798" y="181"/>
                      <a:pt x="617" y="0"/>
                      <a:pt x="4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8"/>
              <p:cNvSpPr/>
              <p:nvPr/>
            </p:nvSpPr>
            <p:spPr>
              <a:xfrm>
                <a:off x="1533770" y="2734448"/>
                <a:ext cx="366332" cy="172382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6394" extrusionOk="0">
                    <a:moveTo>
                      <a:pt x="7584" y="2016"/>
                    </a:moveTo>
                    <a:cubicBezTo>
                      <a:pt x="8246" y="2016"/>
                      <a:pt x="8787" y="2558"/>
                      <a:pt x="8787" y="3204"/>
                    </a:cubicBezTo>
                    <a:cubicBezTo>
                      <a:pt x="8787" y="3866"/>
                      <a:pt x="8246" y="4408"/>
                      <a:pt x="7584" y="4408"/>
                    </a:cubicBezTo>
                    <a:cubicBezTo>
                      <a:pt x="6937" y="4408"/>
                      <a:pt x="6396" y="3866"/>
                      <a:pt x="6396" y="3204"/>
                    </a:cubicBezTo>
                    <a:cubicBezTo>
                      <a:pt x="6396" y="2558"/>
                      <a:pt x="6937" y="2016"/>
                      <a:pt x="7584" y="2016"/>
                    </a:cubicBezTo>
                    <a:close/>
                    <a:moveTo>
                      <a:pt x="10773" y="2016"/>
                    </a:moveTo>
                    <a:cubicBezTo>
                      <a:pt x="11435" y="2016"/>
                      <a:pt x="11962" y="2558"/>
                      <a:pt x="11962" y="3204"/>
                    </a:cubicBezTo>
                    <a:cubicBezTo>
                      <a:pt x="11962" y="3866"/>
                      <a:pt x="11435" y="4408"/>
                      <a:pt x="10773" y="4408"/>
                    </a:cubicBezTo>
                    <a:cubicBezTo>
                      <a:pt x="10111" y="4408"/>
                      <a:pt x="9585" y="3866"/>
                      <a:pt x="9585" y="3204"/>
                    </a:cubicBezTo>
                    <a:cubicBezTo>
                      <a:pt x="9585" y="2558"/>
                      <a:pt x="10111" y="2016"/>
                      <a:pt x="10773" y="2016"/>
                    </a:cubicBezTo>
                    <a:close/>
                    <a:moveTo>
                      <a:pt x="3612" y="1218"/>
                    </a:moveTo>
                    <a:cubicBezTo>
                      <a:pt x="4274" y="1218"/>
                      <a:pt x="4801" y="1760"/>
                      <a:pt x="4801" y="2407"/>
                    </a:cubicBezTo>
                    <a:cubicBezTo>
                      <a:pt x="4801" y="2663"/>
                      <a:pt x="4725" y="2889"/>
                      <a:pt x="4590" y="3084"/>
                    </a:cubicBezTo>
                    <a:cubicBezTo>
                      <a:pt x="5192" y="3430"/>
                      <a:pt x="5598" y="4062"/>
                      <a:pt x="5598" y="4799"/>
                    </a:cubicBezTo>
                    <a:cubicBezTo>
                      <a:pt x="5598" y="5025"/>
                      <a:pt x="5417" y="5206"/>
                      <a:pt x="5206" y="5206"/>
                    </a:cubicBezTo>
                    <a:lnTo>
                      <a:pt x="2017" y="5206"/>
                    </a:lnTo>
                    <a:cubicBezTo>
                      <a:pt x="1792" y="5206"/>
                      <a:pt x="1611" y="5025"/>
                      <a:pt x="1611" y="4799"/>
                    </a:cubicBezTo>
                    <a:cubicBezTo>
                      <a:pt x="1611" y="4062"/>
                      <a:pt x="2017" y="3430"/>
                      <a:pt x="2619" y="3084"/>
                    </a:cubicBezTo>
                    <a:cubicBezTo>
                      <a:pt x="2484" y="2889"/>
                      <a:pt x="2408" y="2663"/>
                      <a:pt x="2408" y="2407"/>
                    </a:cubicBezTo>
                    <a:cubicBezTo>
                      <a:pt x="2408" y="1760"/>
                      <a:pt x="2950" y="1218"/>
                      <a:pt x="3612" y="1218"/>
                    </a:cubicBezTo>
                    <a:close/>
                    <a:moveTo>
                      <a:pt x="1220" y="0"/>
                    </a:moveTo>
                    <a:cubicBezTo>
                      <a:pt x="558" y="0"/>
                      <a:pt x="1" y="556"/>
                      <a:pt x="1" y="1218"/>
                    </a:cubicBezTo>
                    <a:lnTo>
                      <a:pt x="1" y="5206"/>
                    </a:lnTo>
                    <a:cubicBezTo>
                      <a:pt x="1" y="5852"/>
                      <a:pt x="558" y="6394"/>
                      <a:pt x="1220" y="6394"/>
                    </a:cubicBezTo>
                    <a:lnTo>
                      <a:pt x="12398" y="6394"/>
                    </a:lnTo>
                    <a:cubicBezTo>
                      <a:pt x="13046" y="6394"/>
                      <a:pt x="13587" y="5852"/>
                      <a:pt x="13587" y="5206"/>
                    </a:cubicBezTo>
                    <a:lnTo>
                      <a:pt x="13587" y="1218"/>
                    </a:lnTo>
                    <a:cubicBezTo>
                      <a:pt x="13587" y="556"/>
                      <a:pt x="13046" y="0"/>
                      <a:pt x="123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8"/>
              <p:cNvSpPr/>
              <p:nvPr/>
            </p:nvSpPr>
            <p:spPr>
              <a:xfrm>
                <a:off x="1813669" y="2810286"/>
                <a:ext cx="21110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99" extrusionOk="0">
                    <a:moveTo>
                      <a:pt x="391" y="0"/>
                    </a:moveTo>
                    <a:cubicBezTo>
                      <a:pt x="166" y="0"/>
                      <a:pt x="0" y="181"/>
                      <a:pt x="0" y="391"/>
                    </a:cubicBezTo>
                    <a:cubicBezTo>
                      <a:pt x="0" y="617"/>
                      <a:pt x="166" y="798"/>
                      <a:pt x="391" y="798"/>
                    </a:cubicBezTo>
                    <a:cubicBezTo>
                      <a:pt x="617" y="798"/>
                      <a:pt x="782" y="617"/>
                      <a:pt x="782" y="391"/>
                    </a:cubicBezTo>
                    <a:cubicBezTo>
                      <a:pt x="782" y="181"/>
                      <a:pt x="617" y="0"/>
                      <a:pt x="3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24693C0-E354-4C57-BFA1-95474441A76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76796" y="1183913"/>
            <a:ext cx="1438800" cy="190200"/>
          </a:xfrm>
        </p:spPr>
        <p:txBody>
          <a:bodyPr/>
          <a:lstStyle/>
          <a:p>
            <a:r>
              <a:rPr lang="pt-BR" dirty="0"/>
              <a:t>POSITIVOS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58"/>
          <p:cNvSpPr/>
          <p:nvPr/>
        </p:nvSpPr>
        <p:spPr>
          <a:xfrm>
            <a:off x="6462446" y="1109963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58"/>
          <p:cNvSpPr/>
          <p:nvPr/>
        </p:nvSpPr>
        <p:spPr>
          <a:xfrm>
            <a:off x="719996" y="1109963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4" name="Google Shape;1424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2° website</a:t>
            </a:r>
            <a:endParaRPr sz="4000" dirty="0"/>
          </a:p>
        </p:txBody>
      </p:sp>
      <p:sp>
        <p:nvSpPr>
          <p:cNvPr id="1427" name="Google Shape;1427;p58"/>
          <p:cNvSpPr txBox="1">
            <a:spLocks noGrp="1"/>
          </p:cNvSpPr>
          <p:nvPr>
            <p:ph type="subTitle" idx="1"/>
          </p:nvPr>
        </p:nvSpPr>
        <p:spPr>
          <a:xfrm>
            <a:off x="479741" y="2357700"/>
            <a:ext cx="2408996" cy="7041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Design favorável;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Boa escolha de fontes para destacar alguns tópicos e para disponibilizar os de menor relevância;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Informações da públicação e atualizações.</a:t>
            </a:r>
            <a:endParaRPr sz="1600" dirty="0"/>
          </a:p>
        </p:txBody>
      </p:sp>
      <p:sp>
        <p:nvSpPr>
          <p:cNvPr id="1428" name="Google Shape;1428;p58"/>
          <p:cNvSpPr txBox="1">
            <a:spLocks noGrp="1"/>
          </p:cNvSpPr>
          <p:nvPr>
            <p:ph type="title" idx="3"/>
          </p:nvPr>
        </p:nvSpPr>
        <p:spPr>
          <a:xfrm>
            <a:off x="6728404" y="1183913"/>
            <a:ext cx="1438800" cy="1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NEGATIVOS</a:t>
            </a:r>
            <a:endParaRPr dirty="0"/>
          </a:p>
        </p:txBody>
      </p:sp>
      <p:sp>
        <p:nvSpPr>
          <p:cNvPr id="1429" name="Google Shape;1429;p58"/>
          <p:cNvSpPr txBox="1">
            <a:spLocks noGrp="1"/>
          </p:cNvSpPr>
          <p:nvPr>
            <p:ph type="subTitle" idx="4"/>
          </p:nvPr>
        </p:nvSpPr>
        <p:spPr>
          <a:xfrm>
            <a:off x="6619946" y="2479930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Muito texto e poucas imagens;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Muitas coisas que não são do conteúdo envolvidas no site;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Sem interações com o usuário.</a:t>
            </a:r>
            <a:endParaRPr sz="1600" dirty="0"/>
          </a:p>
        </p:txBody>
      </p:sp>
      <p:sp>
        <p:nvSpPr>
          <p:cNvPr id="1442" name="Google Shape;1442;p58"/>
          <p:cNvSpPr/>
          <p:nvPr/>
        </p:nvSpPr>
        <p:spPr>
          <a:xfrm flipH="1">
            <a:off x="4088621" y="1279013"/>
            <a:ext cx="957600" cy="9576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13FF8F9-BEB1-469B-9D7A-24089211B01D}"/>
              </a:ext>
            </a:extLst>
          </p:cNvPr>
          <p:cNvGrpSpPr/>
          <p:nvPr/>
        </p:nvGrpSpPr>
        <p:grpSpPr>
          <a:xfrm>
            <a:off x="3095625" y="1421703"/>
            <a:ext cx="2964879" cy="2822183"/>
            <a:chOff x="3095625" y="1421703"/>
            <a:chExt cx="2964879" cy="2822183"/>
          </a:xfrm>
        </p:grpSpPr>
        <p:sp>
          <p:nvSpPr>
            <p:cNvPr id="1433" name="Google Shape;1433;p58"/>
            <p:cNvSpPr/>
            <p:nvPr/>
          </p:nvSpPr>
          <p:spPr>
            <a:xfrm>
              <a:off x="4045449" y="2236638"/>
              <a:ext cx="1050600" cy="1050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5" name="Google Shape;1435;p58"/>
            <p:cNvSpPr/>
            <p:nvPr/>
          </p:nvSpPr>
          <p:spPr>
            <a:xfrm rot="16200000">
              <a:off x="5102904" y="2283135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6" name="Google Shape;1436;p58"/>
            <p:cNvSpPr/>
            <p:nvPr/>
          </p:nvSpPr>
          <p:spPr>
            <a:xfrm rot="16200000">
              <a:off x="3095625" y="2283135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7" name="Google Shape;1437;p58"/>
            <p:cNvSpPr/>
            <p:nvPr/>
          </p:nvSpPr>
          <p:spPr>
            <a:xfrm>
              <a:off x="3784475" y="1975563"/>
              <a:ext cx="1572900" cy="15729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3" name="Google Shape;1443;p58"/>
            <p:cNvSpPr/>
            <p:nvPr/>
          </p:nvSpPr>
          <p:spPr>
            <a:xfrm rot="10800000">
              <a:off x="4088621" y="3286286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4" name="Google Shape;1444;p58"/>
            <p:cNvSpPr/>
            <p:nvPr/>
          </p:nvSpPr>
          <p:spPr>
            <a:xfrm>
              <a:off x="4089552" y="2278304"/>
              <a:ext cx="957600" cy="9576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5" name="Google Shape;1445;p58"/>
            <p:cNvSpPr/>
            <p:nvPr/>
          </p:nvSpPr>
          <p:spPr>
            <a:xfrm>
              <a:off x="5249438" y="2434064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6" name="Google Shape;1446;p58"/>
            <p:cNvSpPr/>
            <p:nvPr/>
          </p:nvSpPr>
          <p:spPr>
            <a:xfrm>
              <a:off x="3241713" y="2434064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7" name="Google Shape;1447;p58"/>
            <p:cNvSpPr/>
            <p:nvPr/>
          </p:nvSpPr>
          <p:spPr>
            <a:xfrm rot="5400000">
              <a:off x="4245575" y="3429428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8" name="Google Shape;1448;p58"/>
            <p:cNvSpPr/>
            <p:nvPr/>
          </p:nvSpPr>
          <p:spPr>
            <a:xfrm rot="5400000">
              <a:off x="4245575" y="1421703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449" name="Google Shape;1449;p58"/>
            <p:cNvGrpSpPr/>
            <p:nvPr/>
          </p:nvGrpSpPr>
          <p:grpSpPr>
            <a:xfrm>
              <a:off x="4395463" y="1571248"/>
              <a:ext cx="367368" cy="323071"/>
              <a:chOff x="1533770" y="1566649"/>
              <a:chExt cx="423919" cy="372803"/>
            </a:xfrm>
          </p:grpSpPr>
          <p:sp>
            <p:nvSpPr>
              <p:cNvPr id="1450" name="Google Shape;1450;p58"/>
              <p:cNvSpPr/>
              <p:nvPr/>
            </p:nvSpPr>
            <p:spPr>
              <a:xfrm>
                <a:off x="1683479" y="1752834"/>
                <a:ext cx="199154" cy="24749"/>
              </a:xfrm>
              <a:custGeom>
                <a:avLst/>
                <a:gdLst/>
                <a:ahLst/>
                <a:cxnLst/>
                <a:rect l="l" t="t" r="r" b="b"/>
                <a:pathLst>
                  <a:path w="7387" h="918" extrusionOk="0">
                    <a:moveTo>
                      <a:pt x="0" y="0"/>
                    </a:moveTo>
                    <a:lnTo>
                      <a:pt x="0" y="918"/>
                    </a:lnTo>
                    <a:lnTo>
                      <a:pt x="7387" y="918"/>
                    </a:lnTo>
                    <a:lnTo>
                      <a:pt x="73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8"/>
              <p:cNvSpPr/>
              <p:nvPr/>
            </p:nvSpPr>
            <p:spPr>
              <a:xfrm>
                <a:off x="1609231" y="1752834"/>
                <a:ext cx="49499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4605" extrusionOk="0">
                    <a:moveTo>
                      <a:pt x="0" y="0"/>
                    </a:moveTo>
                    <a:lnTo>
                      <a:pt x="0" y="4604"/>
                    </a:lnTo>
                    <a:lnTo>
                      <a:pt x="1836" y="4604"/>
                    </a:lnTo>
                    <a:lnTo>
                      <a:pt x="18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8"/>
              <p:cNvSpPr/>
              <p:nvPr/>
            </p:nvSpPr>
            <p:spPr>
              <a:xfrm>
                <a:off x="1533770" y="1690745"/>
                <a:ext cx="423919" cy="248706"/>
              </a:xfrm>
              <a:custGeom>
                <a:avLst/>
                <a:gdLst/>
                <a:ahLst/>
                <a:cxnLst/>
                <a:rect l="l" t="t" r="r" b="b"/>
                <a:pathLst>
                  <a:path w="15724" h="9225" extrusionOk="0">
                    <a:moveTo>
                      <a:pt x="13391" y="1385"/>
                    </a:moveTo>
                    <a:cubicBezTo>
                      <a:pt x="13647" y="1385"/>
                      <a:pt x="13858" y="1596"/>
                      <a:pt x="13858" y="1836"/>
                    </a:cubicBezTo>
                    <a:lnTo>
                      <a:pt x="13858" y="7373"/>
                    </a:lnTo>
                    <a:cubicBezTo>
                      <a:pt x="13858" y="7629"/>
                      <a:pt x="13647" y="7840"/>
                      <a:pt x="13391" y="7840"/>
                    </a:cubicBezTo>
                    <a:lnTo>
                      <a:pt x="2333" y="7840"/>
                    </a:lnTo>
                    <a:cubicBezTo>
                      <a:pt x="2077" y="7840"/>
                      <a:pt x="1866" y="7629"/>
                      <a:pt x="1866" y="7373"/>
                    </a:cubicBezTo>
                    <a:lnTo>
                      <a:pt x="1866" y="1836"/>
                    </a:lnTo>
                    <a:cubicBezTo>
                      <a:pt x="1866" y="1596"/>
                      <a:pt x="2077" y="1385"/>
                      <a:pt x="2333" y="1385"/>
                    </a:cubicBezTo>
                    <a:close/>
                    <a:moveTo>
                      <a:pt x="1" y="1"/>
                    </a:moveTo>
                    <a:lnTo>
                      <a:pt x="1" y="8757"/>
                    </a:lnTo>
                    <a:cubicBezTo>
                      <a:pt x="1" y="9014"/>
                      <a:pt x="211" y="9224"/>
                      <a:pt x="452" y="9224"/>
                    </a:cubicBezTo>
                    <a:lnTo>
                      <a:pt x="15272" y="9224"/>
                    </a:lnTo>
                    <a:cubicBezTo>
                      <a:pt x="15528" y="9224"/>
                      <a:pt x="15724" y="9014"/>
                      <a:pt x="15724" y="8757"/>
                    </a:cubicBezTo>
                    <a:lnTo>
                      <a:pt x="157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8"/>
              <p:cNvSpPr/>
              <p:nvPr/>
            </p:nvSpPr>
            <p:spPr>
              <a:xfrm>
                <a:off x="1758104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0" y="0"/>
                    </a:moveTo>
                    <a:lnTo>
                      <a:pt x="0" y="2754"/>
                    </a:lnTo>
                    <a:lnTo>
                      <a:pt x="1850" y="2754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58"/>
              <p:cNvSpPr/>
              <p:nvPr/>
            </p:nvSpPr>
            <p:spPr>
              <a:xfrm>
                <a:off x="1683479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0" y="0"/>
                    </a:moveTo>
                    <a:lnTo>
                      <a:pt x="0" y="2754"/>
                    </a:lnTo>
                    <a:lnTo>
                      <a:pt x="1850" y="2754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8"/>
              <p:cNvSpPr/>
              <p:nvPr/>
            </p:nvSpPr>
            <p:spPr>
              <a:xfrm>
                <a:off x="1832730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1" y="0"/>
                    </a:moveTo>
                    <a:lnTo>
                      <a:pt x="1" y="2754"/>
                    </a:lnTo>
                    <a:lnTo>
                      <a:pt x="1851" y="2754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8"/>
              <p:cNvSpPr/>
              <p:nvPr/>
            </p:nvSpPr>
            <p:spPr>
              <a:xfrm>
                <a:off x="1533770" y="1566649"/>
                <a:ext cx="423919" cy="99402"/>
              </a:xfrm>
              <a:custGeom>
                <a:avLst/>
                <a:gdLst/>
                <a:ahLst/>
                <a:cxnLst/>
                <a:rect l="l" t="t" r="r" b="b"/>
                <a:pathLst>
                  <a:path w="15724" h="3687" extrusionOk="0">
                    <a:moveTo>
                      <a:pt x="6937" y="1384"/>
                    </a:moveTo>
                    <a:cubicBezTo>
                      <a:pt x="7192" y="1384"/>
                      <a:pt x="7403" y="1580"/>
                      <a:pt x="7403" y="1836"/>
                    </a:cubicBezTo>
                    <a:cubicBezTo>
                      <a:pt x="7403" y="2092"/>
                      <a:pt x="7192" y="2303"/>
                      <a:pt x="6937" y="2303"/>
                    </a:cubicBezTo>
                    <a:lnTo>
                      <a:pt x="2333" y="2303"/>
                    </a:lnTo>
                    <a:cubicBezTo>
                      <a:pt x="2077" y="2303"/>
                      <a:pt x="1866" y="2092"/>
                      <a:pt x="1866" y="1836"/>
                    </a:cubicBezTo>
                    <a:cubicBezTo>
                      <a:pt x="1866" y="1580"/>
                      <a:pt x="2077" y="1384"/>
                      <a:pt x="2333" y="1384"/>
                    </a:cubicBezTo>
                    <a:close/>
                    <a:moveTo>
                      <a:pt x="9736" y="1384"/>
                    </a:moveTo>
                    <a:cubicBezTo>
                      <a:pt x="9991" y="1384"/>
                      <a:pt x="10187" y="1580"/>
                      <a:pt x="10187" y="1836"/>
                    </a:cubicBezTo>
                    <a:cubicBezTo>
                      <a:pt x="10187" y="2092"/>
                      <a:pt x="9991" y="2303"/>
                      <a:pt x="9736" y="2303"/>
                    </a:cubicBezTo>
                    <a:cubicBezTo>
                      <a:pt x="9479" y="2303"/>
                      <a:pt x="9269" y="2092"/>
                      <a:pt x="9269" y="1836"/>
                    </a:cubicBezTo>
                    <a:cubicBezTo>
                      <a:pt x="9269" y="1580"/>
                      <a:pt x="9479" y="1384"/>
                      <a:pt x="9736" y="1384"/>
                    </a:cubicBezTo>
                    <a:close/>
                    <a:moveTo>
                      <a:pt x="11571" y="1384"/>
                    </a:moveTo>
                    <a:cubicBezTo>
                      <a:pt x="11826" y="1384"/>
                      <a:pt x="12037" y="1580"/>
                      <a:pt x="12037" y="1836"/>
                    </a:cubicBezTo>
                    <a:cubicBezTo>
                      <a:pt x="12037" y="2092"/>
                      <a:pt x="11826" y="2303"/>
                      <a:pt x="11571" y="2303"/>
                    </a:cubicBezTo>
                    <a:cubicBezTo>
                      <a:pt x="11315" y="2303"/>
                      <a:pt x="11120" y="2092"/>
                      <a:pt x="11120" y="1836"/>
                    </a:cubicBezTo>
                    <a:cubicBezTo>
                      <a:pt x="11120" y="1580"/>
                      <a:pt x="11315" y="1384"/>
                      <a:pt x="11571" y="1384"/>
                    </a:cubicBezTo>
                    <a:close/>
                    <a:moveTo>
                      <a:pt x="13421" y="1384"/>
                    </a:moveTo>
                    <a:cubicBezTo>
                      <a:pt x="13678" y="1384"/>
                      <a:pt x="13873" y="1580"/>
                      <a:pt x="13873" y="1836"/>
                    </a:cubicBezTo>
                    <a:cubicBezTo>
                      <a:pt x="13873" y="2092"/>
                      <a:pt x="13678" y="2303"/>
                      <a:pt x="13421" y="2303"/>
                    </a:cubicBezTo>
                    <a:cubicBezTo>
                      <a:pt x="13166" y="2303"/>
                      <a:pt x="12955" y="2092"/>
                      <a:pt x="12955" y="1836"/>
                    </a:cubicBezTo>
                    <a:cubicBezTo>
                      <a:pt x="12955" y="1580"/>
                      <a:pt x="13166" y="1384"/>
                      <a:pt x="13421" y="1384"/>
                    </a:cubicBezTo>
                    <a:close/>
                    <a:moveTo>
                      <a:pt x="452" y="0"/>
                    </a:moveTo>
                    <a:cubicBezTo>
                      <a:pt x="211" y="0"/>
                      <a:pt x="1" y="196"/>
                      <a:pt x="1" y="451"/>
                    </a:cubicBezTo>
                    <a:lnTo>
                      <a:pt x="1" y="3687"/>
                    </a:lnTo>
                    <a:lnTo>
                      <a:pt x="15724" y="3687"/>
                    </a:lnTo>
                    <a:lnTo>
                      <a:pt x="15724" y="451"/>
                    </a:lnTo>
                    <a:cubicBezTo>
                      <a:pt x="15724" y="196"/>
                      <a:pt x="15528" y="0"/>
                      <a:pt x="15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7" name="Google Shape;1457;p58"/>
            <p:cNvGrpSpPr/>
            <p:nvPr/>
          </p:nvGrpSpPr>
          <p:grpSpPr>
            <a:xfrm>
              <a:off x="3390750" y="2597616"/>
              <a:ext cx="367370" cy="344162"/>
              <a:chOff x="3161130" y="1566649"/>
              <a:chExt cx="385366" cy="361021"/>
            </a:xfrm>
          </p:grpSpPr>
          <p:sp>
            <p:nvSpPr>
              <p:cNvPr id="1458" name="Google Shape;1458;p58"/>
              <p:cNvSpPr/>
              <p:nvPr/>
            </p:nvSpPr>
            <p:spPr>
              <a:xfrm>
                <a:off x="3229716" y="1882620"/>
                <a:ext cx="248248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9208" h="1671" extrusionOk="0">
                    <a:moveTo>
                      <a:pt x="2076" y="1"/>
                    </a:moveTo>
                    <a:lnTo>
                      <a:pt x="1790" y="828"/>
                    </a:lnTo>
                    <a:lnTo>
                      <a:pt x="421" y="828"/>
                    </a:lnTo>
                    <a:cubicBezTo>
                      <a:pt x="195" y="828"/>
                      <a:pt x="0" y="1024"/>
                      <a:pt x="0" y="1249"/>
                    </a:cubicBezTo>
                    <a:cubicBezTo>
                      <a:pt x="0" y="1475"/>
                      <a:pt x="195" y="1670"/>
                      <a:pt x="421" y="1670"/>
                    </a:cubicBezTo>
                    <a:lnTo>
                      <a:pt x="8786" y="1670"/>
                    </a:lnTo>
                    <a:cubicBezTo>
                      <a:pt x="9027" y="1670"/>
                      <a:pt x="9208" y="1475"/>
                      <a:pt x="9208" y="1249"/>
                    </a:cubicBezTo>
                    <a:cubicBezTo>
                      <a:pt x="9208" y="1024"/>
                      <a:pt x="9027" y="828"/>
                      <a:pt x="8786" y="828"/>
                    </a:cubicBezTo>
                    <a:lnTo>
                      <a:pt x="7417" y="828"/>
                    </a:lnTo>
                    <a:lnTo>
                      <a:pt x="71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8"/>
              <p:cNvSpPr/>
              <p:nvPr/>
            </p:nvSpPr>
            <p:spPr>
              <a:xfrm>
                <a:off x="3229716" y="1679395"/>
                <a:ext cx="45023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29" extrusionOk="0">
                    <a:moveTo>
                      <a:pt x="0" y="1"/>
                    </a:moveTo>
                    <a:lnTo>
                      <a:pt x="0" y="829"/>
                    </a:lnTo>
                    <a:lnTo>
                      <a:pt x="1669" y="82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58"/>
              <p:cNvSpPr/>
              <p:nvPr/>
            </p:nvSpPr>
            <p:spPr>
              <a:xfrm>
                <a:off x="3229716" y="1634399"/>
                <a:ext cx="45023" cy="22323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28" extrusionOk="0">
                    <a:moveTo>
                      <a:pt x="0" y="0"/>
                    </a:moveTo>
                    <a:lnTo>
                      <a:pt x="0" y="827"/>
                    </a:lnTo>
                    <a:lnTo>
                      <a:pt x="1669" y="827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58"/>
              <p:cNvSpPr/>
              <p:nvPr/>
            </p:nvSpPr>
            <p:spPr>
              <a:xfrm>
                <a:off x="3229716" y="1724445"/>
                <a:ext cx="45023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43" extrusionOk="0">
                    <a:moveTo>
                      <a:pt x="0" y="0"/>
                    </a:moveTo>
                    <a:lnTo>
                      <a:pt x="0" y="843"/>
                    </a:lnTo>
                    <a:lnTo>
                      <a:pt x="1669" y="843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58"/>
              <p:cNvSpPr/>
              <p:nvPr/>
            </p:nvSpPr>
            <p:spPr>
              <a:xfrm>
                <a:off x="3455236" y="1656695"/>
                <a:ext cx="22727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843" h="843" extrusionOk="0">
                    <a:moveTo>
                      <a:pt x="421" y="0"/>
                    </a:moveTo>
                    <a:cubicBezTo>
                      <a:pt x="195" y="0"/>
                      <a:pt x="0" y="196"/>
                      <a:pt x="0" y="421"/>
                    </a:cubicBezTo>
                    <a:cubicBezTo>
                      <a:pt x="0" y="648"/>
                      <a:pt x="195" y="843"/>
                      <a:pt x="421" y="843"/>
                    </a:cubicBezTo>
                    <a:cubicBezTo>
                      <a:pt x="662" y="843"/>
                      <a:pt x="843" y="648"/>
                      <a:pt x="843" y="421"/>
                    </a:cubicBezTo>
                    <a:cubicBezTo>
                      <a:pt x="843" y="196"/>
                      <a:pt x="662" y="0"/>
                      <a:pt x="4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8"/>
              <p:cNvSpPr/>
              <p:nvPr/>
            </p:nvSpPr>
            <p:spPr>
              <a:xfrm>
                <a:off x="3161130" y="1566649"/>
                <a:ext cx="385366" cy="225547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8366" extrusionOk="0">
                    <a:moveTo>
                      <a:pt x="6305" y="1671"/>
                    </a:moveTo>
                    <a:cubicBezTo>
                      <a:pt x="6546" y="1671"/>
                      <a:pt x="6727" y="1851"/>
                      <a:pt x="6727" y="2092"/>
                    </a:cubicBezTo>
                    <a:cubicBezTo>
                      <a:pt x="6727" y="2317"/>
                      <a:pt x="6546" y="2513"/>
                      <a:pt x="6305" y="2513"/>
                    </a:cubicBezTo>
                    <a:cubicBezTo>
                      <a:pt x="6079" y="2513"/>
                      <a:pt x="5899" y="2317"/>
                      <a:pt x="5899" y="2092"/>
                    </a:cubicBezTo>
                    <a:cubicBezTo>
                      <a:pt x="5899" y="1851"/>
                      <a:pt x="6079" y="1671"/>
                      <a:pt x="6305" y="1671"/>
                    </a:cubicBezTo>
                    <a:close/>
                    <a:moveTo>
                      <a:pt x="7990" y="1671"/>
                    </a:moveTo>
                    <a:cubicBezTo>
                      <a:pt x="8216" y="1671"/>
                      <a:pt x="8412" y="1851"/>
                      <a:pt x="8412" y="2092"/>
                    </a:cubicBezTo>
                    <a:cubicBezTo>
                      <a:pt x="8412" y="2317"/>
                      <a:pt x="8216" y="2513"/>
                      <a:pt x="7990" y="2513"/>
                    </a:cubicBezTo>
                    <a:cubicBezTo>
                      <a:pt x="7750" y="2513"/>
                      <a:pt x="7569" y="2317"/>
                      <a:pt x="7569" y="2092"/>
                    </a:cubicBezTo>
                    <a:cubicBezTo>
                      <a:pt x="7569" y="1851"/>
                      <a:pt x="7750" y="1671"/>
                      <a:pt x="7990" y="1671"/>
                    </a:cubicBezTo>
                    <a:close/>
                    <a:moveTo>
                      <a:pt x="9660" y="1671"/>
                    </a:moveTo>
                    <a:cubicBezTo>
                      <a:pt x="9886" y="1671"/>
                      <a:pt x="10081" y="1851"/>
                      <a:pt x="10081" y="2092"/>
                    </a:cubicBezTo>
                    <a:cubicBezTo>
                      <a:pt x="10081" y="2317"/>
                      <a:pt x="9886" y="2513"/>
                      <a:pt x="9660" y="2513"/>
                    </a:cubicBezTo>
                    <a:cubicBezTo>
                      <a:pt x="9435" y="2513"/>
                      <a:pt x="9239" y="2317"/>
                      <a:pt x="9239" y="2092"/>
                    </a:cubicBezTo>
                    <a:cubicBezTo>
                      <a:pt x="9239" y="1851"/>
                      <a:pt x="9435" y="1671"/>
                      <a:pt x="9660" y="1671"/>
                    </a:cubicBezTo>
                    <a:close/>
                    <a:moveTo>
                      <a:pt x="11330" y="2513"/>
                    </a:moveTo>
                    <a:cubicBezTo>
                      <a:pt x="12023" y="2513"/>
                      <a:pt x="12594" y="3069"/>
                      <a:pt x="12594" y="3761"/>
                    </a:cubicBezTo>
                    <a:cubicBezTo>
                      <a:pt x="12594" y="4453"/>
                      <a:pt x="12023" y="5011"/>
                      <a:pt x="11330" y="5011"/>
                    </a:cubicBezTo>
                    <a:cubicBezTo>
                      <a:pt x="10638" y="5011"/>
                      <a:pt x="10081" y="4453"/>
                      <a:pt x="10081" y="3761"/>
                    </a:cubicBezTo>
                    <a:cubicBezTo>
                      <a:pt x="10081" y="3069"/>
                      <a:pt x="10638" y="2513"/>
                      <a:pt x="11330" y="2513"/>
                    </a:cubicBezTo>
                    <a:close/>
                    <a:moveTo>
                      <a:pt x="4635" y="1671"/>
                    </a:moveTo>
                    <a:cubicBezTo>
                      <a:pt x="4875" y="1671"/>
                      <a:pt x="5056" y="1851"/>
                      <a:pt x="5056" y="2092"/>
                    </a:cubicBezTo>
                    <a:lnTo>
                      <a:pt x="5056" y="7117"/>
                    </a:lnTo>
                    <a:cubicBezTo>
                      <a:pt x="5056" y="7342"/>
                      <a:pt x="4875" y="7523"/>
                      <a:pt x="4635" y="7523"/>
                    </a:cubicBezTo>
                    <a:lnTo>
                      <a:pt x="2123" y="7523"/>
                    </a:lnTo>
                    <a:cubicBezTo>
                      <a:pt x="1896" y="7523"/>
                      <a:pt x="1701" y="7342"/>
                      <a:pt x="1701" y="7117"/>
                    </a:cubicBezTo>
                    <a:lnTo>
                      <a:pt x="1701" y="2092"/>
                    </a:lnTo>
                    <a:cubicBezTo>
                      <a:pt x="1701" y="1851"/>
                      <a:pt x="1896" y="1671"/>
                      <a:pt x="2123" y="1671"/>
                    </a:cubicBezTo>
                    <a:close/>
                    <a:moveTo>
                      <a:pt x="7990" y="4194"/>
                    </a:moveTo>
                    <a:cubicBezTo>
                      <a:pt x="8125" y="4194"/>
                      <a:pt x="8261" y="4251"/>
                      <a:pt x="8336" y="4363"/>
                    </a:cubicBezTo>
                    <a:lnTo>
                      <a:pt x="9720" y="6455"/>
                    </a:lnTo>
                    <a:lnTo>
                      <a:pt x="10201" y="5974"/>
                    </a:lnTo>
                    <a:cubicBezTo>
                      <a:pt x="10285" y="5891"/>
                      <a:pt x="10390" y="5849"/>
                      <a:pt x="10495" y="5849"/>
                    </a:cubicBezTo>
                    <a:cubicBezTo>
                      <a:pt x="10600" y="5849"/>
                      <a:pt x="10706" y="5891"/>
                      <a:pt x="10789" y="5974"/>
                    </a:cubicBezTo>
                    <a:lnTo>
                      <a:pt x="11631" y="6816"/>
                    </a:lnTo>
                    <a:cubicBezTo>
                      <a:pt x="11796" y="6981"/>
                      <a:pt x="11796" y="7237"/>
                      <a:pt x="11631" y="7402"/>
                    </a:cubicBezTo>
                    <a:cubicBezTo>
                      <a:pt x="11548" y="7485"/>
                      <a:pt x="11439" y="7527"/>
                      <a:pt x="11332" y="7527"/>
                    </a:cubicBezTo>
                    <a:cubicBezTo>
                      <a:pt x="11225" y="7527"/>
                      <a:pt x="11119" y="7485"/>
                      <a:pt x="11044" y="7402"/>
                    </a:cubicBezTo>
                    <a:lnTo>
                      <a:pt x="10502" y="6861"/>
                    </a:lnTo>
                    <a:lnTo>
                      <a:pt x="9961" y="7402"/>
                    </a:lnTo>
                    <a:cubicBezTo>
                      <a:pt x="9882" y="7481"/>
                      <a:pt x="9781" y="7526"/>
                      <a:pt x="9667" y="7526"/>
                    </a:cubicBezTo>
                    <a:cubicBezTo>
                      <a:pt x="9650" y="7526"/>
                      <a:pt x="9633" y="7525"/>
                      <a:pt x="9615" y="7523"/>
                    </a:cubicBezTo>
                    <a:cubicBezTo>
                      <a:pt x="9495" y="7508"/>
                      <a:pt x="9375" y="7448"/>
                      <a:pt x="9314" y="7342"/>
                    </a:cubicBezTo>
                    <a:lnTo>
                      <a:pt x="7990" y="5356"/>
                    </a:lnTo>
                    <a:lnTo>
                      <a:pt x="6666" y="7342"/>
                    </a:lnTo>
                    <a:cubicBezTo>
                      <a:pt x="6581" y="7466"/>
                      <a:pt x="6448" y="7529"/>
                      <a:pt x="6312" y="7529"/>
                    </a:cubicBezTo>
                    <a:cubicBezTo>
                      <a:pt x="6233" y="7529"/>
                      <a:pt x="6152" y="7507"/>
                      <a:pt x="6079" y="7462"/>
                    </a:cubicBezTo>
                    <a:cubicBezTo>
                      <a:pt x="5884" y="7328"/>
                      <a:pt x="5838" y="7071"/>
                      <a:pt x="5959" y="6876"/>
                    </a:cubicBezTo>
                    <a:lnTo>
                      <a:pt x="7644" y="4363"/>
                    </a:lnTo>
                    <a:cubicBezTo>
                      <a:pt x="7719" y="4251"/>
                      <a:pt x="7854" y="4194"/>
                      <a:pt x="7990" y="4194"/>
                    </a:cubicBezTo>
                    <a:close/>
                    <a:moveTo>
                      <a:pt x="1265" y="0"/>
                    </a:moveTo>
                    <a:cubicBezTo>
                      <a:pt x="572" y="0"/>
                      <a:pt x="1" y="557"/>
                      <a:pt x="1" y="1249"/>
                    </a:cubicBezTo>
                    <a:lnTo>
                      <a:pt x="1" y="8365"/>
                    </a:lnTo>
                    <a:lnTo>
                      <a:pt x="14294" y="8365"/>
                    </a:lnTo>
                    <a:lnTo>
                      <a:pt x="14294" y="1249"/>
                    </a:lnTo>
                    <a:cubicBezTo>
                      <a:pt x="14294" y="557"/>
                      <a:pt x="13722" y="0"/>
                      <a:pt x="130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8"/>
              <p:cNvSpPr/>
              <p:nvPr/>
            </p:nvSpPr>
            <p:spPr>
              <a:xfrm>
                <a:off x="3161130" y="1814869"/>
                <a:ext cx="385366" cy="45077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1672" extrusionOk="0">
                    <a:moveTo>
                      <a:pt x="1" y="1"/>
                    </a:moveTo>
                    <a:lnTo>
                      <a:pt x="1" y="408"/>
                    </a:lnTo>
                    <a:cubicBezTo>
                      <a:pt x="1" y="1100"/>
                      <a:pt x="572" y="1671"/>
                      <a:pt x="1265" y="1671"/>
                    </a:cubicBezTo>
                    <a:lnTo>
                      <a:pt x="13030" y="1671"/>
                    </a:lnTo>
                    <a:cubicBezTo>
                      <a:pt x="13722" y="1671"/>
                      <a:pt x="14294" y="1100"/>
                      <a:pt x="14294" y="408"/>
                    </a:cubicBezTo>
                    <a:lnTo>
                      <a:pt x="142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5" name="Google Shape;1465;p58"/>
            <p:cNvGrpSpPr/>
            <p:nvPr/>
          </p:nvGrpSpPr>
          <p:grpSpPr>
            <a:xfrm>
              <a:off x="4400281" y="3614242"/>
              <a:ext cx="342234" cy="320954"/>
              <a:chOff x="2378697" y="2734448"/>
              <a:chExt cx="358999" cy="336676"/>
            </a:xfrm>
          </p:grpSpPr>
          <p:sp>
            <p:nvSpPr>
              <p:cNvPr id="1466" name="Google Shape;1466;p58"/>
              <p:cNvSpPr/>
              <p:nvPr/>
            </p:nvSpPr>
            <p:spPr>
              <a:xfrm>
                <a:off x="2442376" y="3028932"/>
                <a:ext cx="231640" cy="42192"/>
              </a:xfrm>
              <a:custGeom>
                <a:avLst/>
                <a:gdLst/>
                <a:ahLst/>
                <a:cxnLst/>
                <a:rect l="l" t="t" r="r" b="b"/>
                <a:pathLst>
                  <a:path w="8592" h="1565" extrusionOk="0">
                    <a:moveTo>
                      <a:pt x="1926" y="0"/>
                    </a:moveTo>
                    <a:lnTo>
                      <a:pt x="1671" y="782"/>
                    </a:lnTo>
                    <a:lnTo>
                      <a:pt x="392" y="782"/>
                    </a:lnTo>
                    <a:cubicBezTo>
                      <a:pt x="181" y="782"/>
                      <a:pt x="0" y="963"/>
                      <a:pt x="0" y="1174"/>
                    </a:cubicBezTo>
                    <a:cubicBezTo>
                      <a:pt x="0" y="1384"/>
                      <a:pt x="181" y="1565"/>
                      <a:pt x="392" y="1565"/>
                    </a:cubicBezTo>
                    <a:lnTo>
                      <a:pt x="8201" y="1565"/>
                    </a:lnTo>
                    <a:cubicBezTo>
                      <a:pt x="8411" y="1565"/>
                      <a:pt x="8592" y="1384"/>
                      <a:pt x="8592" y="1174"/>
                    </a:cubicBezTo>
                    <a:cubicBezTo>
                      <a:pt x="8592" y="963"/>
                      <a:pt x="8411" y="782"/>
                      <a:pt x="8201" y="782"/>
                    </a:cubicBezTo>
                    <a:lnTo>
                      <a:pt x="6921" y="782"/>
                    </a:lnTo>
                    <a:lnTo>
                      <a:pt x="66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8"/>
              <p:cNvSpPr/>
              <p:nvPr/>
            </p:nvSpPr>
            <p:spPr>
              <a:xfrm>
                <a:off x="2652907" y="2797723"/>
                <a:ext cx="21110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67" extrusionOk="0">
                    <a:moveTo>
                      <a:pt x="392" y="0"/>
                    </a:moveTo>
                    <a:cubicBezTo>
                      <a:pt x="181" y="0"/>
                      <a:pt x="0" y="165"/>
                      <a:pt x="0" y="376"/>
                    </a:cubicBezTo>
                    <a:cubicBezTo>
                      <a:pt x="0" y="602"/>
                      <a:pt x="181" y="767"/>
                      <a:pt x="392" y="767"/>
                    </a:cubicBezTo>
                    <a:cubicBezTo>
                      <a:pt x="602" y="767"/>
                      <a:pt x="783" y="602"/>
                      <a:pt x="783" y="376"/>
                    </a:cubicBezTo>
                    <a:cubicBezTo>
                      <a:pt x="783" y="165"/>
                      <a:pt x="602" y="0"/>
                      <a:pt x="3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8"/>
              <p:cNvSpPr/>
              <p:nvPr/>
            </p:nvSpPr>
            <p:spPr>
              <a:xfrm>
                <a:off x="2378697" y="2734448"/>
                <a:ext cx="358999" cy="210531"/>
              </a:xfrm>
              <a:custGeom>
                <a:avLst/>
                <a:gdLst/>
                <a:ahLst/>
                <a:cxnLst/>
                <a:rect l="l" t="t" r="r" b="b"/>
                <a:pathLst>
                  <a:path w="13316" h="7809" extrusionOk="0">
                    <a:moveTo>
                      <a:pt x="10563" y="1565"/>
                    </a:moveTo>
                    <a:cubicBezTo>
                      <a:pt x="11209" y="1565"/>
                      <a:pt x="11736" y="2091"/>
                      <a:pt x="11736" y="2723"/>
                    </a:cubicBezTo>
                    <a:cubicBezTo>
                      <a:pt x="11736" y="3370"/>
                      <a:pt x="11209" y="3896"/>
                      <a:pt x="10563" y="3896"/>
                    </a:cubicBezTo>
                    <a:cubicBezTo>
                      <a:pt x="9915" y="3896"/>
                      <a:pt x="9389" y="3370"/>
                      <a:pt x="9389" y="2723"/>
                    </a:cubicBezTo>
                    <a:cubicBezTo>
                      <a:pt x="9389" y="2091"/>
                      <a:pt x="9915" y="1565"/>
                      <a:pt x="10563" y="1565"/>
                    </a:cubicBezTo>
                    <a:close/>
                    <a:moveTo>
                      <a:pt x="1159" y="0"/>
                    </a:moveTo>
                    <a:cubicBezTo>
                      <a:pt x="527" y="0"/>
                      <a:pt x="1" y="526"/>
                      <a:pt x="1" y="1174"/>
                    </a:cubicBezTo>
                    <a:lnTo>
                      <a:pt x="1" y="7808"/>
                    </a:lnTo>
                    <a:lnTo>
                      <a:pt x="2362" y="7808"/>
                    </a:lnTo>
                    <a:lnTo>
                      <a:pt x="2362" y="6635"/>
                    </a:lnTo>
                    <a:cubicBezTo>
                      <a:pt x="2362" y="6424"/>
                      <a:pt x="2543" y="6243"/>
                      <a:pt x="2754" y="6243"/>
                    </a:cubicBezTo>
                    <a:lnTo>
                      <a:pt x="3355" y="6243"/>
                    </a:lnTo>
                    <a:cubicBezTo>
                      <a:pt x="3401" y="6123"/>
                      <a:pt x="3446" y="6018"/>
                      <a:pt x="3491" y="5912"/>
                    </a:cubicBezTo>
                    <a:lnTo>
                      <a:pt x="3070" y="5477"/>
                    </a:lnTo>
                    <a:cubicBezTo>
                      <a:pt x="2920" y="5326"/>
                      <a:pt x="2920" y="5085"/>
                      <a:pt x="3070" y="4935"/>
                    </a:cubicBezTo>
                    <a:lnTo>
                      <a:pt x="4168" y="3822"/>
                    </a:lnTo>
                    <a:cubicBezTo>
                      <a:pt x="4243" y="3746"/>
                      <a:pt x="4345" y="3709"/>
                      <a:pt x="4446" y="3709"/>
                    </a:cubicBezTo>
                    <a:cubicBezTo>
                      <a:pt x="4548" y="3709"/>
                      <a:pt x="4650" y="3746"/>
                      <a:pt x="4725" y="3822"/>
                    </a:cubicBezTo>
                    <a:lnTo>
                      <a:pt x="5146" y="4257"/>
                    </a:lnTo>
                    <a:cubicBezTo>
                      <a:pt x="5267" y="4197"/>
                      <a:pt x="5371" y="4153"/>
                      <a:pt x="5492" y="4107"/>
                    </a:cubicBezTo>
                    <a:lnTo>
                      <a:pt x="5492" y="3505"/>
                    </a:lnTo>
                    <a:cubicBezTo>
                      <a:pt x="5492" y="3294"/>
                      <a:pt x="5658" y="3114"/>
                      <a:pt x="5883" y="3114"/>
                    </a:cubicBezTo>
                    <a:lnTo>
                      <a:pt x="7433" y="3114"/>
                    </a:lnTo>
                    <a:cubicBezTo>
                      <a:pt x="7658" y="3114"/>
                      <a:pt x="7824" y="3294"/>
                      <a:pt x="7824" y="3505"/>
                    </a:cubicBezTo>
                    <a:lnTo>
                      <a:pt x="7824" y="4107"/>
                    </a:lnTo>
                    <a:cubicBezTo>
                      <a:pt x="7945" y="4153"/>
                      <a:pt x="8049" y="4197"/>
                      <a:pt x="8155" y="4257"/>
                    </a:cubicBezTo>
                    <a:lnTo>
                      <a:pt x="8591" y="3822"/>
                    </a:lnTo>
                    <a:cubicBezTo>
                      <a:pt x="8666" y="3746"/>
                      <a:pt x="8764" y="3709"/>
                      <a:pt x="8864" y="3709"/>
                    </a:cubicBezTo>
                    <a:cubicBezTo>
                      <a:pt x="8964" y="3709"/>
                      <a:pt x="9065" y="3746"/>
                      <a:pt x="9148" y="3822"/>
                    </a:cubicBezTo>
                    <a:lnTo>
                      <a:pt x="10246" y="4935"/>
                    </a:lnTo>
                    <a:cubicBezTo>
                      <a:pt x="10397" y="5085"/>
                      <a:pt x="10397" y="5326"/>
                      <a:pt x="10246" y="5477"/>
                    </a:cubicBezTo>
                    <a:lnTo>
                      <a:pt x="9825" y="5912"/>
                    </a:lnTo>
                    <a:cubicBezTo>
                      <a:pt x="9871" y="6018"/>
                      <a:pt x="9915" y="6123"/>
                      <a:pt x="9961" y="6243"/>
                    </a:cubicBezTo>
                    <a:lnTo>
                      <a:pt x="10563" y="6243"/>
                    </a:lnTo>
                    <a:cubicBezTo>
                      <a:pt x="10773" y="6243"/>
                      <a:pt x="10954" y="6424"/>
                      <a:pt x="10954" y="6635"/>
                    </a:cubicBezTo>
                    <a:lnTo>
                      <a:pt x="10954" y="7808"/>
                    </a:lnTo>
                    <a:lnTo>
                      <a:pt x="13315" y="7808"/>
                    </a:lnTo>
                    <a:lnTo>
                      <a:pt x="13315" y="1174"/>
                    </a:lnTo>
                    <a:cubicBezTo>
                      <a:pt x="13315" y="526"/>
                      <a:pt x="12774" y="0"/>
                      <a:pt x="121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8"/>
              <p:cNvSpPr/>
              <p:nvPr/>
            </p:nvSpPr>
            <p:spPr>
              <a:xfrm>
                <a:off x="2526734" y="2902759"/>
                <a:ext cx="62925" cy="42219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1566" extrusionOk="0">
                    <a:moveTo>
                      <a:pt x="1160" y="0"/>
                    </a:moveTo>
                    <a:cubicBezTo>
                      <a:pt x="528" y="0"/>
                      <a:pt x="1" y="528"/>
                      <a:pt x="1" y="1174"/>
                    </a:cubicBezTo>
                    <a:cubicBezTo>
                      <a:pt x="1" y="1310"/>
                      <a:pt x="31" y="1430"/>
                      <a:pt x="77" y="1565"/>
                    </a:cubicBezTo>
                    <a:lnTo>
                      <a:pt x="2258" y="1565"/>
                    </a:lnTo>
                    <a:cubicBezTo>
                      <a:pt x="2303" y="1430"/>
                      <a:pt x="2333" y="1310"/>
                      <a:pt x="2333" y="1174"/>
                    </a:cubicBezTo>
                    <a:cubicBezTo>
                      <a:pt x="2333" y="528"/>
                      <a:pt x="1806" y="0"/>
                      <a:pt x="11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8"/>
              <p:cNvSpPr/>
              <p:nvPr/>
            </p:nvSpPr>
            <p:spPr>
              <a:xfrm>
                <a:off x="2463459" y="2839484"/>
                <a:ext cx="189475" cy="105494"/>
              </a:xfrm>
              <a:custGeom>
                <a:avLst/>
                <a:gdLst/>
                <a:ahLst/>
                <a:cxnLst/>
                <a:rect l="l" t="t" r="r" b="b"/>
                <a:pathLst>
                  <a:path w="7028" h="3913" extrusionOk="0">
                    <a:moveTo>
                      <a:pt x="3116" y="0"/>
                    </a:moveTo>
                    <a:lnTo>
                      <a:pt x="3116" y="512"/>
                    </a:lnTo>
                    <a:cubicBezTo>
                      <a:pt x="3116" y="678"/>
                      <a:pt x="2995" y="843"/>
                      <a:pt x="2829" y="889"/>
                    </a:cubicBezTo>
                    <a:cubicBezTo>
                      <a:pt x="2589" y="949"/>
                      <a:pt x="2348" y="1039"/>
                      <a:pt x="2137" y="1174"/>
                    </a:cubicBezTo>
                    <a:cubicBezTo>
                      <a:pt x="2078" y="1209"/>
                      <a:pt x="2012" y="1226"/>
                      <a:pt x="1945" y="1226"/>
                    </a:cubicBezTo>
                    <a:cubicBezTo>
                      <a:pt x="1842" y="1226"/>
                      <a:pt x="1738" y="1187"/>
                      <a:pt x="1656" y="1114"/>
                    </a:cubicBezTo>
                    <a:lnTo>
                      <a:pt x="1310" y="753"/>
                    </a:lnTo>
                    <a:lnTo>
                      <a:pt x="753" y="1310"/>
                    </a:lnTo>
                    <a:lnTo>
                      <a:pt x="1114" y="1671"/>
                    </a:lnTo>
                    <a:cubicBezTo>
                      <a:pt x="1234" y="1791"/>
                      <a:pt x="1265" y="1986"/>
                      <a:pt x="1174" y="2137"/>
                    </a:cubicBezTo>
                    <a:cubicBezTo>
                      <a:pt x="1039" y="2363"/>
                      <a:pt x="934" y="2588"/>
                      <a:pt x="873" y="2829"/>
                    </a:cubicBezTo>
                    <a:cubicBezTo>
                      <a:pt x="829" y="3009"/>
                      <a:pt x="678" y="3130"/>
                      <a:pt x="498" y="3130"/>
                    </a:cubicBezTo>
                    <a:lnTo>
                      <a:pt x="1" y="3130"/>
                    </a:lnTo>
                    <a:lnTo>
                      <a:pt x="1" y="3912"/>
                    </a:lnTo>
                    <a:lnTo>
                      <a:pt x="1611" y="3912"/>
                    </a:lnTo>
                    <a:cubicBezTo>
                      <a:pt x="1581" y="3777"/>
                      <a:pt x="1565" y="3657"/>
                      <a:pt x="1565" y="3521"/>
                    </a:cubicBezTo>
                    <a:cubicBezTo>
                      <a:pt x="1565" y="2438"/>
                      <a:pt x="2438" y="1565"/>
                      <a:pt x="3507" y="1565"/>
                    </a:cubicBezTo>
                    <a:cubicBezTo>
                      <a:pt x="4590" y="1565"/>
                      <a:pt x="5463" y="2438"/>
                      <a:pt x="5463" y="3521"/>
                    </a:cubicBezTo>
                    <a:cubicBezTo>
                      <a:pt x="5463" y="3657"/>
                      <a:pt x="5433" y="3777"/>
                      <a:pt x="5417" y="3912"/>
                    </a:cubicBezTo>
                    <a:lnTo>
                      <a:pt x="7027" y="3912"/>
                    </a:lnTo>
                    <a:lnTo>
                      <a:pt x="7027" y="3130"/>
                    </a:lnTo>
                    <a:lnTo>
                      <a:pt x="6530" y="3130"/>
                    </a:lnTo>
                    <a:cubicBezTo>
                      <a:pt x="6350" y="3130"/>
                      <a:pt x="6185" y="3009"/>
                      <a:pt x="6155" y="2829"/>
                    </a:cubicBezTo>
                    <a:cubicBezTo>
                      <a:pt x="6079" y="2588"/>
                      <a:pt x="5989" y="2363"/>
                      <a:pt x="5854" y="2137"/>
                    </a:cubicBezTo>
                    <a:cubicBezTo>
                      <a:pt x="5764" y="1986"/>
                      <a:pt x="5794" y="1791"/>
                      <a:pt x="5914" y="1671"/>
                    </a:cubicBezTo>
                    <a:lnTo>
                      <a:pt x="6275" y="1310"/>
                    </a:lnTo>
                    <a:lnTo>
                      <a:pt x="5718" y="753"/>
                    </a:lnTo>
                    <a:lnTo>
                      <a:pt x="5373" y="1114"/>
                    </a:lnTo>
                    <a:cubicBezTo>
                      <a:pt x="5290" y="1187"/>
                      <a:pt x="5186" y="1226"/>
                      <a:pt x="5084" y="1226"/>
                    </a:cubicBezTo>
                    <a:cubicBezTo>
                      <a:pt x="5017" y="1226"/>
                      <a:pt x="4950" y="1209"/>
                      <a:pt x="4891" y="1174"/>
                    </a:cubicBezTo>
                    <a:cubicBezTo>
                      <a:pt x="4665" y="1039"/>
                      <a:pt x="4440" y="949"/>
                      <a:pt x="4199" y="889"/>
                    </a:cubicBezTo>
                    <a:cubicBezTo>
                      <a:pt x="4018" y="843"/>
                      <a:pt x="3898" y="678"/>
                      <a:pt x="3898" y="512"/>
                    </a:cubicBezTo>
                    <a:lnTo>
                      <a:pt x="38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8"/>
              <p:cNvSpPr/>
              <p:nvPr/>
            </p:nvSpPr>
            <p:spPr>
              <a:xfrm>
                <a:off x="2378697" y="2966034"/>
                <a:ext cx="358999" cy="41815"/>
              </a:xfrm>
              <a:custGeom>
                <a:avLst/>
                <a:gdLst/>
                <a:ahLst/>
                <a:cxnLst/>
                <a:rect l="l" t="t" r="r" b="b"/>
                <a:pathLst>
                  <a:path w="13316" h="1551" extrusionOk="0">
                    <a:moveTo>
                      <a:pt x="1" y="0"/>
                    </a:moveTo>
                    <a:lnTo>
                      <a:pt x="1" y="392"/>
                    </a:lnTo>
                    <a:cubicBezTo>
                      <a:pt x="1" y="1024"/>
                      <a:pt x="527" y="1551"/>
                      <a:pt x="1159" y="1551"/>
                    </a:cubicBezTo>
                    <a:lnTo>
                      <a:pt x="12127" y="1551"/>
                    </a:lnTo>
                    <a:cubicBezTo>
                      <a:pt x="12774" y="1551"/>
                      <a:pt x="13315" y="1024"/>
                      <a:pt x="13315" y="392"/>
                    </a:cubicBezTo>
                    <a:lnTo>
                      <a:pt x="133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2" name="Google Shape;1472;p58"/>
            <p:cNvGrpSpPr/>
            <p:nvPr/>
          </p:nvGrpSpPr>
          <p:grpSpPr>
            <a:xfrm>
              <a:off x="4326496" y="2471915"/>
              <a:ext cx="503568" cy="572696"/>
              <a:chOff x="4813643" y="2734448"/>
              <a:chExt cx="327780" cy="372776"/>
            </a:xfrm>
          </p:grpSpPr>
          <p:sp>
            <p:nvSpPr>
              <p:cNvPr id="1473" name="Google Shape;1473;p58"/>
              <p:cNvSpPr/>
              <p:nvPr/>
            </p:nvSpPr>
            <p:spPr>
              <a:xfrm>
                <a:off x="4988478" y="2889765"/>
                <a:ext cx="65324" cy="111587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4139" extrusionOk="0">
                    <a:moveTo>
                      <a:pt x="2422" y="1"/>
                    </a:moveTo>
                    <a:lnTo>
                      <a:pt x="1" y="1385"/>
                    </a:lnTo>
                    <a:lnTo>
                      <a:pt x="1" y="4139"/>
                    </a:lnTo>
                    <a:lnTo>
                      <a:pt x="2422" y="2739"/>
                    </a:lnTo>
                    <a:lnTo>
                      <a:pt x="24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8"/>
              <p:cNvSpPr/>
              <p:nvPr/>
            </p:nvSpPr>
            <p:spPr>
              <a:xfrm>
                <a:off x="4912613" y="2834227"/>
                <a:ext cx="129839" cy="73843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2739" extrusionOk="0">
                    <a:moveTo>
                      <a:pt x="2408" y="0"/>
                    </a:moveTo>
                    <a:lnTo>
                      <a:pt x="1" y="1369"/>
                    </a:lnTo>
                    <a:lnTo>
                      <a:pt x="2408" y="2739"/>
                    </a:lnTo>
                    <a:lnTo>
                      <a:pt x="4815" y="1369"/>
                    </a:lnTo>
                    <a:lnTo>
                      <a:pt x="24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8"/>
              <p:cNvSpPr/>
              <p:nvPr/>
            </p:nvSpPr>
            <p:spPr>
              <a:xfrm>
                <a:off x="5075667" y="2839888"/>
                <a:ext cx="65755" cy="161868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6004" extrusionOk="0">
                    <a:moveTo>
                      <a:pt x="2438" y="1"/>
                    </a:moveTo>
                    <a:lnTo>
                      <a:pt x="1" y="1385"/>
                    </a:lnTo>
                    <a:lnTo>
                      <a:pt x="1" y="4619"/>
                    </a:lnTo>
                    <a:lnTo>
                      <a:pt x="2438" y="6003"/>
                    </a:lnTo>
                    <a:lnTo>
                      <a:pt x="24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8"/>
              <p:cNvSpPr/>
              <p:nvPr/>
            </p:nvSpPr>
            <p:spPr>
              <a:xfrm>
                <a:off x="4813643" y="2839888"/>
                <a:ext cx="65728" cy="161868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6004" extrusionOk="0">
                    <a:moveTo>
                      <a:pt x="1" y="1"/>
                    </a:moveTo>
                    <a:lnTo>
                      <a:pt x="1" y="6003"/>
                    </a:lnTo>
                    <a:lnTo>
                      <a:pt x="2438" y="4619"/>
                    </a:lnTo>
                    <a:lnTo>
                      <a:pt x="2438" y="13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58"/>
              <p:cNvSpPr/>
              <p:nvPr/>
            </p:nvSpPr>
            <p:spPr>
              <a:xfrm>
                <a:off x="4900858" y="2889765"/>
                <a:ext cx="65755" cy="111587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4139" extrusionOk="0">
                    <a:moveTo>
                      <a:pt x="1" y="1"/>
                    </a:moveTo>
                    <a:lnTo>
                      <a:pt x="1" y="2739"/>
                    </a:lnTo>
                    <a:lnTo>
                      <a:pt x="2438" y="4139"/>
                    </a:lnTo>
                    <a:lnTo>
                      <a:pt x="2438" y="13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58"/>
              <p:cNvSpPr/>
              <p:nvPr/>
            </p:nvSpPr>
            <p:spPr>
              <a:xfrm>
                <a:off x="4824616" y="2983073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2452" y="0"/>
                    </a:moveTo>
                    <a:lnTo>
                      <a:pt x="0" y="1400"/>
                    </a:lnTo>
                    <a:lnTo>
                      <a:pt x="5266" y="4604"/>
                    </a:lnTo>
                    <a:lnTo>
                      <a:pt x="5266" y="1611"/>
                    </a:lnTo>
                    <a:lnTo>
                      <a:pt x="24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8"/>
              <p:cNvSpPr/>
              <p:nvPr/>
            </p:nvSpPr>
            <p:spPr>
              <a:xfrm>
                <a:off x="4988478" y="2983073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2814" y="0"/>
                    </a:moveTo>
                    <a:lnTo>
                      <a:pt x="1" y="1611"/>
                    </a:lnTo>
                    <a:lnTo>
                      <a:pt x="1" y="4604"/>
                    </a:lnTo>
                    <a:lnTo>
                      <a:pt x="5267" y="1400"/>
                    </a:lnTo>
                    <a:lnTo>
                      <a:pt x="28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8"/>
              <p:cNvSpPr/>
              <p:nvPr/>
            </p:nvSpPr>
            <p:spPr>
              <a:xfrm>
                <a:off x="4988478" y="2734448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1" y="0"/>
                    </a:moveTo>
                    <a:lnTo>
                      <a:pt x="1" y="2994"/>
                    </a:lnTo>
                    <a:lnTo>
                      <a:pt x="2814" y="4604"/>
                    </a:lnTo>
                    <a:lnTo>
                      <a:pt x="5267" y="32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8"/>
              <p:cNvSpPr/>
              <p:nvPr/>
            </p:nvSpPr>
            <p:spPr>
              <a:xfrm>
                <a:off x="4824616" y="2734448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5266" y="0"/>
                    </a:moveTo>
                    <a:lnTo>
                      <a:pt x="0" y="3204"/>
                    </a:lnTo>
                    <a:lnTo>
                      <a:pt x="2452" y="4604"/>
                    </a:lnTo>
                    <a:lnTo>
                      <a:pt x="5266" y="2994"/>
                    </a:lnTo>
                    <a:lnTo>
                      <a:pt x="52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2" name="Google Shape;1482;p58"/>
            <p:cNvGrpSpPr/>
            <p:nvPr/>
          </p:nvGrpSpPr>
          <p:grpSpPr>
            <a:xfrm>
              <a:off x="5411011" y="2598728"/>
              <a:ext cx="342264" cy="342214"/>
              <a:chOff x="1533770" y="2734448"/>
              <a:chExt cx="366332" cy="366279"/>
            </a:xfrm>
          </p:grpSpPr>
          <p:sp>
            <p:nvSpPr>
              <p:cNvPr id="1483" name="Google Shape;1483;p58"/>
              <p:cNvSpPr/>
              <p:nvPr/>
            </p:nvSpPr>
            <p:spPr>
              <a:xfrm>
                <a:off x="1598663" y="3024861"/>
                <a:ext cx="21541" cy="21514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8" extrusionOk="0">
                    <a:moveTo>
                      <a:pt x="1" y="1"/>
                    </a:moveTo>
                    <a:lnTo>
                      <a:pt x="1" y="797"/>
                    </a:lnTo>
                    <a:lnTo>
                      <a:pt x="799" y="797"/>
                    </a:lnTo>
                    <a:lnTo>
                      <a:pt x="79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8"/>
              <p:cNvSpPr/>
              <p:nvPr/>
            </p:nvSpPr>
            <p:spPr>
              <a:xfrm>
                <a:off x="1727666" y="3003347"/>
                <a:ext cx="21541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9" extrusionOk="0">
                    <a:moveTo>
                      <a:pt x="392" y="1"/>
                    </a:moveTo>
                    <a:cubicBezTo>
                      <a:pt x="181" y="1"/>
                      <a:pt x="0" y="181"/>
                      <a:pt x="0" y="407"/>
                    </a:cubicBezTo>
                    <a:cubicBezTo>
                      <a:pt x="0" y="618"/>
                      <a:pt x="181" y="799"/>
                      <a:pt x="392" y="799"/>
                    </a:cubicBezTo>
                    <a:cubicBezTo>
                      <a:pt x="618" y="799"/>
                      <a:pt x="798" y="618"/>
                      <a:pt x="798" y="407"/>
                    </a:cubicBezTo>
                    <a:cubicBezTo>
                      <a:pt x="798" y="181"/>
                      <a:pt x="618" y="1"/>
                      <a:pt x="3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8"/>
              <p:cNvSpPr/>
              <p:nvPr/>
            </p:nvSpPr>
            <p:spPr>
              <a:xfrm>
                <a:off x="1533770" y="2928317"/>
                <a:ext cx="366332" cy="172409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6395" extrusionOk="0">
                    <a:moveTo>
                      <a:pt x="7584" y="1987"/>
                    </a:moveTo>
                    <a:cubicBezTo>
                      <a:pt x="8246" y="1987"/>
                      <a:pt x="8787" y="2528"/>
                      <a:pt x="8787" y="3190"/>
                    </a:cubicBezTo>
                    <a:cubicBezTo>
                      <a:pt x="8787" y="3837"/>
                      <a:pt x="8246" y="4378"/>
                      <a:pt x="7584" y="4378"/>
                    </a:cubicBezTo>
                    <a:cubicBezTo>
                      <a:pt x="6937" y="4378"/>
                      <a:pt x="6396" y="3837"/>
                      <a:pt x="6396" y="3190"/>
                    </a:cubicBezTo>
                    <a:cubicBezTo>
                      <a:pt x="6396" y="2528"/>
                      <a:pt x="6937" y="1987"/>
                      <a:pt x="7584" y="1987"/>
                    </a:cubicBezTo>
                    <a:close/>
                    <a:moveTo>
                      <a:pt x="10773" y="1987"/>
                    </a:moveTo>
                    <a:cubicBezTo>
                      <a:pt x="11435" y="1987"/>
                      <a:pt x="11962" y="2528"/>
                      <a:pt x="11962" y="3190"/>
                    </a:cubicBezTo>
                    <a:cubicBezTo>
                      <a:pt x="11962" y="3837"/>
                      <a:pt x="11435" y="4378"/>
                      <a:pt x="10773" y="4378"/>
                    </a:cubicBezTo>
                    <a:cubicBezTo>
                      <a:pt x="10111" y="4378"/>
                      <a:pt x="9585" y="3837"/>
                      <a:pt x="9585" y="3190"/>
                    </a:cubicBezTo>
                    <a:cubicBezTo>
                      <a:pt x="9585" y="2528"/>
                      <a:pt x="10111" y="1987"/>
                      <a:pt x="10773" y="1987"/>
                    </a:cubicBezTo>
                    <a:close/>
                    <a:moveTo>
                      <a:pt x="4410" y="1189"/>
                    </a:moveTo>
                    <a:cubicBezTo>
                      <a:pt x="5056" y="1189"/>
                      <a:pt x="5598" y="1730"/>
                      <a:pt x="5598" y="2392"/>
                    </a:cubicBezTo>
                    <a:cubicBezTo>
                      <a:pt x="5598" y="2603"/>
                      <a:pt x="5417" y="2784"/>
                      <a:pt x="5206" y="2784"/>
                    </a:cubicBezTo>
                    <a:cubicBezTo>
                      <a:pt x="4981" y="2784"/>
                      <a:pt x="4801" y="2603"/>
                      <a:pt x="4801" y="2392"/>
                    </a:cubicBezTo>
                    <a:cubicBezTo>
                      <a:pt x="4801" y="2167"/>
                      <a:pt x="4620" y="1987"/>
                      <a:pt x="4410" y="1987"/>
                    </a:cubicBezTo>
                    <a:cubicBezTo>
                      <a:pt x="4183" y="1987"/>
                      <a:pt x="4003" y="2167"/>
                      <a:pt x="4003" y="2392"/>
                    </a:cubicBezTo>
                    <a:lnTo>
                      <a:pt x="4003" y="4770"/>
                    </a:lnTo>
                    <a:cubicBezTo>
                      <a:pt x="4003" y="4996"/>
                      <a:pt x="3822" y="5176"/>
                      <a:pt x="3612" y="5176"/>
                    </a:cubicBezTo>
                    <a:lnTo>
                      <a:pt x="2017" y="5176"/>
                    </a:lnTo>
                    <a:cubicBezTo>
                      <a:pt x="1792" y="5176"/>
                      <a:pt x="1611" y="4996"/>
                      <a:pt x="1611" y="4770"/>
                    </a:cubicBezTo>
                    <a:lnTo>
                      <a:pt x="1611" y="3190"/>
                    </a:lnTo>
                    <a:cubicBezTo>
                      <a:pt x="1611" y="2964"/>
                      <a:pt x="1792" y="2784"/>
                      <a:pt x="2017" y="2784"/>
                    </a:cubicBezTo>
                    <a:lnTo>
                      <a:pt x="3206" y="2784"/>
                    </a:lnTo>
                    <a:lnTo>
                      <a:pt x="3206" y="2392"/>
                    </a:lnTo>
                    <a:cubicBezTo>
                      <a:pt x="3206" y="1730"/>
                      <a:pt x="3748" y="1189"/>
                      <a:pt x="4410" y="1189"/>
                    </a:cubicBezTo>
                    <a:close/>
                    <a:moveTo>
                      <a:pt x="1220" y="1"/>
                    </a:moveTo>
                    <a:cubicBezTo>
                      <a:pt x="558" y="1"/>
                      <a:pt x="1" y="527"/>
                      <a:pt x="1" y="1189"/>
                    </a:cubicBezTo>
                    <a:lnTo>
                      <a:pt x="1" y="5176"/>
                    </a:lnTo>
                    <a:cubicBezTo>
                      <a:pt x="1" y="5838"/>
                      <a:pt x="558" y="6394"/>
                      <a:pt x="1220" y="6394"/>
                    </a:cubicBezTo>
                    <a:lnTo>
                      <a:pt x="12398" y="6394"/>
                    </a:lnTo>
                    <a:cubicBezTo>
                      <a:pt x="13046" y="6394"/>
                      <a:pt x="13587" y="5838"/>
                      <a:pt x="13587" y="5176"/>
                    </a:cubicBezTo>
                    <a:lnTo>
                      <a:pt x="13587" y="1189"/>
                    </a:lnTo>
                    <a:cubicBezTo>
                      <a:pt x="13587" y="527"/>
                      <a:pt x="13046" y="1"/>
                      <a:pt x="123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8"/>
              <p:cNvSpPr/>
              <p:nvPr/>
            </p:nvSpPr>
            <p:spPr>
              <a:xfrm>
                <a:off x="1813669" y="3003347"/>
                <a:ext cx="21110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99" extrusionOk="0">
                    <a:moveTo>
                      <a:pt x="391" y="1"/>
                    </a:moveTo>
                    <a:cubicBezTo>
                      <a:pt x="166" y="1"/>
                      <a:pt x="0" y="181"/>
                      <a:pt x="0" y="407"/>
                    </a:cubicBezTo>
                    <a:cubicBezTo>
                      <a:pt x="0" y="618"/>
                      <a:pt x="166" y="799"/>
                      <a:pt x="391" y="799"/>
                    </a:cubicBezTo>
                    <a:cubicBezTo>
                      <a:pt x="617" y="799"/>
                      <a:pt x="782" y="618"/>
                      <a:pt x="782" y="407"/>
                    </a:cubicBezTo>
                    <a:cubicBezTo>
                      <a:pt x="782" y="181"/>
                      <a:pt x="617" y="1"/>
                      <a:pt x="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8"/>
              <p:cNvSpPr/>
              <p:nvPr/>
            </p:nvSpPr>
            <p:spPr>
              <a:xfrm>
                <a:off x="1600712" y="2831801"/>
                <a:ext cx="60876" cy="21487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797" extrusionOk="0">
                    <a:moveTo>
                      <a:pt x="1129" y="0"/>
                    </a:moveTo>
                    <a:cubicBezTo>
                      <a:pt x="603" y="0"/>
                      <a:pt x="166" y="331"/>
                      <a:pt x="1" y="797"/>
                    </a:cubicBezTo>
                    <a:lnTo>
                      <a:pt x="2258" y="797"/>
                    </a:lnTo>
                    <a:cubicBezTo>
                      <a:pt x="2092" y="331"/>
                      <a:pt x="1640" y="0"/>
                      <a:pt x="11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8"/>
              <p:cNvSpPr/>
              <p:nvPr/>
            </p:nvSpPr>
            <p:spPr>
              <a:xfrm>
                <a:off x="1727666" y="2810286"/>
                <a:ext cx="21541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9" extrusionOk="0">
                    <a:moveTo>
                      <a:pt x="392" y="0"/>
                    </a:moveTo>
                    <a:cubicBezTo>
                      <a:pt x="181" y="0"/>
                      <a:pt x="0" y="181"/>
                      <a:pt x="0" y="391"/>
                    </a:cubicBezTo>
                    <a:cubicBezTo>
                      <a:pt x="0" y="617"/>
                      <a:pt x="181" y="798"/>
                      <a:pt x="392" y="798"/>
                    </a:cubicBezTo>
                    <a:cubicBezTo>
                      <a:pt x="618" y="798"/>
                      <a:pt x="798" y="617"/>
                      <a:pt x="798" y="391"/>
                    </a:cubicBezTo>
                    <a:cubicBezTo>
                      <a:pt x="798" y="181"/>
                      <a:pt x="618" y="0"/>
                      <a:pt x="3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8"/>
              <p:cNvSpPr/>
              <p:nvPr/>
            </p:nvSpPr>
            <p:spPr>
              <a:xfrm>
                <a:off x="1620177" y="2788799"/>
                <a:ext cx="21514" cy="21514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407" y="0"/>
                    </a:moveTo>
                    <a:cubicBezTo>
                      <a:pt x="182" y="0"/>
                      <a:pt x="1" y="181"/>
                      <a:pt x="1" y="391"/>
                    </a:cubicBezTo>
                    <a:cubicBezTo>
                      <a:pt x="1" y="616"/>
                      <a:pt x="182" y="797"/>
                      <a:pt x="407" y="797"/>
                    </a:cubicBezTo>
                    <a:cubicBezTo>
                      <a:pt x="617" y="797"/>
                      <a:pt x="798" y="616"/>
                      <a:pt x="798" y="391"/>
                    </a:cubicBezTo>
                    <a:cubicBezTo>
                      <a:pt x="798" y="181"/>
                      <a:pt x="617" y="0"/>
                      <a:pt x="4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8"/>
              <p:cNvSpPr/>
              <p:nvPr/>
            </p:nvSpPr>
            <p:spPr>
              <a:xfrm>
                <a:off x="1533770" y="2734448"/>
                <a:ext cx="366332" cy="172382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6394" extrusionOk="0">
                    <a:moveTo>
                      <a:pt x="7584" y="2016"/>
                    </a:moveTo>
                    <a:cubicBezTo>
                      <a:pt x="8246" y="2016"/>
                      <a:pt x="8787" y="2558"/>
                      <a:pt x="8787" y="3204"/>
                    </a:cubicBezTo>
                    <a:cubicBezTo>
                      <a:pt x="8787" y="3866"/>
                      <a:pt x="8246" y="4408"/>
                      <a:pt x="7584" y="4408"/>
                    </a:cubicBezTo>
                    <a:cubicBezTo>
                      <a:pt x="6937" y="4408"/>
                      <a:pt x="6396" y="3866"/>
                      <a:pt x="6396" y="3204"/>
                    </a:cubicBezTo>
                    <a:cubicBezTo>
                      <a:pt x="6396" y="2558"/>
                      <a:pt x="6937" y="2016"/>
                      <a:pt x="7584" y="2016"/>
                    </a:cubicBezTo>
                    <a:close/>
                    <a:moveTo>
                      <a:pt x="10773" y="2016"/>
                    </a:moveTo>
                    <a:cubicBezTo>
                      <a:pt x="11435" y="2016"/>
                      <a:pt x="11962" y="2558"/>
                      <a:pt x="11962" y="3204"/>
                    </a:cubicBezTo>
                    <a:cubicBezTo>
                      <a:pt x="11962" y="3866"/>
                      <a:pt x="11435" y="4408"/>
                      <a:pt x="10773" y="4408"/>
                    </a:cubicBezTo>
                    <a:cubicBezTo>
                      <a:pt x="10111" y="4408"/>
                      <a:pt x="9585" y="3866"/>
                      <a:pt x="9585" y="3204"/>
                    </a:cubicBezTo>
                    <a:cubicBezTo>
                      <a:pt x="9585" y="2558"/>
                      <a:pt x="10111" y="2016"/>
                      <a:pt x="10773" y="2016"/>
                    </a:cubicBezTo>
                    <a:close/>
                    <a:moveTo>
                      <a:pt x="3612" y="1218"/>
                    </a:moveTo>
                    <a:cubicBezTo>
                      <a:pt x="4274" y="1218"/>
                      <a:pt x="4801" y="1760"/>
                      <a:pt x="4801" y="2407"/>
                    </a:cubicBezTo>
                    <a:cubicBezTo>
                      <a:pt x="4801" y="2663"/>
                      <a:pt x="4725" y="2889"/>
                      <a:pt x="4590" y="3084"/>
                    </a:cubicBezTo>
                    <a:cubicBezTo>
                      <a:pt x="5192" y="3430"/>
                      <a:pt x="5598" y="4062"/>
                      <a:pt x="5598" y="4799"/>
                    </a:cubicBezTo>
                    <a:cubicBezTo>
                      <a:pt x="5598" y="5025"/>
                      <a:pt x="5417" y="5206"/>
                      <a:pt x="5206" y="5206"/>
                    </a:cubicBezTo>
                    <a:lnTo>
                      <a:pt x="2017" y="5206"/>
                    </a:lnTo>
                    <a:cubicBezTo>
                      <a:pt x="1792" y="5206"/>
                      <a:pt x="1611" y="5025"/>
                      <a:pt x="1611" y="4799"/>
                    </a:cubicBezTo>
                    <a:cubicBezTo>
                      <a:pt x="1611" y="4062"/>
                      <a:pt x="2017" y="3430"/>
                      <a:pt x="2619" y="3084"/>
                    </a:cubicBezTo>
                    <a:cubicBezTo>
                      <a:pt x="2484" y="2889"/>
                      <a:pt x="2408" y="2663"/>
                      <a:pt x="2408" y="2407"/>
                    </a:cubicBezTo>
                    <a:cubicBezTo>
                      <a:pt x="2408" y="1760"/>
                      <a:pt x="2950" y="1218"/>
                      <a:pt x="3612" y="1218"/>
                    </a:cubicBezTo>
                    <a:close/>
                    <a:moveTo>
                      <a:pt x="1220" y="0"/>
                    </a:moveTo>
                    <a:cubicBezTo>
                      <a:pt x="558" y="0"/>
                      <a:pt x="1" y="556"/>
                      <a:pt x="1" y="1218"/>
                    </a:cubicBezTo>
                    <a:lnTo>
                      <a:pt x="1" y="5206"/>
                    </a:lnTo>
                    <a:cubicBezTo>
                      <a:pt x="1" y="5852"/>
                      <a:pt x="558" y="6394"/>
                      <a:pt x="1220" y="6394"/>
                    </a:cubicBezTo>
                    <a:lnTo>
                      <a:pt x="12398" y="6394"/>
                    </a:lnTo>
                    <a:cubicBezTo>
                      <a:pt x="13046" y="6394"/>
                      <a:pt x="13587" y="5852"/>
                      <a:pt x="13587" y="5206"/>
                    </a:cubicBezTo>
                    <a:lnTo>
                      <a:pt x="13587" y="1218"/>
                    </a:lnTo>
                    <a:cubicBezTo>
                      <a:pt x="13587" y="556"/>
                      <a:pt x="13046" y="0"/>
                      <a:pt x="123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8"/>
              <p:cNvSpPr/>
              <p:nvPr/>
            </p:nvSpPr>
            <p:spPr>
              <a:xfrm>
                <a:off x="1813669" y="2810286"/>
                <a:ext cx="21110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99" extrusionOk="0">
                    <a:moveTo>
                      <a:pt x="391" y="0"/>
                    </a:moveTo>
                    <a:cubicBezTo>
                      <a:pt x="166" y="0"/>
                      <a:pt x="0" y="181"/>
                      <a:pt x="0" y="391"/>
                    </a:cubicBezTo>
                    <a:cubicBezTo>
                      <a:pt x="0" y="617"/>
                      <a:pt x="166" y="798"/>
                      <a:pt x="391" y="798"/>
                    </a:cubicBezTo>
                    <a:cubicBezTo>
                      <a:pt x="617" y="798"/>
                      <a:pt x="782" y="617"/>
                      <a:pt x="782" y="391"/>
                    </a:cubicBezTo>
                    <a:cubicBezTo>
                      <a:pt x="782" y="181"/>
                      <a:pt x="617" y="0"/>
                      <a:pt x="3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24693C0-E354-4C57-BFA1-95474441A76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76796" y="1183913"/>
            <a:ext cx="1438800" cy="190200"/>
          </a:xfrm>
        </p:spPr>
        <p:txBody>
          <a:bodyPr/>
          <a:lstStyle/>
          <a:p>
            <a:r>
              <a:rPr lang="pt-BR" dirty="0"/>
              <a:t>POSITIVOS</a:t>
            </a:r>
          </a:p>
        </p:txBody>
      </p:sp>
    </p:spTree>
    <p:extLst>
      <p:ext uri="{BB962C8B-B14F-4D97-AF65-F5344CB8AC3E}">
        <p14:creationId xmlns:p14="http://schemas.microsoft.com/office/powerpoint/2010/main" val="460242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58"/>
          <p:cNvSpPr/>
          <p:nvPr/>
        </p:nvSpPr>
        <p:spPr>
          <a:xfrm>
            <a:off x="6462446" y="1109963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58"/>
          <p:cNvSpPr/>
          <p:nvPr/>
        </p:nvSpPr>
        <p:spPr>
          <a:xfrm>
            <a:off x="719996" y="1109963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4" name="Google Shape;1424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3° website</a:t>
            </a:r>
            <a:endParaRPr sz="4000" dirty="0"/>
          </a:p>
        </p:txBody>
      </p:sp>
      <p:sp>
        <p:nvSpPr>
          <p:cNvPr id="1427" name="Google Shape;1427;p58"/>
          <p:cNvSpPr txBox="1">
            <a:spLocks noGrp="1"/>
          </p:cNvSpPr>
          <p:nvPr>
            <p:ph type="subTitle" idx="1"/>
          </p:nvPr>
        </p:nvSpPr>
        <p:spPr>
          <a:xfrm>
            <a:off x="479741" y="2357700"/>
            <a:ext cx="2408996" cy="7041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Tópicos bem explicados;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Boa disponibilidade de imagens;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Utilização de infográficos para melhor entendimento dos dados.</a:t>
            </a:r>
          </a:p>
        </p:txBody>
      </p:sp>
      <p:sp>
        <p:nvSpPr>
          <p:cNvPr id="1428" name="Google Shape;1428;p58"/>
          <p:cNvSpPr txBox="1">
            <a:spLocks noGrp="1"/>
          </p:cNvSpPr>
          <p:nvPr>
            <p:ph type="title" idx="3"/>
          </p:nvPr>
        </p:nvSpPr>
        <p:spPr>
          <a:xfrm>
            <a:off x="6728404" y="1183913"/>
            <a:ext cx="1438800" cy="1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NEGATIVOS</a:t>
            </a:r>
            <a:endParaRPr dirty="0"/>
          </a:p>
        </p:txBody>
      </p:sp>
      <p:sp>
        <p:nvSpPr>
          <p:cNvPr id="1429" name="Google Shape;1429;p58"/>
          <p:cNvSpPr txBox="1">
            <a:spLocks noGrp="1"/>
          </p:cNvSpPr>
          <p:nvPr>
            <p:ph type="subTitle" idx="4"/>
          </p:nvPr>
        </p:nvSpPr>
        <p:spPr>
          <a:xfrm>
            <a:off x="6629104" y="213921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Design muito repetitivo;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Muitos anúncios;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Pop-ups.</a:t>
            </a:r>
            <a:endParaRPr sz="1600" dirty="0"/>
          </a:p>
        </p:txBody>
      </p:sp>
      <p:sp>
        <p:nvSpPr>
          <p:cNvPr id="1442" name="Google Shape;1442;p58"/>
          <p:cNvSpPr/>
          <p:nvPr/>
        </p:nvSpPr>
        <p:spPr>
          <a:xfrm flipH="1">
            <a:off x="4088621" y="1279013"/>
            <a:ext cx="957600" cy="9576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13FF8F9-BEB1-469B-9D7A-24089211B01D}"/>
              </a:ext>
            </a:extLst>
          </p:cNvPr>
          <p:cNvGrpSpPr/>
          <p:nvPr/>
        </p:nvGrpSpPr>
        <p:grpSpPr>
          <a:xfrm>
            <a:off x="3095625" y="1421703"/>
            <a:ext cx="2964879" cy="2822183"/>
            <a:chOff x="3095625" y="1421703"/>
            <a:chExt cx="2964879" cy="2822183"/>
          </a:xfrm>
        </p:grpSpPr>
        <p:sp>
          <p:nvSpPr>
            <p:cNvPr id="1433" name="Google Shape;1433;p58"/>
            <p:cNvSpPr/>
            <p:nvPr/>
          </p:nvSpPr>
          <p:spPr>
            <a:xfrm>
              <a:off x="4045449" y="2236638"/>
              <a:ext cx="1050600" cy="10506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5" name="Google Shape;1435;p58"/>
            <p:cNvSpPr/>
            <p:nvPr/>
          </p:nvSpPr>
          <p:spPr>
            <a:xfrm rot="16200000">
              <a:off x="5102904" y="2283135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6" name="Google Shape;1436;p58"/>
            <p:cNvSpPr/>
            <p:nvPr/>
          </p:nvSpPr>
          <p:spPr>
            <a:xfrm rot="16200000">
              <a:off x="3095625" y="2283135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7" name="Google Shape;1437;p58"/>
            <p:cNvSpPr/>
            <p:nvPr/>
          </p:nvSpPr>
          <p:spPr>
            <a:xfrm>
              <a:off x="3784475" y="1975563"/>
              <a:ext cx="1572900" cy="15729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3" name="Google Shape;1443;p58"/>
            <p:cNvSpPr/>
            <p:nvPr/>
          </p:nvSpPr>
          <p:spPr>
            <a:xfrm rot="10800000">
              <a:off x="4088621" y="3286286"/>
              <a:ext cx="957600" cy="957600"/>
            </a:xfrm>
            <a:prstGeom prst="ellipse">
              <a:avLst/>
            </a:prstGeom>
            <a:solidFill>
              <a:srgbClr val="A1C3FF">
                <a:alpha val="50890"/>
              </a:srgbClr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14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4" name="Google Shape;1444;p58"/>
            <p:cNvSpPr/>
            <p:nvPr/>
          </p:nvSpPr>
          <p:spPr>
            <a:xfrm>
              <a:off x="4089552" y="2278304"/>
              <a:ext cx="957600" cy="9576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5" name="Google Shape;1445;p58"/>
            <p:cNvSpPr/>
            <p:nvPr/>
          </p:nvSpPr>
          <p:spPr>
            <a:xfrm>
              <a:off x="5249438" y="2434064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6" name="Google Shape;1446;p58"/>
            <p:cNvSpPr/>
            <p:nvPr/>
          </p:nvSpPr>
          <p:spPr>
            <a:xfrm>
              <a:off x="3241713" y="2434064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7" name="Google Shape;1447;p58"/>
            <p:cNvSpPr/>
            <p:nvPr/>
          </p:nvSpPr>
          <p:spPr>
            <a:xfrm rot="5400000">
              <a:off x="4245575" y="3429428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8" name="Google Shape;1448;p58"/>
            <p:cNvSpPr/>
            <p:nvPr/>
          </p:nvSpPr>
          <p:spPr>
            <a:xfrm rot="5400000">
              <a:off x="4245575" y="1421703"/>
              <a:ext cx="665400" cy="6654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449" name="Google Shape;1449;p58"/>
            <p:cNvGrpSpPr/>
            <p:nvPr/>
          </p:nvGrpSpPr>
          <p:grpSpPr>
            <a:xfrm>
              <a:off x="4395463" y="1571248"/>
              <a:ext cx="367368" cy="323071"/>
              <a:chOff x="1533770" y="1566649"/>
              <a:chExt cx="423919" cy="372803"/>
            </a:xfrm>
          </p:grpSpPr>
          <p:sp>
            <p:nvSpPr>
              <p:cNvPr id="1450" name="Google Shape;1450;p58"/>
              <p:cNvSpPr/>
              <p:nvPr/>
            </p:nvSpPr>
            <p:spPr>
              <a:xfrm>
                <a:off x="1683479" y="1752834"/>
                <a:ext cx="199154" cy="24749"/>
              </a:xfrm>
              <a:custGeom>
                <a:avLst/>
                <a:gdLst/>
                <a:ahLst/>
                <a:cxnLst/>
                <a:rect l="l" t="t" r="r" b="b"/>
                <a:pathLst>
                  <a:path w="7387" h="918" extrusionOk="0">
                    <a:moveTo>
                      <a:pt x="0" y="0"/>
                    </a:moveTo>
                    <a:lnTo>
                      <a:pt x="0" y="918"/>
                    </a:lnTo>
                    <a:lnTo>
                      <a:pt x="7387" y="918"/>
                    </a:lnTo>
                    <a:lnTo>
                      <a:pt x="73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8"/>
              <p:cNvSpPr/>
              <p:nvPr/>
            </p:nvSpPr>
            <p:spPr>
              <a:xfrm>
                <a:off x="1609231" y="1752834"/>
                <a:ext cx="49499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4605" extrusionOk="0">
                    <a:moveTo>
                      <a:pt x="0" y="0"/>
                    </a:moveTo>
                    <a:lnTo>
                      <a:pt x="0" y="4604"/>
                    </a:lnTo>
                    <a:lnTo>
                      <a:pt x="1836" y="4604"/>
                    </a:lnTo>
                    <a:lnTo>
                      <a:pt x="18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8"/>
              <p:cNvSpPr/>
              <p:nvPr/>
            </p:nvSpPr>
            <p:spPr>
              <a:xfrm>
                <a:off x="1533770" y="1690745"/>
                <a:ext cx="423919" cy="248706"/>
              </a:xfrm>
              <a:custGeom>
                <a:avLst/>
                <a:gdLst/>
                <a:ahLst/>
                <a:cxnLst/>
                <a:rect l="l" t="t" r="r" b="b"/>
                <a:pathLst>
                  <a:path w="15724" h="9225" extrusionOk="0">
                    <a:moveTo>
                      <a:pt x="13391" y="1385"/>
                    </a:moveTo>
                    <a:cubicBezTo>
                      <a:pt x="13647" y="1385"/>
                      <a:pt x="13858" y="1596"/>
                      <a:pt x="13858" y="1836"/>
                    </a:cubicBezTo>
                    <a:lnTo>
                      <a:pt x="13858" y="7373"/>
                    </a:lnTo>
                    <a:cubicBezTo>
                      <a:pt x="13858" y="7629"/>
                      <a:pt x="13647" y="7840"/>
                      <a:pt x="13391" y="7840"/>
                    </a:cubicBezTo>
                    <a:lnTo>
                      <a:pt x="2333" y="7840"/>
                    </a:lnTo>
                    <a:cubicBezTo>
                      <a:pt x="2077" y="7840"/>
                      <a:pt x="1866" y="7629"/>
                      <a:pt x="1866" y="7373"/>
                    </a:cubicBezTo>
                    <a:lnTo>
                      <a:pt x="1866" y="1836"/>
                    </a:lnTo>
                    <a:cubicBezTo>
                      <a:pt x="1866" y="1596"/>
                      <a:pt x="2077" y="1385"/>
                      <a:pt x="2333" y="1385"/>
                    </a:cubicBezTo>
                    <a:close/>
                    <a:moveTo>
                      <a:pt x="1" y="1"/>
                    </a:moveTo>
                    <a:lnTo>
                      <a:pt x="1" y="8757"/>
                    </a:lnTo>
                    <a:cubicBezTo>
                      <a:pt x="1" y="9014"/>
                      <a:pt x="211" y="9224"/>
                      <a:pt x="452" y="9224"/>
                    </a:cubicBezTo>
                    <a:lnTo>
                      <a:pt x="15272" y="9224"/>
                    </a:lnTo>
                    <a:cubicBezTo>
                      <a:pt x="15528" y="9224"/>
                      <a:pt x="15724" y="9014"/>
                      <a:pt x="15724" y="8757"/>
                    </a:cubicBezTo>
                    <a:lnTo>
                      <a:pt x="157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8"/>
              <p:cNvSpPr/>
              <p:nvPr/>
            </p:nvSpPr>
            <p:spPr>
              <a:xfrm>
                <a:off x="1758104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0" y="0"/>
                    </a:moveTo>
                    <a:lnTo>
                      <a:pt x="0" y="2754"/>
                    </a:lnTo>
                    <a:lnTo>
                      <a:pt x="1850" y="2754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58"/>
              <p:cNvSpPr/>
              <p:nvPr/>
            </p:nvSpPr>
            <p:spPr>
              <a:xfrm>
                <a:off x="1683479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0" y="0"/>
                    </a:moveTo>
                    <a:lnTo>
                      <a:pt x="0" y="2754"/>
                    </a:lnTo>
                    <a:lnTo>
                      <a:pt x="1850" y="2754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8"/>
              <p:cNvSpPr/>
              <p:nvPr/>
            </p:nvSpPr>
            <p:spPr>
              <a:xfrm>
                <a:off x="1832730" y="1802710"/>
                <a:ext cx="49903" cy="7427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755" extrusionOk="0">
                    <a:moveTo>
                      <a:pt x="1" y="0"/>
                    </a:moveTo>
                    <a:lnTo>
                      <a:pt x="1" y="2754"/>
                    </a:lnTo>
                    <a:lnTo>
                      <a:pt x="1851" y="2754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8"/>
              <p:cNvSpPr/>
              <p:nvPr/>
            </p:nvSpPr>
            <p:spPr>
              <a:xfrm>
                <a:off x="1533770" y="1566649"/>
                <a:ext cx="423919" cy="99402"/>
              </a:xfrm>
              <a:custGeom>
                <a:avLst/>
                <a:gdLst/>
                <a:ahLst/>
                <a:cxnLst/>
                <a:rect l="l" t="t" r="r" b="b"/>
                <a:pathLst>
                  <a:path w="15724" h="3687" extrusionOk="0">
                    <a:moveTo>
                      <a:pt x="6937" y="1384"/>
                    </a:moveTo>
                    <a:cubicBezTo>
                      <a:pt x="7192" y="1384"/>
                      <a:pt x="7403" y="1580"/>
                      <a:pt x="7403" y="1836"/>
                    </a:cubicBezTo>
                    <a:cubicBezTo>
                      <a:pt x="7403" y="2092"/>
                      <a:pt x="7192" y="2303"/>
                      <a:pt x="6937" y="2303"/>
                    </a:cubicBezTo>
                    <a:lnTo>
                      <a:pt x="2333" y="2303"/>
                    </a:lnTo>
                    <a:cubicBezTo>
                      <a:pt x="2077" y="2303"/>
                      <a:pt x="1866" y="2092"/>
                      <a:pt x="1866" y="1836"/>
                    </a:cubicBezTo>
                    <a:cubicBezTo>
                      <a:pt x="1866" y="1580"/>
                      <a:pt x="2077" y="1384"/>
                      <a:pt x="2333" y="1384"/>
                    </a:cubicBezTo>
                    <a:close/>
                    <a:moveTo>
                      <a:pt x="9736" y="1384"/>
                    </a:moveTo>
                    <a:cubicBezTo>
                      <a:pt x="9991" y="1384"/>
                      <a:pt x="10187" y="1580"/>
                      <a:pt x="10187" y="1836"/>
                    </a:cubicBezTo>
                    <a:cubicBezTo>
                      <a:pt x="10187" y="2092"/>
                      <a:pt x="9991" y="2303"/>
                      <a:pt x="9736" y="2303"/>
                    </a:cubicBezTo>
                    <a:cubicBezTo>
                      <a:pt x="9479" y="2303"/>
                      <a:pt x="9269" y="2092"/>
                      <a:pt x="9269" y="1836"/>
                    </a:cubicBezTo>
                    <a:cubicBezTo>
                      <a:pt x="9269" y="1580"/>
                      <a:pt x="9479" y="1384"/>
                      <a:pt x="9736" y="1384"/>
                    </a:cubicBezTo>
                    <a:close/>
                    <a:moveTo>
                      <a:pt x="11571" y="1384"/>
                    </a:moveTo>
                    <a:cubicBezTo>
                      <a:pt x="11826" y="1384"/>
                      <a:pt x="12037" y="1580"/>
                      <a:pt x="12037" y="1836"/>
                    </a:cubicBezTo>
                    <a:cubicBezTo>
                      <a:pt x="12037" y="2092"/>
                      <a:pt x="11826" y="2303"/>
                      <a:pt x="11571" y="2303"/>
                    </a:cubicBezTo>
                    <a:cubicBezTo>
                      <a:pt x="11315" y="2303"/>
                      <a:pt x="11120" y="2092"/>
                      <a:pt x="11120" y="1836"/>
                    </a:cubicBezTo>
                    <a:cubicBezTo>
                      <a:pt x="11120" y="1580"/>
                      <a:pt x="11315" y="1384"/>
                      <a:pt x="11571" y="1384"/>
                    </a:cubicBezTo>
                    <a:close/>
                    <a:moveTo>
                      <a:pt x="13421" y="1384"/>
                    </a:moveTo>
                    <a:cubicBezTo>
                      <a:pt x="13678" y="1384"/>
                      <a:pt x="13873" y="1580"/>
                      <a:pt x="13873" y="1836"/>
                    </a:cubicBezTo>
                    <a:cubicBezTo>
                      <a:pt x="13873" y="2092"/>
                      <a:pt x="13678" y="2303"/>
                      <a:pt x="13421" y="2303"/>
                    </a:cubicBezTo>
                    <a:cubicBezTo>
                      <a:pt x="13166" y="2303"/>
                      <a:pt x="12955" y="2092"/>
                      <a:pt x="12955" y="1836"/>
                    </a:cubicBezTo>
                    <a:cubicBezTo>
                      <a:pt x="12955" y="1580"/>
                      <a:pt x="13166" y="1384"/>
                      <a:pt x="13421" y="1384"/>
                    </a:cubicBezTo>
                    <a:close/>
                    <a:moveTo>
                      <a:pt x="452" y="0"/>
                    </a:moveTo>
                    <a:cubicBezTo>
                      <a:pt x="211" y="0"/>
                      <a:pt x="1" y="196"/>
                      <a:pt x="1" y="451"/>
                    </a:cubicBezTo>
                    <a:lnTo>
                      <a:pt x="1" y="3687"/>
                    </a:lnTo>
                    <a:lnTo>
                      <a:pt x="15724" y="3687"/>
                    </a:lnTo>
                    <a:lnTo>
                      <a:pt x="15724" y="451"/>
                    </a:lnTo>
                    <a:cubicBezTo>
                      <a:pt x="15724" y="196"/>
                      <a:pt x="15528" y="0"/>
                      <a:pt x="15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7" name="Google Shape;1457;p58"/>
            <p:cNvGrpSpPr/>
            <p:nvPr/>
          </p:nvGrpSpPr>
          <p:grpSpPr>
            <a:xfrm>
              <a:off x="3390750" y="2597616"/>
              <a:ext cx="367370" cy="344162"/>
              <a:chOff x="3161130" y="1566649"/>
              <a:chExt cx="385366" cy="361021"/>
            </a:xfrm>
          </p:grpSpPr>
          <p:sp>
            <p:nvSpPr>
              <p:cNvPr id="1458" name="Google Shape;1458;p58"/>
              <p:cNvSpPr/>
              <p:nvPr/>
            </p:nvSpPr>
            <p:spPr>
              <a:xfrm>
                <a:off x="3229716" y="1882620"/>
                <a:ext cx="248248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9208" h="1671" extrusionOk="0">
                    <a:moveTo>
                      <a:pt x="2076" y="1"/>
                    </a:moveTo>
                    <a:lnTo>
                      <a:pt x="1790" y="828"/>
                    </a:lnTo>
                    <a:lnTo>
                      <a:pt x="421" y="828"/>
                    </a:lnTo>
                    <a:cubicBezTo>
                      <a:pt x="195" y="828"/>
                      <a:pt x="0" y="1024"/>
                      <a:pt x="0" y="1249"/>
                    </a:cubicBezTo>
                    <a:cubicBezTo>
                      <a:pt x="0" y="1475"/>
                      <a:pt x="195" y="1670"/>
                      <a:pt x="421" y="1670"/>
                    </a:cubicBezTo>
                    <a:lnTo>
                      <a:pt x="8786" y="1670"/>
                    </a:lnTo>
                    <a:cubicBezTo>
                      <a:pt x="9027" y="1670"/>
                      <a:pt x="9208" y="1475"/>
                      <a:pt x="9208" y="1249"/>
                    </a:cubicBezTo>
                    <a:cubicBezTo>
                      <a:pt x="9208" y="1024"/>
                      <a:pt x="9027" y="828"/>
                      <a:pt x="8786" y="828"/>
                    </a:cubicBezTo>
                    <a:lnTo>
                      <a:pt x="7417" y="828"/>
                    </a:lnTo>
                    <a:lnTo>
                      <a:pt x="71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8"/>
              <p:cNvSpPr/>
              <p:nvPr/>
            </p:nvSpPr>
            <p:spPr>
              <a:xfrm>
                <a:off x="3229716" y="1679395"/>
                <a:ext cx="45023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29" extrusionOk="0">
                    <a:moveTo>
                      <a:pt x="0" y="1"/>
                    </a:moveTo>
                    <a:lnTo>
                      <a:pt x="0" y="829"/>
                    </a:lnTo>
                    <a:lnTo>
                      <a:pt x="1669" y="829"/>
                    </a:lnTo>
                    <a:lnTo>
                      <a:pt x="16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58"/>
              <p:cNvSpPr/>
              <p:nvPr/>
            </p:nvSpPr>
            <p:spPr>
              <a:xfrm>
                <a:off x="3229716" y="1634399"/>
                <a:ext cx="45023" cy="22323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28" extrusionOk="0">
                    <a:moveTo>
                      <a:pt x="0" y="0"/>
                    </a:moveTo>
                    <a:lnTo>
                      <a:pt x="0" y="827"/>
                    </a:lnTo>
                    <a:lnTo>
                      <a:pt x="1669" y="827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58"/>
              <p:cNvSpPr/>
              <p:nvPr/>
            </p:nvSpPr>
            <p:spPr>
              <a:xfrm>
                <a:off x="3229716" y="1724445"/>
                <a:ext cx="45023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843" extrusionOk="0">
                    <a:moveTo>
                      <a:pt x="0" y="0"/>
                    </a:moveTo>
                    <a:lnTo>
                      <a:pt x="0" y="843"/>
                    </a:lnTo>
                    <a:lnTo>
                      <a:pt x="1669" y="843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58"/>
              <p:cNvSpPr/>
              <p:nvPr/>
            </p:nvSpPr>
            <p:spPr>
              <a:xfrm>
                <a:off x="3455236" y="1656695"/>
                <a:ext cx="22727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843" h="843" extrusionOk="0">
                    <a:moveTo>
                      <a:pt x="421" y="0"/>
                    </a:moveTo>
                    <a:cubicBezTo>
                      <a:pt x="195" y="0"/>
                      <a:pt x="0" y="196"/>
                      <a:pt x="0" y="421"/>
                    </a:cubicBezTo>
                    <a:cubicBezTo>
                      <a:pt x="0" y="648"/>
                      <a:pt x="195" y="843"/>
                      <a:pt x="421" y="843"/>
                    </a:cubicBezTo>
                    <a:cubicBezTo>
                      <a:pt x="662" y="843"/>
                      <a:pt x="843" y="648"/>
                      <a:pt x="843" y="421"/>
                    </a:cubicBezTo>
                    <a:cubicBezTo>
                      <a:pt x="843" y="196"/>
                      <a:pt x="662" y="0"/>
                      <a:pt x="4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58"/>
              <p:cNvSpPr/>
              <p:nvPr/>
            </p:nvSpPr>
            <p:spPr>
              <a:xfrm>
                <a:off x="3161130" y="1566649"/>
                <a:ext cx="385366" cy="225547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8366" extrusionOk="0">
                    <a:moveTo>
                      <a:pt x="6305" y="1671"/>
                    </a:moveTo>
                    <a:cubicBezTo>
                      <a:pt x="6546" y="1671"/>
                      <a:pt x="6727" y="1851"/>
                      <a:pt x="6727" y="2092"/>
                    </a:cubicBezTo>
                    <a:cubicBezTo>
                      <a:pt x="6727" y="2317"/>
                      <a:pt x="6546" y="2513"/>
                      <a:pt x="6305" y="2513"/>
                    </a:cubicBezTo>
                    <a:cubicBezTo>
                      <a:pt x="6079" y="2513"/>
                      <a:pt x="5899" y="2317"/>
                      <a:pt x="5899" y="2092"/>
                    </a:cubicBezTo>
                    <a:cubicBezTo>
                      <a:pt x="5899" y="1851"/>
                      <a:pt x="6079" y="1671"/>
                      <a:pt x="6305" y="1671"/>
                    </a:cubicBezTo>
                    <a:close/>
                    <a:moveTo>
                      <a:pt x="7990" y="1671"/>
                    </a:moveTo>
                    <a:cubicBezTo>
                      <a:pt x="8216" y="1671"/>
                      <a:pt x="8412" y="1851"/>
                      <a:pt x="8412" y="2092"/>
                    </a:cubicBezTo>
                    <a:cubicBezTo>
                      <a:pt x="8412" y="2317"/>
                      <a:pt x="8216" y="2513"/>
                      <a:pt x="7990" y="2513"/>
                    </a:cubicBezTo>
                    <a:cubicBezTo>
                      <a:pt x="7750" y="2513"/>
                      <a:pt x="7569" y="2317"/>
                      <a:pt x="7569" y="2092"/>
                    </a:cubicBezTo>
                    <a:cubicBezTo>
                      <a:pt x="7569" y="1851"/>
                      <a:pt x="7750" y="1671"/>
                      <a:pt x="7990" y="1671"/>
                    </a:cubicBezTo>
                    <a:close/>
                    <a:moveTo>
                      <a:pt x="9660" y="1671"/>
                    </a:moveTo>
                    <a:cubicBezTo>
                      <a:pt x="9886" y="1671"/>
                      <a:pt x="10081" y="1851"/>
                      <a:pt x="10081" y="2092"/>
                    </a:cubicBezTo>
                    <a:cubicBezTo>
                      <a:pt x="10081" y="2317"/>
                      <a:pt x="9886" y="2513"/>
                      <a:pt x="9660" y="2513"/>
                    </a:cubicBezTo>
                    <a:cubicBezTo>
                      <a:pt x="9435" y="2513"/>
                      <a:pt x="9239" y="2317"/>
                      <a:pt x="9239" y="2092"/>
                    </a:cubicBezTo>
                    <a:cubicBezTo>
                      <a:pt x="9239" y="1851"/>
                      <a:pt x="9435" y="1671"/>
                      <a:pt x="9660" y="1671"/>
                    </a:cubicBezTo>
                    <a:close/>
                    <a:moveTo>
                      <a:pt x="11330" y="2513"/>
                    </a:moveTo>
                    <a:cubicBezTo>
                      <a:pt x="12023" y="2513"/>
                      <a:pt x="12594" y="3069"/>
                      <a:pt x="12594" y="3761"/>
                    </a:cubicBezTo>
                    <a:cubicBezTo>
                      <a:pt x="12594" y="4453"/>
                      <a:pt x="12023" y="5011"/>
                      <a:pt x="11330" y="5011"/>
                    </a:cubicBezTo>
                    <a:cubicBezTo>
                      <a:pt x="10638" y="5011"/>
                      <a:pt x="10081" y="4453"/>
                      <a:pt x="10081" y="3761"/>
                    </a:cubicBezTo>
                    <a:cubicBezTo>
                      <a:pt x="10081" y="3069"/>
                      <a:pt x="10638" y="2513"/>
                      <a:pt x="11330" y="2513"/>
                    </a:cubicBezTo>
                    <a:close/>
                    <a:moveTo>
                      <a:pt x="4635" y="1671"/>
                    </a:moveTo>
                    <a:cubicBezTo>
                      <a:pt x="4875" y="1671"/>
                      <a:pt x="5056" y="1851"/>
                      <a:pt x="5056" y="2092"/>
                    </a:cubicBezTo>
                    <a:lnTo>
                      <a:pt x="5056" y="7117"/>
                    </a:lnTo>
                    <a:cubicBezTo>
                      <a:pt x="5056" y="7342"/>
                      <a:pt x="4875" y="7523"/>
                      <a:pt x="4635" y="7523"/>
                    </a:cubicBezTo>
                    <a:lnTo>
                      <a:pt x="2123" y="7523"/>
                    </a:lnTo>
                    <a:cubicBezTo>
                      <a:pt x="1896" y="7523"/>
                      <a:pt x="1701" y="7342"/>
                      <a:pt x="1701" y="7117"/>
                    </a:cubicBezTo>
                    <a:lnTo>
                      <a:pt x="1701" y="2092"/>
                    </a:lnTo>
                    <a:cubicBezTo>
                      <a:pt x="1701" y="1851"/>
                      <a:pt x="1896" y="1671"/>
                      <a:pt x="2123" y="1671"/>
                    </a:cubicBezTo>
                    <a:close/>
                    <a:moveTo>
                      <a:pt x="7990" y="4194"/>
                    </a:moveTo>
                    <a:cubicBezTo>
                      <a:pt x="8125" y="4194"/>
                      <a:pt x="8261" y="4251"/>
                      <a:pt x="8336" y="4363"/>
                    </a:cubicBezTo>
                    <a:lnTo>
                      <a:pt x="9720" y="6455"/>
                    </a:lnTo>
                    <a:lnTo>
                      <a:pt x="10201" y="5974"/>
                    </a:lnTo>
                    <a:cubicBezTo>
                      <a:pt x="10285" y="5891"/>
                      <a:pt x="10390" y="5849"/>
                      <a:pt x="10495" y="5849"/>
                    </a:cubicBezTo>
                    <a:cubicBezTo>
                      <a:pt x="10600" y="5849"/>
                      <a:pt x="10706" y="5891"/>
                      <a:pt x="10789" y="5974"/>
                    </a:cubicBezTo>
                    <a:lnTo>
                      <a:pt x="11631" y="6816"/>
                    </a:lnTo>
                    <a:cubicBezTo>
                      <a:pt x="11796" y="6981"/>
                      <a:pt x="11796" y="7237"/>
                      <a:pt x="11631" y="7402"/>
                    </a:cubicBezTo>
                    <a:cubicBezTo>
                      <a:pt x="11548" y="7485"/>
                      <a:pt x="11439" y="7527"/>
                      <a:pt x="11332" y="7527"/>
                    </a:cubicBezTo>
                    <a:cubicBezTo>
                      <a:pt x="11225" y="7527"/>
                      <a:pt x="11119" y="7485"/>
                      <a:pt x="11044" y="7402"/>
                    </a:cubicBezTo>
                    <a:lnTo>
                      <a:pt x="10502" y="6861"/>
                    </a:lnTo>
                    <a:lnTo>
                      <a:pt x="9961" y="7402"/>
                    </a:lnTo>
                    <a:cubicBezTo>
                      <a:pt x="9882" y="7481"/>
                      <a:pt x="9781" y="7526"/>
                      <a:pt x="9667" y="7526"/>
                    </a:cubicBezTo>
                    <a:cubicBezTo>
                      <a:pt x="9650" y="7526"/>
                      <a:pt x="9633" y="7525"/>
                      <a:pt x="9615" y="7523"/>
                    </a:cubicBezTo>
                    <a:cubicBezTo>
                      <a:pt x="9495" y="7508"/>
                      <a:pt x="9375" y="7448"/>
                      <a:pt x="9314" y="7342"/>
                    </a:cubicBezTo>
                    <a:lnTo>
                      <a:pt x="7990" y="5356"/>
                    </a:lnTo>
                    <a:lnTo>
                      <a:pt x="6666" y="7342"/>
                    </a:lnTo>
                    <a:cubicBezTo>
                      <a:pt x="6581" y="7466"/>
                      <a:pt x="6448" y="7529"/>
                      <a:pt x="6312" y="7529"/>
                    </a:cubicBezTo>
                    <a:cubicBezTo>
                      <a:pt x="6233" y="7529"/>
                      <a:pt x="6152" y="7507"/>
                      <a:pt x="6079" y="7462"/>
                    </a:cubicBezTo>
                    <a:cubicBezTo>
                      <a:pt x="5884" y="7328"/>
                      <a:pt x="5838" y="7071"/>
                      <a:pt x="5959" y="6876"/>
                    </a:cubicBezTo>
                    <a:lnTo>
                      <a:pt x="7644" y="4363"/>
                    </a:lnTo>
                    <a:cubicBezTo>
                      <a:pt x="7719" y="4251"/>
                      <a:pt x="7854" y="4194"/>
                      <a:pt x="7990" y="4194"/>
                    </a:cubicBezTo>
                    <a:close/>
                    <a:moveTo>
                      <a:pt x="1265" y="0"/>
                    </a:moveTo>
                    <a:cubicBezTo>
                      <a:pt x="572" y="0"/>
                      <a:pt x="1" y="557"/>
                      <a:pt x="1" y="1249"/>
                    </a:cubicBezTo>
                    <a:lnTo>
                      <a:pt x="1" y="8365"/>
                    </a:lnTo>
                    <a:lnTo>
                      <a:pt x="14294" y="8365"/>
                    </a:lnTo>
                    <a:lnTo>
                      <a:pt x="14294" y="1249"/>
                    </a:lnTo>
                    <a:cubicBezTo>
                      <a:pt x="14294" y="557"/>
                      <a:pt x="13722" y="0"/>
                      <a:pt x="130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8"/>
              <p:cNvSpPr/>
              <p:nvPr/>
            </p:nvSpPr>
            <p:spPr>
              <a:xfrm>
                <a:off x="3161130" y="1814869"/>
                <a:ext cx="385366" cy="45077"/>
              </a:xfrm>
              <a:custGeom>
                <a:avLst/>
                <a:gdLst/>
                <a:ahLst/>
                <a:cxnLst/>
                <a:rect l="l" t="t" r="r" b="b"/>
                <a:pathLst>
                  <a:path w="14294" h="1672" extrusionOk="0">
                    <a:moveTo>
                      <a:pt x="1" y="1"/>
                    </a:moveTo>
                    <a:lnTo>
                      <a:pt x="1" y="408"/>
                    </a:lnTo>
                    <a:cubicBezTo>
                      <a:pt x="1" y="1100"/>
                      <a:pt x="572" y="1671"/>
                      <a:pt x="1265" y="1671"/>
                    </a:cubicBezTo>
                    <a:lnTo>
                      <a:pt x="13030" y="1671"/>
                    </a:lnTo>
                    <a:cubicBezTo>
                      <a:pt x="13722" y="1671"/>
                      <a:pt x="14294" y="1100"/>
                      <a:pt x="14294" y="408"/>
                    </a:cubicBezTo>
                    <a:lnTo>
                      <a:pt x="142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5" name="Google Shape;1465;p58"/>
            <p:cNvGrpSpPr/>
            <p:nvPr/>
          </p:nvGrpSpPr>
          <p:grpSpPr>
            <a:xfrm>
              <a:off x="4400281" y="3614242"/>
              <a:ext cx="342234" cy="320954"/>
              <a:chOff x="2378697" y="2734448"/>
              <a:chExt cx="358999" cy="336676"/>
            </a:xfrm>
          </p:grpSpPr>
          <p:sp>
            <p:nvSpPr>
              <p:cNvPr id="1466" name="Google Shape;1466;p58"/>
              <p:cNvSpPr/>
              <p:nvPr/>
            </p:nvSpPr>
            <p:spPr>
              <a:xfrm>
                <a:off x="2442376" y="3028932"/>
                <a:ext cx="231640" cy="42192"/>
              </a:xfrm>
              <a:custGeom>
                <a:avLst/>
                <a:gdLst/>
                <a:ahLst/>
                <a:cxnLst/>
                <a:rect l="l" t="t" r="r" b="b"/>
                <a:pathLst>
                  <a:path w="8592" h="1565" extrusionOk="0">
                    <a:moveTo>
                      <a:pt x="1926" y="0"/>
                    </a:moveTo>
                    <a:lnTo>
                      <a:pt x="1671" y="782"/>
                    </a:lnTo>
                    <a:lnTo>
                      <a:pt x="392" y="782"/>
                    </a:lnTo>
                    <a:cubicBezTo>
                      <a:pt x="181" y="782"/>
                      <a:pt x="0" y="963"/>
                      <a:pt x="0" y="1174"/>
                    </a:cubicBezTo>
                    <a:cubicBezTo>
                      <a:pt x="0" y="1384"/>
                      <a:pt x="181" y="1565"/>
                      <a:pt x="392" y="1565"/>
                    </a:cubicBezTo>
                    <a:lnTo>
                      <a:pt x="8201" y="1565"/>
                    </a:lnTo>
                    <a:cubicBezTo>
                      <a:pt x="8411" y="1565"/>
                      <a:pt x="8592" y="1384"/>
                      <a:pt x="8592" y="1174"/>
                    </a:cubicBezTo>
                    <a:cubicBezTo>
                      <a:pt x="8592" y="963"/>
                      <a:pt x="8411" y="782"/>
                      <a:pt x="8201" y="782"/>
                    </a:cubicBezTo>
                    <a:lnTo>
                      <a:pt x="6921" y="782"/>
                    </a:lnTo>
                    <a:lnTo>
                      <a:pt x="66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8"/>
              <p:cNvSpPr/>
              <p:nvPr/>
            </p:nvSpPr>
            <p:spPr>
              <a:xfrm>
                <a:off x="2652907" y="2797723"/>
                <a:ext cx="21110" cy="20678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67" extrusionOk="0">
                    <a:moveTo>
                      <a:pt x="392" y="0"/>
                    </a:moveTo>
                    <a:cubicBezTo>
                      <a:pt x="181" y="0"/>
                      <a:pt x="0" y="165"/>
                      <a:pt x="0" y="376"/>
                    </a:cubicBezTo>
                    <a:cubicBezTo>
                      <a:pt x="0" y="602"/>
                      <a:pt x="181" y="767"/>
                      <a:pt x="392" y="767"/>
                    </a:cubicBezTo>
                    <a:cubicBezTo>
                      <a:pt x="602" y="767"/>
                      <a:pt x="783" y="602"/>
                      <a:pt x="783" y="376"/>
                    </a:cubicBezTo>
                    <a:cubicBezTo>
                      <a:pt x="783" y="165"/>
                      <a:pt x="602" y="0"/>
                      <a:pt x="3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8"/>
              <p:cNvSpPr/>
              <p:nvPr/>
            </p:nvSpPr>
            <p:spPr>
              <a:xfrm>
                <a:off x="2378697" y="2734448"/>
                <a:ext cx="358999" cy="210531"/>
              </a:xfrm>
              <a:custGeom>
                <a:avLst/>
                <a:gdLst/>
                <a:ahLst/>
                <a:cxnLst/>
                <a:rect l="l" t="t" r="r" b="b"/>
                <a:pathLst>
                  <a:path w="13316" h="7809" extrusionOk="0">
                    <a:moveTo>
                      <a:pt x="10563" y="1565"/>
                    </a:moveTo>
                    <a:cubicBezTo>
                      <a:pt x="11209" y="1565"/>
                      <a:pt x="11736" y="2091"/>
                      <a:pt x="11736" y="2723"/>
                    </a:cubicBezTo>
                    <a:cubicBezTo>
                      <a:pt x="11736" y="3370"/>
                      <a:pt x="11209" y="3896"/>
                      <a:pt x="10563" y="3896"/>
                    </a:cubicBezTo>
                    <a:cubicBezTo>
                      <a:pt x="9915" y="3896"/>
                      <a:pt x="9389" y="3370"/>
                      <a:pt x="9389" y="2723"/>
                    </a:cubicBezTo>
                    <a:cubicBezTo>
                      <a:pt x="9389" y="2091"/>
                      <a:pt x="9915" y="1565"/>
                      <a:pt x="10563" y="1565"/>
                    </a:cubicBezTo>
                    <a:close/>
                    <a:moveTo>
                      <a:pt x="1159" y="0"/>
                    </a:moveTo>
                    <a:cubicBezTo>
                      <a:pt x="527" y="0"/>
                      <a:pt x="1" y="526"/>
                      <a:pt x="1" y="1174"/>
                    </a:cubicBezTo>
                    <a:lnTo>
                      <a:pt x="1" y="7808"/>
                    </a:lnTo>
                    <a:lnTo>
                      <a:pt x="2362" y="7808"/>
                    </a:lnTo>
                    <a:lnTo>
                      <a:pt x="2362" y="6635"/>
                    </a:lnTo>
                    <a:cubicBezTo>
                      <a:pt x="2362" y="6424"/>
                      <a:pt x="2543" y="6243"/>
                      <a:pt x="2754" y="6243"/>
                    </a:cubicBezTo>
                    <a:lnTo>
                      <a:pt x="3355" y="6243"/>
                    </a:lnTo>
                    <a:cubicBezTo>
                      <a:pt x="3401" y="6123"/>
                      <a:pt x="3446" y="6018"/>
                      <a:pt x="3491" y="5912"/>
                    </a:cubicBezTo>
                    <a:lnTo>
                      <a:pt x="3070" y="5477"/>
                    </a:lnTo>
                    <a:cubicBezTo>
                      <a:pt x="2920" y="5326"/>
                      <a:pt x="2920" y="5085"/>
                      <a:pt x="3070" y="4935"/>
                    </a:cubicBezTo>
                    <a:lnTo>
                      <a:pt x="4168" y="3822"/>
                    </a:lnTo>
                    <a:cubicBezTo>
                      <a:pt x="4243" y="3746"/>
                      <a:pt x="4345" y="3709"/>
                      <a:pt x="4446" y="3709"/>
                    </a:cubicBezTo>
                    <a:cubicBezTo>
                      <a:pt x="4548" y="3709"/>
                      <a:pt x="4650" y="3746"/>
                      <a:pt x="4725" y="3822"/>
                    </a:cubicBezTo>
                    <a:lnTo>
                      <a:pt x="5146" y="4257"/>
                    </a:lnTo>
                    <a:cubicBezTo>
                      <a:pt x="5267" y="4197"/>
                      <a:pt x="5371" y="4153"/>
                      <a:pt x="5492" y="4107"/>
                    </a:cubicBezTo>
                    <a:lnTo>
                      <a:pt x="5492" y="3505"/>
                    </a:lnTo>
                    <a:cubicBezTo>
                      <a:pt x="5492" y="3294"/>
                      <a:pt x="5658" y="3114"/>
                      <a:pt x="5883" y="3114"/>
                    </a:cubicBezTo>
                    <a:lnTo>
                      <a:pt x="7433" y="3114"/>
                    </a:lnTo>
                    <a:cubicBezTo>
                      <a:pt x="7658" y="3114"/>
                      <a:pt x="7824" y="3294"/>
                      <a:pt x="7824" y="3505"/>
                    </a:cubicBezTo>
                    <a:lnTo>
                      <a:pt x="7824" y="4107"/>
                    </a:lnTo>
                    <a:cubicBezTo>
                      <a:pt x="7945" y="4153"/>
                      <a:pt x="8049" y="4197"/>
                      <a:pt x="8155" y="4257"/>
                    </a:cubicBezTo>
                    <a:lnTo>
                      <a:pt x="8591" y="3822"/>
                    </a:lnTo>
                    <a:cubicBezTo>
                      <a:pt x="8666" y="3746"/>
                      <a:pt x="8764" y="3709"/>
                      <a:pt x="8864" y="3709"/>
                    </a:cubicBezTo>
                    <a:cubicBezTo>
                      <a:pt x="8964" y="3709"/>
                      <a:pt x="9065" y="3746"/>
                      <a:pt x="9148" y="3822"/>
                    </a:cubicBezTo>
                    <a:lnTo>
                      <a:pt x="10246" y="4935"/>
                    </a:lnTo>
                    <a:cubicBezTo>
                      <a:pt x="10397" y="5085"/>
                      <a:pt x="10397" y="5326"/>
                      <a:pt x="10246" y="5477"/>
                    </a:cubicBezTo>
                    <a:lnTo>
                      <a:pt x="9825" y="5912"/>
                    </a:lnTo>
                    <a:cubicBezTo>
                      <a:pt x="9871" y="6018"/>
                      <a:pt x="9915" y="6123"/>
                      <a:pt x="9961" y="6243"/>
                    </a:cubicBezTo>
                    <a:lnTo>
                      <a:pt x="10563" y="6243"/>
                    </a:lnTo>
                    <a:cubicBezTo>
                      <a:pt x="10773" y="6243"/>
                      <a:pt x="10954" y="6424"/>
                      <a:pt x="10954" y="6635"/>
                    </a:cubicBezTo>
                    <a:lnTo>
                      <a:pt x="10954" y="7808"/>
                    </a:lnTo>
                    <a:lnTo>
                      <a:pt x="13315" y="7808"/>
                    </a:lnTo>
                    <a:lnTo>
                      <a:pt x="13315" y="1174"/>
                    </a:lnTo>
                    <a:cubicBezTo>
                      <a:pt x="13315" y="526"/>
                      <a:pt x="12774" y="0"/>
                      <a:pt x="121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8"/>
              <p:cNvSpPr/>
              <p:nvPr/>
            </p:nvSpPr>
            <p:spPr>
              <a:xfrm>
                <a:off x="2526734" y="2902759"/>
                <a:ext cx="62925" cy="42219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1566" extrusionOk="0">
                    <a:moveTo>
                      <a:pt x="1160" y="0"/>
                    </a:moveTo>
                    <a:cubicBezTo>
                      <a:pt x="528" y="0"/>
                      <a:pt x="1" y="528"/>
                      <a:pt x="1" y="1174"/>
                    </a:cubicBezTo>
                    <a:cubicBezTo>
                      <a:pt x="1" y="1310"/>
                      <a:pt x="31" y="1430"/>
                      <a:pt x="77" y="1565"/>
                    </a:cubicBezTo>
                    <a:lnTo>
                      <a:pt x="2258" y="1565"/>
                    </a:lnTo>
                    <a:cubicBezTo>
                      <a:pt x="2303" y="1430"/>
                      <a:pt x="2333" y="1310"/>
                      <a:pt x="2333" y="1174"/>
                    </a:cubicBezTo>
                    <a:cubicBezTo>
                      <a:pt x="2333" y="528"/>
                      <a:pt x="1806" y="0"/>
                      <a:pt x="11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8"/>
              <p:cNvSpPr/>
              <p:nvPr/>
            </p:nvSpPr>
            <p:spPr>
              <a:xfrm>
                <a:off x="2463459" y="2839484"/>
                <a:ext cx="189475" cy="105494"/>
              </a:xfrm>
              <a:custGeom>
                <a:avLst/>
                <a:gdLst/>
                <a:ahLst/>
                <a:cxnLst/>
                <a:rect l="l" t="t" r="r" b="b"/>
                <a:pathLst>
                  <a:path w="7028" h="3913" extrusionOk="0">
                    <a:moveTo>
                      <a:pt x="3116" y="0"/>
                    </a:moveTo>
                    <a:lnTo>
                      <a:pt x="3116" y="512"/>
                    </a:lnTo>
                    <a:cubicBezTo>
                      <a:pt x="3116" y="678"/>
                      <a:pt x="2995" y="843"/>
                      <a:pt x="2829" y="889"/>
                    </a:cubicBezTo>
                    <a:cubicBezTo>
                      <a:pt x="2589" y="949"/>
                      <a:pt x="2348" y="1039"/>
                      <a:pt x="2137" y="1174"/>
                    </a:cubicBezTo>
                    <a:cubicBezTo>
                      <a:pt x="2078" y="1209"/>
                      <a:pt x="2012" y="1226"/>
                      <a:pt x="1945" y="1226"/>
                    </a:cubicBezTo>
                    <a:cubicBezTo>
                      <a:pt x="1842" y="1226"/>
                      <a:pt x="1738" y="1187"/>
                      <a:pt x="1656" y="1114"/>
                    </a:cubicBezTo>
                    <a:lnTo>
                      <a:pt x="1310" y="753"/>
                    </a:lnTo>
                    <a:lnTo>
                      <a:pt x="753" y="1310"/>
                    </a:lnTo>
                    <a:lnTo>
                      <a:pt x="1114" y="1671"/>
                    </a:lnTo>
                    <a:cubicBezTo>
                      <a:pt x="1234" y="1791"/>
                      <a:pt x="1265" y="1986"/>
                      <a:pt x="1174" y="2137"/>
                    </a:cubicBezTo>
                    <a:cubicBezTo>
                      <a:pt x="1039" y="2363"/>
                      <a:pt x="934" y="2588"/>
                      <a:pt x="873" y="2829"/>
                    </a:cubicBezTo>
                    <a:cubicBezTo>
                      <a:pt x="829" y="3009"/>
                      <a:pt x="678" y="3130"/>
                      <a:pt x="498" y="3130"/>
                    </a:cubicBezTo>
                    <a:lnTo>
                      <a:pt x="1" y="3130"/>
                    </a:lnTo>
                    <a:lnTo>
                      <a:pt x="1" y="3912"/>
                    </a:lnTo>
                    <a:lnTo>
                      <a:pt x="1611" y="3912"/>
                    </a:lnTo>
                    <a:cubicBezTo>
                      <a:pt x="1581" y="3777"/>
                      <a:pt x="1565" y="3657"/>
                      <a:pt x="1565" y="3521"/>
                    </a:cubicBezTo>
                    <a:cubicBezTo>
                      <a:pt x="1565" y="2438"/>
                      <a:pt x="2438" y="1565"/>
                      <a:pt x="3507" y="1565"/>
                    </a:cubicBezTo>
                    <a:cubicBezTo>
                      <a:pt x="4590" y="1565"/>
                      <a:pt x="5463" y="2438"/>
                      <a:pt x="5463" y="3521"/>
                    </a:cubicBezTo>
                    <a:cubicBezTo>
                      <a:pt x="5463" y="3657"/>
                      <a:pt x="5433" y="3777"/>
                      <a:pt x="5417" y="3912"/>
                    </a:cubicBezTo>
                    <a:lnTo>
                      <a:pt x="7027" y="3912"/>
                    </a:lnTo>
                    <a:lnTo>
                      <a:pt x="7027" y="3130"/>
                    </a:lnTo>
                    <a:lnTo>
                      <a:pt x="6530" y="3130"/>
                    </a:lnTo>
                    <a:cubicBezTo>
                      <a:pt x="6350" y="3130"/>
                      <a:pt x="6185" y="3009"/>
                      <a:pt x="6155" y="2829"/>
                    </a:cubicBezTo>
                    <a:cubicBezTo>
                      <a:pt x="6079" y="2588"/>
                      <a:pt x="5989" y="2363"/>
                      <a:pt x="5854" y="2137"/>
                    </a:cubicBezTo>
                    <a:cubicBezTo>
                      <a:pt x="5764" y="1986"/>
                      <a:pt x="5794" y="1791"/>
                      <a:pt x="5914" y="1671"/>
                    </a:cubicBezTo>
                    <a:lnTo>
                      <a:pt x="6275" y="1310"/>
                    </a:lnTo>
                    <a:lnTo>
                      <a:pt x="5718" y="753"/>
                    </a:lnTo>
                    <a:lnTo>
                      <a:pt x="5373" y="1114"/>
                    </a:lnTo>
                    <a:cubicBezTo>
                      <a:pt x="5290" y="1187"/>
                      <a:pt x="5186" y="1226"/>
                      <a:pt x="5084" y="1226"/>
                    </a:cubicBezTo>
                    <a:cubicBezTo>
                      <a:pt x="5017" y="1226"/>
                      <a:pt x="4950" y="1209"/>
                      <a:pt x="4891" y="1174"/>
                    </a:cubicBezTo>
                    <a:cubicBezTo>
                      <a:pt x="4665" y="1039"/>
                      <a:pt x="4440" y="949"/>
                      <a:pt x="4199" y="889"/>
                    </a:cubicBezTo>
                    <a:cubicBezTo>
                      <a:pt x="4018" y="843"/>
                      <a:pt x="3898" y="678"/>
                      <a:pt x="3898" y="512"/>
                    </a:cubicBezTo>
                    <a:lnTo>
                      <a:pt x="38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8"/>
              <p:cNvSpPr/>
              <p:nvPr/>
            </p:nvSpPr>
            <p:spPr>
              <a:xfrm>
                <a:off x="2378697" y="2966034"/>
                <a:ext cx="358999" cy="41815"/>
              </a:xfrm>
              <a:custGeom>
                <a:avLst/>
                <a:gdLst/>
                <a:ahLst/>
                <a:cxnLst/>
                <a:rect l="l" t="t" r="r" b="b"/>
                <a:pathLst>
                  <a:path w="13316" h="1551" extrusionOk="0">
                    <a:moveTo>
                      <a:pt x="1" y="0"/>
                    </a:moveTo>
                    <a:lnTo>
                      <a:pt x="1" y="392"/>
                    </a:lnTo>
                    <a:cubicBezTo>
                      <a:pt x="1" y="1024"/>
                      <a:pt x="527" y="1551"/>
                      <a:pt x="1159" y="1551"/>
                    </a:cubicBezTo>
                    <a:lnTo>
                      <a:pt x="12127" y="1551"/>
                    </a:lnTo>
                    <a:cubicBezTo>
                      <a:pt x="12774" y="1551"/>
                      <a:pt x="13315" y="1024"/>
                      <a:pt x="13315" y="392"/>
                    </a:cubicBezTo>
                    <a:lnTo>
                      <a:pt x="133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2" name="Google Shape;1472;p58"/>
            <p:cNvGrpSpPr/>
            <p:nvPr/>
          </p:nvGrpSpPr>
          <p:grpSpPr>
            <a:xfrm>
              <a:off x="4326496" y="2471915"/>
              <a:ext cx="503568" cy="572696"/>
              <a:chOff x="4813643" y="2734448"/>
              <a:chExt cx="327780" cy="372776"/>
            </a:xfrm>
          </p:grpSpPr>
          <p:sp>
            <p:nvSpPr>
              <p:cNvPr id="1473" name="Google Shape;1473;p58"/>
              <p:cNvSpPr/>
              <p:nvPr/>
            </p:nvSpPr>
            <p:spPr>
              <a:xfrm>
                <a:off x="4988478" y="2889765"/>
                <a:ext cx="65324" cy="111587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4139" extrusionOk="0">
                    <a:moveTo>
                      <a:pt x="2422" y="1"/>
                    </a:moveTo>
                    <a:lnTo>
                      <a:pt x="1" y="1385"/>
                    </a:lnTo>
                    <a:lnTo>
                      <a:pt x="1" y="4139"/>
                    </a:lnTo>
                    <a:lnTo>
                      <a:pt x="2422" y="2739"/>
                    </a:lnTo>
                    <a:lnTo>
                      <a:pt x="24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8"/>
              <p:cNvSpPr/>
              <p:nvPr/>
            </p:nvSpPr>
            <p:spPr>
              <a:xfrm>
                <a:off x="4912613" y="2834227"/>
                <a:ext cx="129839" cy="73843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2739" extrusionOk="0">
                    <a:moveTo>
                      <a:pt x="2408" y="0"/>
                    </a:moveTo>
                    <a:lnTo>
                      <a:pt x="1" y="1369"/>
                    </a:lnTo>
                    <a:lnTo>
                      <a:pt x="2408" y="2739"/>
                    </a:lnTo>
                    <a:lnTo>
                      <a:pt x="4815" y="1369"/>
                    </a:lnTo>
                    <a:lnTo>
                      <a:pt x="24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8"/>
              <p:cNvSpPr/>
              <p:nvPr/>
            </p:nvSpPr>
            <p:spPr>
              <a:xfrm>
                <a:off x="5075667" y="2839888"/>
                <a:ext cx="65755" cy="161868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6004" extrusionOk="0">
                    <a:moveTo>
                      <a:pt x="2438" y="1"/>
                    </a:moveTo>
                    <a:lnTo>
                      <a:pt x="1" y="1385"/>
                    </a:lnTo>
                    <a:lnTo>
                      <a:pt x="1" y="4619"/>
                    </a:lnTo>
                    <a:lnTo>
                      <a:pt x="2438" y="6003"/>
                    </a:lnTo>
                    <a:lnTo>
                      <a:pt x="24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8"/>
              <p:cNvSpPr/>
              <p:nvPr/>
            </p:nvSpPr>
            <p:spPr>
              <a:xfrm>
                <a:off x="4813643" y="2839888"/>
                <a:ext cx="65728" cy="161868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6004" extrusionOk="0">
                    <a:moveTo>
                      <a:pt x="1" y="1"/>
                    </a:moveTo>
                    <a:lnTo>
                      <a:pt x="1" y="6003"/>
                    </a:lnTo>
                    <a:lnTo>
                      <a:pt x="2438" y="4619"/>
                    </a:lnTo>
                    <a:lnTo>
                      <a:pt x="2438" y="13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58"/>
              <p:cNvSpPr/>
              <p:nvPr/>
            </p:nvSpPr>
            <p:spPr>
              <a:xfrm>
                <a:off x="4900858" y="2889765"/>
                <a:ext cx="65755" cy="111587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4139" extrusionOk="0">
                    <a:moveTo>
                      <a:pt x="1" y="1"/>
                    </a:moveTo>
                    <a:lnTo>
                      <a:pt x="1" y="2739"/>
                    </a:lnTo>
                    <a:lnTo>
                      <a:pt x="2438" y="4139"/>
                    </a:lnTo>
                    <a:lnTo>
                      <a:pt x="2438" y="13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58"/>
              <p:cNvSpPr/>
              <p:nvPr/>
            </p:nvSpPr>
            <p:spPr>
              <a:xfrm>
                <a:off x="4824616" y="2983073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2452" y="0"/>
                    </a:moveTo>
                    <a:lnTo>
                      <a:pt x="0" y="1400"/>
                    </a:lnTo>
                    <a:lnTo>
                      <a:pt x="5266" y="4604"/>
                    </a:lnTo>
                    <a:lnTo>
                      <a:pt x="5266" y="1611"/>
                    </a:lnTo>
                    <a:lnTo>
                      <a:pt x="24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8"/>
              <p:cNvSpPr/>
              <p:nvPr/>
            </p:nvSpPr>
            <p:spPr>
              <a:xfrm>
                <a:off x="4988478" y="2983073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2814" y="0"/>
                    </a:moveTo>
                    <a:lnTo>
                      <a:pt x="1" y="1611"/>
                    </a:lnTo>
                    <a:lnTo>
                      <a:pt x="1" y="4604"/>
                    </a:lnTo>
                    <a:lnTo>
                      <a:pt x="5267" y="1400"/>
                    </a:lnTo>
                    <a:lnTo>
                      <a:pt x="28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8"/>
              <p:cNvSpPr/>
              <p:nvPr/>
            </p:nvSpPr>
            <p:spPr>
              <a:xfrm>
                <a:off x="4988478" y="2734448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1" y="0"/>
                    </a:moveTo>
                    <a:lnTo>
                      <a:pt x="1" y="2994"/>
                    </a:lnTo>
                    <a:lnTo>
                      <a:pt x="2814" y="4604"/>
                    </a:lnTo>
                    <a:lnTo>
                      <a:pt x="5267" y="32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8"/>
              <p:cNvSpPr/>
              <p:nvPr/>
            </p:nvSpPr>
            <p:spPr>
              <a:xfrm>
                <a:off x="4824616" y="2734448"/>
                <a:ext cx="141998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605" extrusionOk="0">
                    <a:moveTo>
                      <a:pt x="5266" y="0"/>
                    </a:moveTo>
                    <a:lnTo>
                      <a:pt x="0" y="3204"/>
                    </a:lnTo>
                    <a:lnTo>
                      <a:pt x="2452" y="4604"/>
                    </a:lnTo>
                    <a:lnTo>
                      <a:pt x="5266" y="2994"/>
                    </a:lnTo>
                    <a:lnTo>
                      <a:pt x="52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2" name="Google Shape;1482;p58"/>
            <p:cNvGrpSpPr/>
            <p:nvPr/>
          </p:nvGrpSpPr>
          <p:grpSpPr>
            <a:xfrm>
              <a:off x="5411011" y="2598728"/>
              <a:ext cx="342264" cy="342214"/>
              <a:chOff x="1533770" y="2734448"/>
              <a:chExt cx="366332" cy="366279"/>
            </a:xfrm>
          </p:grpSpPr>
          <p:sp>
            <p:nvSpPr>
              <p:cNvPr id="1483" name="Google Shape;1483;p58"/>
              <p:cNvSpPr/>
              <p:nvPr/>
            </p:nvSpPr>
            <p:spPr>
              <a:xfrm>
                <a:off x="1598663" y="3024861"/>
                <a:ext cx="21541" cy="21514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8" extrusionOk="0">
                    <a:moveTo>
                      <a:pt x="1" y="1"/>
                    </a:moveTo>
                    <a:lnTo>
                      <a:pt x="1" y="797"/>
                    </a:lnTo>
                    <a:lnTo>
                      <a:pt x="799" y="797"/>
                    </a:lnTo>
                    <a:lnTo>
                      <a:pt x="79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8"/>
              <p:cNvSpPr/>
              <p:nvPr/>
            </p:nvSpPr>
            <p:spPr>
              <a:xfrm>
                <a:off x="1727666" y="3003347"/>
                <a:ext cx="21541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9" extrusionOk="0">
                    <a:moveTo>
                      <a:pt x="392" y="1"/>
                    </a:moveTo>
                    <a:cubicBezTo>
                      <a:pt x="181" y="1"/>
                      <a:pt x="0" y="181"/>
                      <a:pt x="0" y="407"/>
                    </a:cubicBezTo>
                    <a:cubicBezTo>
                      <a:pt x="0" y="618"/>
                      <a:pt x="181" y="799"/>
                      <a:pt x="392" y="799"/>
                    </a:cubicBezTo>
                    <a:cubicBezTo>
                      <a:pt x="618" y="799"/>
                      <a:pt x="798" y="618"/>
                      <a:pt x="798" y="407"/>
                    </a:cubicBezTo>
                    <a:cubicBezTo>
                      <a:pt x="798" y="181"/>
                      <a:pt x="618" y="1"/>
                      <a:pt x="3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8"/>
              <p:cNvSpPr/>
              <p:nvPr/>
            </p:nvSpPr>
            <p:spPr>
              <a:xfrm>
                <a:off x="1533770" y="2928317"/>
                <a:ext cx="366332" cy="172409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6395" extrusionOk="0">
                    <a:moveTo>
                      <a:pt x="7584" y="1987"/>
                    </a:moveTo>
                    <a:cubicBezTo>
                      <a:pt x="8246" y="1987"/>
                      <a:pt x="8787" y="2528"/>
                      <a:pt x="8787" y="3190"/>
                    </a:cubicBezTo>
                    <a:cubicBezTo>
                      <a:pt x="8787" y="3837"/>
                      <a:pt x="8246" y="4378"/>
                      <a:pt x="7584" y="4378"/>
                    </a:cubicBezTo>
                    <a:cubicBezTo>
                      <a:pt x="6937" y="4378"/>
                      <a:pt x="6396" y="3837"/>
                      <a:pt x="6396" y="3190"/>
                    </a:cubicBezTo>
                    <a:cubicBezTo>
                      <a:pt x="6396" y="2528"/>
                      <a:pt x="6937" y="1987"/>
                      <a:pt x="7584" y="1987"/>
                    </a:cubicBezTo>
                    <a:close/>
                    <a:moveTo>
                      <a:pt x="10773" y="1987"/>
                    </a:moveTo>
                    <a:cubicBezTo>
                      <a:pt x="11435" y="1987"/>
                      <a:pt x="11962" y="2528"/>
                      <a:pt x="11962" y="3190"/>
                    </a:cubicBezTo>
                    <a:cubicBezTo>
                      <a:pt x="11962" y="3837"/>
                      <a:pt x="11435" y="4378"/>
                      <a:pt x="10773" y="4378"/>
                    </a:cubicBezTo>
                    <a:cubicBezTo>
                      <a:pt x="10111" y="4378"/>
                      <a:pt x="9585" y="3837"/>
                      <a:pt x="9585" y="3190"/>
                    </a:cubicBezTo>
                    <a:cubicBezTo>
                      <a:pt x="9585" y="2528"/>
                      <a:pt x="10111" y="1987"/>
                      <a:pt x="10773" y="1987"/>
                    </a:cubicBezTo>
                    <a:close/>
                    <a:moveTo>
                      <a:pt x="4410" y="1189"/>
                    </a:moveTo>
                    <a:cubicBezTo>
                      <a:pt x="5056" y="1189"/>
                      <a:pt x="5598" y="1730"/>
                      <a:pt x="5598" y="2392"/>
                    </a:cubicBezTo>
                    <a:cubicBezTo>
                      <a:pt x="5598" y="2603"/>
                      <a:pt x="5417" y="2784"/>
                      <a:pt x="5206" y="2784"/>
                    </a:cubicBezTo>
                    <a:cubicBezTo>
                      <a:pt x="4981" y="2784"/>
                      <a:pt x="4801" y="2603"/>
                      <a:pt x="4801" y="2392"/>
                    </a:cubicBezTo>
                    <a:cubicBezTo>
                      <a:pt x="4801" y="2167"/>
                      <a:pt x="4620" y="1987"/>
                      <a:pt x="4410" y="1987"/>
                    </a:cubicBezTo>
                    <a:cubicBezTo>
                      <a:pt x="4183" y="1987"/>
                      <a:pt x="4003" y="2167"/>
                      <a:pt x="4003" y="2392"/>
                    </a:cubicBezTo>
                    <a:lnTo>
                      <a:pt x="4003" y="4770"/>
                    </a:lnTo>
                    <a:cubicBezTo>
                      <a:pt x="4003" y="4996"/>
                      <a:pt x="3822" y="5176"/>
                      <a:pt x="3612" y="5176"/>
                    </a:cubicBezTo>
                    <a:lnTo>
                      <a:pt x="2017" y="5176"/>
                    </a:lnTo>
                    <a:cubicBezTo>
                      <a:pt x="1792" y="5176"/>
                      <a:pt x="1611" y="4996"/>
                      <a:pt x="1611" y="4770"/>
                    </a:cubicBezTo>
                    <a:lnTo>
                      <a:pt x="1611" y="3190"/>
                    </a:lnTo>
                    <a:cubicBezTo>
                      <a:pt x="1611" y="2964"/>
                      <a:pt x="1792" y="2784"/>
                      <a:pt x="2017" y="2784"/>
                    </a:cubicBezTo>
                    <a:lnTo>
                      <a:pt x="3206" y="2784"/>
                    </a:lnTo>
                    <a:lnTo>
                      <a:pt x="3206" y="2392"/>
                    </a:lnTo>
                    <a:cubicBezTo>
                      <a:pt x="3206" y="1730"/>
                      <a:pt x="3748" y="1189"/>
                      <a:pt x="4410" y="1189"/>
                    </a:cubicBezTo>
                    <a:close/>
                    <a:moveTo>
                      <a:pt x="1220" y="1"/>
                    </a:moveTo>
                    <a:cubicBezTo>
                      <a:pt x="558" y="1"/>
                      <a:pt x="1" y="527"/>
                      <a:pt x="1" y="1189"/>
                    </a:cubicBezTo>
                    <a:lnTo>
                      <a:pt x="1" y="5176"/>
                    </a:lnTo>
                    <a:cubicBezTo>
                      <a:pt x="1" y="5838"/>
                      <a:pt x="558" y="6394"/>
                      <a:pt x="1220" y="6394"/>
                    </a:cubicBezTo>
                    <a:lnTo>
                      <a:pt x="12398" y="6394"/>
                    </a:lnTo>
                    <a:cubicBezTo>
                      <a:pt x="13046" y="6394"/>
                      <a:pt x="13587" y="5838"/>
                      <a:pt x="13587" y="5176"/>
                    </a:cubicBezTo>
                    <a:lnTo>
                      <a:pt x="13587" y="1189"/>
                    </a:lnTo>
                    <a:cubicBezTo>
                      <a:pt x="13587" y="527"/>
                      <a:pt x="13046" y="1"/>
                      <a:pt x="1239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8"/>
              <p:cNvSpPr/>
              <p:nvPr/>
            </p:nvSpPr>
            <p:spPr>
              <a:xfrm>
                <a:off x="1813669" y="3003347"/>
                <a:ext cx="21110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99" extrusionOk="0">
                    <a:moveTo>
                      <a:pt x="391" y="1"/>
                    </a:moveTo>
                    <a:cubicBezTo>
                      <a:pt x="166" y="1"/>
                      <a:pt x="0" y="181"/>
                      <a:pt x="0" y="407"/>
                    </a:cubicBezTo>
                    <a:cubicBezTo>
                      <a:pt x="0" y="618"/>
                      <a:pt x="166" y="799"/>
                      <a:pt x="391" y="799"/>
                    </a:cubicBezTo>
                    <a:cubicBezTo>
                      <a:pt x="617" y="799"/>
                      <a:pt x="782" y="618"/>
                      <a:pt x="782" y="407"/>
                    </a:cubicBezTo>
                    <a:cubicBezTo>
                      <a:pt x="782" y="181"/>
                      <a:pt x="617" y="1"/>
                      <a:pt x="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8"/>
              <p:cNvSpPr/>
              <p:nvPr/>
            </p:nvSpPr>
            <p:spPr>
              <a:xfrm>
                <a:off x="1600712" y="2831801"/>
                <a:ext cx="60876" cy="21487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797" extrusionOk="0">
                    <a:moveTo>
                      <a:pt x="1129" y="0"/>
                    </a:moveTo>
                    <a:cubicBezTo>
                      <a:pt x="603" y="0"/>
                      <a:pt x="166" y="331"/>
                      <a:pt x="1" y="797"/>
                    </a:cubicBezTo>
                    <a:lnTo>
                      <a:pt x="2258" y="797"/>
                    </a:lnTo>
                    <a:cubicBezTo>
                      <a:pt x="2092" y="331"/>
                      <a:pt x="1640" y="0"/>
                      <a:pt x="11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8"/>
              <p:cNvSpPr/>
              <p:nvPr/>
            </p:nvSpPr>
            <p:spPr>
              <a:xfrm>
                <a:off x="1727666" y="2810286"/>
                <a:ext cx="21541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9" extrusionOk="0">
                    <a:moveTo>
                      <a:pt x="392" y="0"/>
                    </a:moveTo>
                    <a:cubicBezTo>
                      <a:pt x="181" y="0"/>
                      <a:pt x="0" y="181"/>
                      <a:pt x="0" y="391"/>
                    </a:cubicBezTo>
                    <a:cubicBezTo>
                      <a:pt x="0" y="617"/>
                      <a:pt x="181" y="798"/>
                      <a:pt x="392" y="798"/>
                    </a:cubicBezTo>
                    <a:cubicBezTo>
                      <a:pt x="618" y="798"/>
                      <a:pt x="798" y="617"/>
                      <a:pt x="798" y="391"/>
                    </a:cubicBezTo>
                    <a:cubicBezTo>
                      <a:pt x="798" y="181"/>
                      <a:pt x="618" y="0"/>
                      <a:pt x="3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8"/>
              <p:cNvSpPr/>
              <p:nvPr/>
            </p:nvSpPr>
            <p:spPr>
              <a:xfrm>
                <a:off x="1620177" y="2788799"/>
                <a:ext cx="21514" cy="21514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407" y="0"/>
                    </a:moveTo>
                    <a:cubicBezTo>
                      <a:pt x="182" y="0"/>
                      <a:pt x="1" y="181"/>
                      <a:pt x="1" y="391"/>
                    </a:cubicBezTo>
                    <a:cubicBezTo>
                      <a:pt x="1" y="616"/>
                      <a:pt x="182" y="797"/>
                      <a:pt x="407" y="797"/>
                    </a:cubicBezTo>
                    <a:cubicBezTo>
                      <a:pt x="617" y="797"/>
                      <a:pt x="798" y="616"/>
                      <a:pt x="798" y="391"/>
                    </a:cubicBezTo>
                    <a:cubicBezTo>
                      <a:pt x="798" y="181"/>
                      <a:pt x="617" y="0"/>
                      <a:pt x="4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8"/>
              <p:cNvSpPr/>
              <p:nvPr/>
            </p:nvSpPr>
            <p:spPr>
              <a:xfrm>
                <a:off x="1533770" y="2734448"/>
                <a:ext cx="366332" cy="172382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6394" extrusionOk="0">
                    <a:moveTo>
                      <a:pt x="7584" y="2016"/>
                    </a:moveTo>
                    <a:cubicBezTo>
                      <a:pt x="8246" y="2016"/>
                      <a:pt x="8787" y="2558"/>
                      <a:pt x="8787" y="3204"/>
                    </a:cubicBezTo>
                    <a:cubicBezTo>
                      <a:pt x="8787" y="3866"/>
                      <a:pt x="8246" y="4408"/>
                      <a:pt x="7584" y="4408"/>
                    </a:cubicBezTo>
                    <a:cubicBezTo>
                      <a:pt x="6937" y="4408"/>
                      <a:pt x="6396" y="3866"/>
                      <a:pt x="6396" y="3204"/>
                    </a:cubicBezTo>
                    <a:cubicBezTo>
                      <a:pt x="6396" y="2558"/>
                      <a:pt x="6937" y="2016"/>
                      <a:pt x="7584" y="2016"/>
                    </a:cubicBezTo>
                    <a:close/>
                    <a:moveTo>
                      <a:pt x="10773" y="2016"/>
                    </a:moveTo>
                    <a:cubicBezTo>
                      <a:pt x="11435" y="2016"/>
                      <a:pt x="11962" y="2558"/>
                      <a:pt x="11962" y="3204"/>
                    </a:cubicBezTo>
                    <a:cubicBezTo>
                      <a:pt x="11962" y="3866"/>
                      <a:pt x="11435" y="4408"/>
                      <a:pt x="10773" y="4408"/>
                    </a:cubicBezTo>
                    <a:cubicBezTo>
                      <a:pt x="10111" y="4408"/>
                      <a:pt x="9585" y="3866"/>
                      <a:pt x="9585" y="3204"/>
                    </a:cubicBezTo>
                    <a:cubicBezTo>
                      <a:pt x="9585" y="2558"/>
                      <a:pt x="10111" y="2016"/>
                      <a:pt x="10773" y="2016"/>
                    </a:cubicBezTo>
                    <a:close/>
                    <a:moveTo>
                      <a:pt x="3612" y="1218"/>
                    </a:moveTo>
                    <a:cubicBezTo>
                      <a:pt x="4274" y="1218"/>
                      <a:pt x="4801" y="1760"/>
                      <a:pt x="4801" y="2407"/>
                    </a:cubicBezTo>
                    <a:cubicBezTo>
                      <a:pt x="4801" y="2663"/>
                      <a:pt x="4725" y="2889"/>
                      <a:pt x="4590" y="3084"/>
                    </a:cubicBezTo>
                    <a:cubicBezTo>
                      <a:pt x="5192" y="3430"/>
                      <a:pt x="5598" y="4062"/>
                      <a:pt x="5598" y="4799"/>
                    </a:cubicBezTo>
                    <a:cubicBezTo>
                      <a:pt x="5598" y="5025"/>
                      <a:pt x="5417" y="5206"/>
                      <a:pt x="5206" y="5206"/>
                    </a:cubicBezTo>
                    <a:lnTo>
                      <a:pt x="2017" y="5206"/>
                    </a:lnTo>
                    <a:cubicBezTo>
                      <a:pt x="1792" y="5206"/>
                      <a:pt x="1611" y="5025"/>
                      <a:pt x="1611" y="4799"/>
                    </a:cubicBezTo>
                    <a:cubicBezTo>
                      <a:pt x="1611" y="4062"/>
                      <a:pt x="2017" y="3430"/>
                      <a:pt x="2619" y="3084"/>
                    </a:cubicBezTo>
                    <a:cubicBezTo>
                      <a:pt x="2484" y="2889"/>
                      <a:pt x="2408" y="2663"/>
                      <a:pt x="2408" y="2407"/>
                    </a:cubicBezTo>
                    <a:cubicBezTo>
                      <a:pt x="2408" y="1760"/>
                      <a:pt x="2950" y="1218"/>
                      <a:pt x="3612" y="1218"/>
                    </a:cubicBezTo>
                    <a:close/>
                    <a:moveTo>
                      <a:pt x="1220" y="0"/>
                    </a:moveTo>
                    <a:cubicBezTo>
                      <a:pt x="558" y="0"/>
                      <a:pt x="1" y="556"/>
                      <a:pt x="1" y="1218"/>
                    </a:cubicBezTo>
                    <a:lnTo>
                      <a:pt x="1" y="5206"/>
                    </a:lnTo>
                    <a:cubicBezTo>
                      <a:pt x="1" y="5852"/>
                      <a:pt x="558" y="6394"/>
                      <a:pt x="1220" y="6394"/>
                    </a:cubicBezTo>
                    <a:lnTo>
                      <a:pt x="12398" y="6394"/>
                    </a:lnTo>
                    <a:cubicBezTo>
                      <a:pt x="13046" y="6394"/>
                      <a:pt x="13587" y="5852"/>
                      <a:pt x="13587" y="5206"/>
                    </a:cubicBezTo>
                    <a:lnTo>
                      <a:pt x="13587" y="1218"/>
                    </a:lnTo>
                    <a:cubicBezTo>
                      <a:pt x="13587" y="556"/>
                      <a:pt x="13046" y="0"/>
                      <a:pt x="123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8"/>
              <p:cNvSpPr/>
              <p:nvPr/>
            </p:nvSpPr>
            <p:spPr>
              <a:xfrm>
                <a:off x="1813669" y="2810286"/>
                <a:ext cx="21110" cy="21541"/>
              </a:xfrm>
              <a:custGeom>
                <a:avLst/>
                <a:gdLst/>
                <a:ahLst/>
                <a:cxnLst/>
                <a:rect l="l" t="t" r="r" b="b"/>
                <a:pathLst>
                  <a:path w="783" h="799" extrusionOk="0">
                    <a:moveTo>
                      <a:pt x="391" y="0"/>
                    </a:moveTo>
                    <a:cubicBezTo>
                      <a:pt x="166" y="0"/>
                      <a:pt x="0" y="181"/>
                      <a:pt x="0" y="391"/>
                    </a:cubicBezTo>
                    <a:cubicBezTo>
                      <a:pt x="0" y="617"/>
                      <a:pt x="166" y="798"/>
                      <a:pt x="391" y="798"/>
                    </a:cubicBezTo>
                    <a:cubicBezTo>
                      <a:pt x="617" y="798"/>
                      <a:pt x="782" y="617"/>
                      <a:pt x="782" y="391"/>
                    </a:cubicBezTo>
                    <a:cubicBezTo>
                      <a:pt x="782" y="181"/>
                      <a:pt x="617" y="0"/>
                      <a:pt x="3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24693C0-E354-4C57-BFA1-95474441A76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76796" y="1183913"/>
            <a:ext cx="1438800" cy="190200"/>
          </a:xfrm>
        </p:spPr>
        <p:txBody>
          <a:bodyPr/>
          <a:lstStyle/>
          <a:p>
            <a:r>
              <a:rPr lang="pt-BR" dirty="0"/>
              <a:t>POSITIVOS</a:t>
            </a:r>
          </a:p>
        </p:txBody>
      </p:sp>
    </p:spTree>
    <p:extLst>
      <p:ext uri="{BB962C8B-B14F-4D97-AF65-F5344CB8AC3E}">
        <p14:creationId xmlns:p14="http://schemas.microsoft.com/office/powerpoint/2010/main" val="2533861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7"/>
          <p:cNvSpPr txBox="1">
            <a:spLocks noGrp="1"/>
          </p:cNvSpPr>
          <p:nvPr>
            <p:ph type="title"/>
          </p:nvPr>
        </p:nvSpPr>
        <p:spPr>
          <a:xfrm>
            <a:off x="956864" y="530662"/>
            <a:ext cx="63370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Cronograma planejado</a:t>
            </a:r>
            <a:endParaRPr sz="4000" dirty="0"/>
          </a:p>
        </p:txBody>
      </p:sp>
      <p:sp>
        <p:nvSpPr>
          <p:cNvPr id="822" name="Google Shape;822;p47"/>
          <p:cNvSpPr txBox="1">
            <a:spLocks noGrp="1"/>
          </p:cNvSpPr>
          <p:nvPr>
            <p:ph type="subTitle" idx="1"/>
          </p:nvPr>
        </p:nvSpPr>
        <p:spPr>
          <a:xfrm>
            <a:off x="2188710" y="1817296"/>
            <a:ext cx="5711359" cy="22065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Planejamento e decisão do tema: 31/03;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Briefing completamente elaborado: 07/04;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Briefing completamente elaborado apresentado aos professores envolvidos: 17/04;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Começo da pesquisa: 25/04;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Planejamento do design: 01/05;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Início da construção do design: 15/05;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Começar a adição de conteúdo: 10/06;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Finalização: 05/11.</a:t>
            </a:r>
            <a:endParaRPr sz="2400" dirty="0"/>
          </a:p>
        </p:txBody>
      </p:sp>
      <p:grpSp>
        <p:nvGrpSpPr>
          <p:cNvPr id="823" name="Google Shape;823;p47"/>
          <p:cNvGrpSpPr/>
          <p:nvPr/>
        </p:nvGrpSpPr>
        <p:grpSpPr>
          <a:xfrm>
            <a:off x="499664" y="2571750"/>
            <a:ext cx="2254170" cy="1733107"/>
            <a:chOff x="775177" y="1521287"/>
            <a:chExt cx="3720297" cy="2748441"/>
          </a:xfrm>
        </p:grpSpPr>
        <p:sp>
          <p:nvSpPr>
            <p:cNvPr id="824" name="Google Shape;824;p47"/>
            <p:cNvSpPr/>
            <p:nvPr/>
          </p:nvSpPr>
          <p:spPr>
            <a:xfrm>
              <a:off x="1883717" y="3683356"/>
              <a:ext cx="572738" cy="572738"/>
            </a:xfrm>
            <a:custGeom>
              <a:avLst/>
              <a:gdLst/>
              <a:ahLst/>
              <a:cxnLst/>
              <a:rect l="l" t="t" r="r" b="b"/>
              <a:pathLst>
                <a:path w="53179" h="53179" extrusionOk="0">
                  <a:moveTo>
                    <a:pt x="26589" y="0"/>
                  </a:moveTo>
                  <a:cubicBezTo>
                    <a:pt x="11935" y="0"/>
                    <a:pt x="0" y="11934"/>
                    <a:pt x="0" y="26589"/>
                  </a:cubicBezTo>
                  <a:cubicBezTo>
                    <a:pt x="0" y="41243"/>
                    <a:pt x="11935" y="53178"/>
                    <a:pt x="26589" y="53178"/>
                  </a:cubicBezTo>
                  <a:cubicBezTo>
                    <a:pt x="41260" y="53178"/>
                    <a:pt x="53178" y="41243"/>
                    <a:pt x="53178" y="26589"/>
                  </a:cubicBezTo>
                  <a:cubicBezTo>
                    <a:pt x="53178" y="11934"/>
                    <a:pt x="41260" y="0"/>
                    <a:pt x="265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7"/>
            <p:cNvSpPr/>
            <p:nvPr/>
          </p:nvSpPr>
          <p:spPr>
            <a:xfrm>
              <a:off x="1396417" y="1521287"/>
              <a:ext cx="3099056" cy="1997739"/>
            </a:xfrm>
            <a:custGeom>
              <a:avLst/>
              <a:gdLst/>
              <a:ahLst/>
              <a:cxnLst/>
              <a:rect l="l" t="t" r="r" b="b"/>
              <a:pathLst>
                <a:path w="208165" h="134189" extrusionOk="0">
                  <a:moveTo>
                    <a:pt x="4416" y="1"/>
                  </a:moveTo>
                  <a:cubicBezTo>
                    <a:pt x="1982" y="1"/>
                    <a:pt x="1" y="1964"/>
                    <a:pt x="1" y="4399"/>
                  </a:cubicBezTo>
                  <a:lnTo>
                    <a:pt x="1" y="129790"/>
                  </a:lnTo>
                  <a:cubicBezTo>
                    <a:pt x="1" y="132224"/>
                    <a:pt x="1982" y="134188"/>
                    <a:pt x="4416" y="134188"/>
                  </a:cubicBezTo>
                  <a:lnTo>
                    <a:pt x="203766" y="134188"/>
                  </a:lnTo>
                  <a:cubicBezTo>
                    <a:pt x="206200" y="134188"/>
                    <a:pt x="208164" y="132224"/>
                    <a:pt x="208164" y="129790"/>
                  </a:cubicBezTo>
                  <a:lnTo>
                    <a:pt x="208164" y="4399"/>
                  </a:lnTo>
                  <a:cubicBezTo>
                    <a:pt x="208164" y="1964"/>
                    <a:pt x="206200" y="1"/>
                    <a:pt x="203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7"/>
            <p:cNvSpPr/>
            <p:nvPr/>
          </p:nvSpPr>
          <p:spPr>
            <a:xfrm>
              <a:off x="1553868" y="1979852"/>
              <a:ext cx="998371" cy="1381977"/>
            </a:xfrm>
            <a:custGeom>
              <a:avLst/>
              <a:gdLst/>
              <a:ahLst/>
              <a:cxnLst/>
              <a:rect l="l" t="t" r="r" b="b"/>
              <a:pathLst>
                <a:path w="67061" h="92828" extrusionOk="0">
                  <a:moveTo>
                    <a:pt x="1746" y="1"/>
                  </a:moveTo>
                  <a:cubicBezTo>
                    <a:pt x="790" y="1"/>
                    <a:pt x="0" y="790"/>
                    <a:pt x="0" y="1764"/>
                  </a:cubicBezTo>
                  <a:lnTo>
                    <a:pt x="0" y="91065"/>
                  </a:lnTo>
                  <a:cubicBezTo>
                    <a:pt x="0" y="92039"/>
                    <a:pt x="790" y="92827"/>
                    <a:pt x="1746" y="92827"/>
                  </a:cubicBezTo>
                  <a:lnTo>
                    <a:pt x="65315" y="92827"/>
                  </a:lnTo>
                  <a:cubicBezTo>
                    <a:pt x="66271" y="92827"/>
                    <a:pt x="67061" y="92039"/>
                    <a:pt x="67061" y="91065"/>
                  </a:cubicBezTo>
                  <a:lnTo>
                    <a:pt x="67061" y="1764"/>
                  </a:lnTo>
                  <a:cubicBezTo>
                    <a:pt x="67061" y="790"/>
                    <a:pt x="66271" y="1"/>
                    <a:pt x="65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7"/>
            <p:cNvSpPr/>
            <p:nvPr/>
          </p:nvSpPr>
          <p:spPr>
            <a:xfrm>
              <a:off x="1566850" y="1993102"/>
              <a:ext cx="972392" cy="1355730"/>
            </a:xfrm>
            <a:custGeom>
              <a:avLst/>
              <a:gdLst/>
              <a:ahLst/>
              <a:cxnLst/>
              <a:rect l="l" t="t" r="r" b="b"/>
              <a:pathLst>
                <a:path w="65316" h="91065" extrusionOk="0">
                  <a:moveTo>
                    <a:pt x="874" y="1"/>
                  </a:moveTo>
                  <a:cubicBezTo>
                    <a:pt x="404" y="1"/>
                    <a:pt x="1" y="386"/>
                    <a:pt x="1" y="874"/>
                  </a:cubicBezTo>
                  <a:lnTo>
                    <a:pt x="1" y="90175"/>
                  </a:lnTo>
                  <a:cubicBezTo>
                    <a:pt x="1" y="90662"/>
                    <a:pt x="404" y="91064"/>
                    <a:pt x="874" y="91064"/>
                  </a:cubicBezTo>
                  <a:lnTo>
                    <a:pt x="64443" y="91064"/>
                  </a:lnTo>
                  <a:cubicBezTo>
                    <a:pt x="64913" y="91064"/>
                    <a:pt x="65316" y="90662"/>
                    <a:pt x="65316" y="90175"/>
                  </a:cubicBezTo>
                  <a:lnTo>
                    <a:pt x="65316" y="874"/>
                  </a:lnTo>
                  <a:cubicBezTo>
                    <a:pt x="65316" y="386"/>
                    <a:pt x="64913" y="1"/>
                    <a:pt x="6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7"/>
            <p:cNvSpPr/>
            <p:nvPr/>
          </p:nvSpPr>
          <p:spPr>
            <a:xfrm>
              <a:off x="1566850" y="2519643"/>
              <a:ext cx="972392" cy="829189"/>
            </a:xfrm>
            <a:custGeom>
              <a:avLst/>
              <a:gdLst/>
              <a:ahLst/>
              <a:cxnLst/>
              <a:rect l="l" t="t" r="r" b="b"/>
              <a:pathLst>
                <a:path w="65316" h="55697" extrusionOk="0">
                  <a:moveTo>
                    <a:pt x="18013" y="0"/>
                  </a:moveTo>
                  <a:lnTo>
                    <a:pt x="1" y="26842"/>
                  </a:lnTo>
                  <a:lnTo>
                    <a:pt x="1" y="54807"/>
                  </a:lnTo>
                  <a:cubicBezTo>
                    <a:pt x="1" y="55294"/>
                    <a:pt x="404" y="55696"/>
                    <a:pt x="874" y="55696"/>
                  </a:cubicBezTo>
                  <a:lnTo>
                    <a:pt x="64443" y="55696"/>
                  </a:lnTo>
                  <a:cubicBezTo>
                    <a:pt x="64913" y="55696"/>
                    <a:pt x="65316" y="55294"/>
                    <a:pt x="65316" y="54807"/>
                  </a:cubicBezTo>
                  <a:lnTo>
                    <a:pt x="65316" y="37014"/>
                  </a:lnTo>
                  <a:lnTo>
                    <a:pt x="55378" y="22192"/>
                  </a:lnTo>
                  <a:lnTo>
                    <a:pt x="44148" y="38961"/>
                  </a:lnTo>
                  <a:lnTo>
                    <a:pt x="43174" y="37518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7"/>
            <p:cNvSpPr/>
            <p:nvPr/>
          </p:nvSpPr>
          <p:spPr>
            <a:xfrm>
              <a:off x="1553868" y="1713723"/>
              <a:ext cx="2797406" cy="132454"/>
            </a:xfrm>
            <a:custGeom>
              <a:avLst/>
              <a:gdLst/>
              <a:ahLst/>
              <a:cxnLst/>
              <a:rect l="l" t="t" r="r" b="b"/>
              <a:pathLst>
                <a:path w="187903" h="8897" extrusionOk="0">
                  <a:moveTo>
                    <a:pt x="1746" y="0"/>
                  </a:moveTo>
                  <a:cubicBezTo>
                    <a:pt x="790" y="0"/>
                    <a:pt x="0" y="788"/>
                    <a:pt x="0" y="1762"/>
                  </a:cubicBezTo>
                  <a:lnTo>
                    <a:pt x="0" y="7134"/>
                  </a:lnTo>
                  <a:cubicBezTo>
                    <a:pt x="0" y="8107"/>
                    <a:pt x="790" y="8897"/>
                    <a:pt x="1746" y="8897"/>
                  </a:cubicBezTo>
                  <a:lnTo>
                    <a:pt x="186140" y="8897"/>
                  </a:lnTo>
                  <a:cubicBezTo>
                    <a:pt x="187114" y="8897"/>
                    <a:pt x="187902" y="8107"/>
                    <a:pt x="187902" y="7134"/>
                  </a:cubicBezTo>
                  <a:lnTo>
                    <a:pt x="187902" y="1762"/>
                  </a:lnTo>
                  <a:cubicBezTo>
                    <a:pt x="187902" y="788"/>
                    <a:pt x="187114" y="0"/>
                    <a:pt x="186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7"/>
            <p:cNvSpPr/>
            <p:nvPr/>
          </p:nvSpPr>
          <p:spPr>
            <a:xfrm>
              <a:off x="1635823" y="1760202"/>
              <a:ext cx="1064352" cy="39497"/>
            </a:xfrm>
            <a:custGeom>
              <a:avLst/>
              <a:gdLst/>
              <a:ahLst/>
              <a:cxnLst/>
              <a:rect l="l" t="t" r="r" b="b"/>
              <a:pathLst>
                <a:path w="71493" h="2653" extrusionOk="0">
                  <a:moveTo>
                    <a:pt x="1310" y="0"/>
                  </a:moveTo>
                  <a:cubicBezTo>
                    <a:pt x="589" y="0"/>
                    <a:pt x="1" y="605"/>
                    <a:pt x="1" y="1326"/>
                  </a:cubicBezTo>
                  <a:cubicBezTo>
                    <a:pt x="1" y="2064"/>
                    <a:pt x="589" y="2653"/>
                    <a:pt x="1310" y="2653"/>
                  </a:cubicBezTo>
                  <a:lnTo>
                    <a:pt x="70184" y="2653"/>
                  </a:lnTo>
                  <a:cubicBezTo>
                    <a:pt x="70905" y="2653"/>
                    <a:pt x="71493" y="2064"/>
                    <a:pt x="71493" y="1326"/>
                  </a:cubicBezTo>
                  <a:cubicBezTo>
                    <a:pt x="71493" y="605"/>
                    <a:pt x="70905" y="0"/>
                    <a:pt x="70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7"/>
            <p:cNvSpPr/>
            <p:nvPr/>
          </p:nvSpPr>
          <p:spPr>
            <a:xfrm>
              <a:off x="2809360" y="1760202"/>
              <a:ext cx="458595" cy="39497"/>
            </a:xfrm>
            <a:custGeom>
              <a:avLst/>
              <a:gdLst/>
              <a:ahLst/>
              <a:cxnLst/>
              <a:rect l="l" t="t" r="r" b="b"/>
              <a:pathLst>
                <a:path w="30804" h="2653" extrusionOk="0">
                  <a:moveTo>
                    <a:pt x="1327" y="0"/>
                  </a:moveTo>
                  <a:cubicBezTo>
                    <a:pt x="605" y="0"/>
                    <a:pt x="1" y="605"/>
                    <a:pt x="1" y="1326"/>
                  </a:cubicBezTo>
                  <a:cubicBezTo>
                    <a:pt x="1" y="2064"/>
                    <a:pt x="605" y="2653"/>
                    <a:pt x="1327" y="2653"/>
                  </a:cubicBezTo>
                  <a:lnTo>
                    <a:pt x="29477" y="2653"/>
                  </a:lnTo>
                  <a:cubicBezTo>
                    <a:pt x="30215" y="2653"/>
                    <a:pt x="30804" y="2064"/>
                    <a:pt x="30804" y="1326"/>
                  </a:cubicBezTo>
                  <a:cubicBezTo>
                    <a:pt x="30804" y="605"/>
                    <a:pt x="30215" y="0"/>
                    <a:pt x="294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7"/>
            <p:cNvSpPr/>
            <p:nvPr/>
          </p:nvSpPr>
          <p:spPr>
            <a:xfrm>
              <a:off x="775177" y="1606057"/>
              <a:ext cx="412845" cy="137159"/>
            </a:xfrm>
            <a:custGeom>
              <a:avLst/>
              <a:gdLst/>
              <a:ahLst/>
              <a:cxnLst/>
              <a:rect l="l" t="t" r="r" b="b"/>
              <a:pathLst>
                <a:path w="27731" h="9213" extrusionOk="0">
                  <a:moveTo>
                    <a:pt x="17852" y="0"/>
                  </a:moveTo>
                  <a:cubicBezTo>
                    <a:pt x="15721" y="0"/>
                    <a:pt x="13587" y="678"/>
                    <a:pt x="12086" y="1877"/>
                  </a:cubicBezTo>
                  <a:cubicBezTo>
                    <a:pt x="10727" y="2951"/>
                    <a:pt x="9367" y="4764"/>
                    <a:pt x="8880" y="6644"/>
                  </a:cubicBezTo>
                  <a:cubicBezTo>
                    <a:pt x="7885" y="5842"/>
                    <a:pt x="6591" y="5407"/>
                    <a:pt x="5303" y="5407"/>
                  </a:cubicBezTo>
                  <a:cubicBezTo>
                    <a:pt x="4787" y="5407"/>
                    <a:pt x="4272" y="5477"/>
                    <a:pt x="3778" y="5621"/>
                  </a:cubicBezTo>
                  <a:cubicBezTo>
                    <a:pt x="2048" y="6124"/>
                    <a:pt x="588" y="7501"/>
                    <a:pt x="0" y="9213"/>
                  </a:cubicBezTo>
                  <a:lnTo>
                    <a:pt x="27730" y="9112"/>
                  </a:lnTo>
                  <a:cubicBezTo>
                    <a:pt x="27244" y="5688"/>
                    <a:pt x="25213" y="2884"/>
                    <a:pt x="22225" y="1122"/>
                  </a:cubicBezTo>
                  <a:cubicBezTo>
                    <a:pt x="20929" y="354"/>
                    <a:pt x="19391" y="0"/>
                    <a:pt x="17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7"/>
            <p:cNvSpPr/>
            <p:nvPr/>
          </p:nvSpPr>
          <p:spPr>
            <a:xfrm>
              <a:off x="956864" y="1610434"/>
              <a:ext cx="214663" cy="117835"/>
            </a:xfrm>
            <a:custGeom>
              <a:avLst/>
              <a:gdLst/>
              <a:ahLst/>
              <a:cxnLst/>
              <a:rect l="l" t="t" r="r" b="b"/>
              <a:pathLst>
                <a:path w="14419" h="7915" extrusionOk="0">
                  <a:moveTo>
                    <a:pt x="5350" y="1"/>
                  </a:moveTo>
                  <a:cubicBezTo>
                    <a:pt x="4889" y="1"/>
                    <a:pt x="4425" y="35"/>
                    <a:pt x="3962" y="106"/>
                  </a:cubicBezTo>
                  <a:cubicBezTo>
                    <a:pt x="2836" y="291"/>
                    <a:pt x="1728" y="761"/>
                    <a:pt x="990" y="1634"/>
                  </a:cubicBezTo>
                  <a:cubicBezTo>
                    <a:pt x="269" y="2507"/>
                    <a:pt x="0" y="3816"/>
                    <a:pt x="553" y="4806"/>
                  </a:cubicBezTo>
                  <a:cubicBezTo>
                    <a:pt x="990" y="5611"/>
                    <a:pt x="1847" y="6081"/>
                    <a:pt x="2686" y="6451"/>
                  </a:cubicBezTo>
                  <a:cubicBezTo>
                    <a:pt x="4897" y="7410"/>
                    <a:pt x="7319" y="7915"/>
                    <a:pt x="9743" y="7915"/>
                  </a:cubicBezTo>
                  <a:cubicBezTo>
                    <a:pt x="10374" y="7915"/>
                    <a:pt x="11005" y="7880"/>
                    <a:pt x="11632" y="7811"/>
                  </a:cubicBezTo>
                  <a:cubicBezTo>
                    <a:pt x="12153" y="7744"/>
                    <a:pt x="12690" y="7659"/>
                    <a:pt x="13160" y="7424"/>
                  </a:cubicBezTo>
                  <a:cubicBezTo>
                    <a:pt x="13646" y="7207"/>
                    <a:pt x="14067" y="6804"/>
                    <a:pt x="14201" y="6300"/>
                  </a:cubicBezTo>
                  <a:cubicBezTo>
                    <a:pt x="14419" y="5511"/>
                    <a:pt x="13982" y="4705"/>
                    <a:pt x="13479" y="4085"/>
                  </a:cubicBezTo>
                  <a:cubicBezTo>
                    <a:pt x="11532" y="1596"/>
                    <a:pt x="8499" y="1"/>
                    <a:pt x="5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7"/>
            <p:cNvSpPr/>
            <p:nvPr/>
          </p:nvSpPr>
          <p:spPr>
            <a:xfrm>
              <a:off x="813661" y="1689516"/>
              <a:ext cx="66741" cy="38574"/>
            </a:xfrm>
            <a:custGeom>
              <a:avLst/>
              <a:gdLst/>
              <a:ahLst/>
              <a:cxnLst/>
              <a:rect l="l" t="t" r="r" b="b"/>
              <a:pathLst>
                <a:path w="4483" h="2591" extrusionOk="0">
                  <a:moveTo>
                    <a:pt x="2237" y="1"/>
                  </a:moveTo>
                  <a:cubicBezTo>
                    <a:pt x="1529" y="1"/>
                    <a:pt x="520" y="85"/>
                    <a:pt x="219" y="518"/>
                  </a:cubicBezTo>
                  <a:cubicBezTo>
                    <a:pt x="0" y="854"/>
                    <a:pt x="17" y="1307"/>
                    <a:pt x="219" y="1660"/>
                  </a:cubicBezTo>
                  <a:cubicBezTo>
                    <a:pt x="420" y="2012"/>
                    <a:pt x="772" y="2247"/>
                    <a:pt x="1159" y="2381"/>
                  </a:cubicBezTo>
                  <a:cubicBezTo>
                    <a:pt x="1528" y="2533"/>
                    <a:pt x="1931" y="2566"/>
                    <a:pt x="2334" y="2582"/>
                  </a:cubicBezTo>
                  <a:cubicBezTo>
                    <a:pt x="2441" y="2587"/>
                    <a:pt x="2549" y="2591"/>
                    <a:pt x="2658" y="2591"/>
                  </a:cubicBezTo>
                  <a:cubicBezTo>
                    <a:pt x="2940" y="2591"/>
                    <a:pt x="3225" y="2567"/>
                    <a:pt x="3492" y="2482"/>
                  </a:cubicBezTo>
                  <a:cubicBezTo>
                    <a:pt x="3861" y="2365"/>
                    <a:pt x="4197" y="2112"/>
                    <a:pt x="4331" y="1743"/>
                  </a:cubicBezTo>
                  <a:cubicBezTo>
                    <a:pt x="4483" y="1324"/>
                    <a:pt x="4315" y="820"/>
                    <a:pt x="3979" y="501"/>
                  </a:cubicBezTo>
                  <a:cubicBezTo>
                    <a:pt x="3659" y="183"/>
                    <a:pt x="3189" y="48"/>
                    <a:pt x="2737" y="15"/>
                  </a:cubicBezTo>
                  <a:cubicBezTo>
                    <a:pt x="2608" y="7"/>
                    <a:pt x="2434" y="1"/>
                    <a:pt x="2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1553868" y="1593507"/>
              <a:ext cx="48250" cy="48489"/>
            </a:xfrm>
            <a:custGeom>
              <a:avLst/>
              <a:gdLst/>
              <a:ahLst/>
              <a:cxnLst/>
              <a:rect l="l" t="t" r="r" b="b"/>
              <a:pathLst>
                <a:path w="3241" h="3257" extrusionOk="0">
                  <a:moveTo>
                    <a:pt x="1612" y="0"/>
                  </a:moveTo>
                  <a:cubicBezTo>
                    <a:pt x="723" y="0"/>
                    <a:pt x="0" y="739"/>
                    <a:pt x="0" y="1629"/>
                  </a:cubicBezTo>
                  <a:cubicBezTo>
                    <a:pt x="0" y="2518"/>
                    <a:pt x="723" y="3257"/>
                    <a:pt x="1612" y="3257"/>
                  </a:cubicBezTo>
                  <a:cubicBezTo>
                    <a:pt x="2518" y="3257"/>
                    <a:pt x="3240" y="2518"/>
                    <a:pt x="3240" y="1629"/>
                  </a:cubicBezTo>
                  <a:cubicBezTo>
                    <a:pt x="3240" y="739"/>
                    <a:pt x="2518" y="0"/>
                    <a:pt x="16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1650324" y="1593507"/>
              <a:ext cx="48489" cy="48489"/>
            </a:xfrm>
            <a:custGeom>
              <a:avLst/>
              <a:gdLst/>
              <a:ahLst/>
              <a:cxnLst/>
              <a:rect l="l" t="t" r="r" b="b"/>
              <a:pathLst>
                <a:path w="3257" h="3257" extrusionOk="0">
                  <a:moveTo>
                    <a:pt x="1629" y="0"/>
                  </a:moveTo>
                  <a:cubicBezTo>
                    <a:pt x="723" y="0"/>
                    <a:pt x="0" y="739"/>
                    <a:pt x="0" y="1629"/>
                  </a:cubicBezTo>
                  <a:cubicBezTo>
                    <a:pt x="0" y="2518"/>
                    <a:pt x="723" y="3257"/>
                    <a:pt x="1629" y="3257"/>
                  </a:cubicBezTo>
                  <a:cubicBezTo>
                    <a:pt x="2518" y="3257"/>
                    <a:pt x="3257" y="2518"/>
                    <a:pt x="3257" y="1629"/>
                  </a:cubicBezTo>
                  <a:cubicBezTo>
                    <a:pt x="3257" y="739"/>
                    <a:pt x="2518" y="0"/>
                    <a:pt x="16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7"/>
            <p:cNvSpPr/>
            <p:nvPr/>
          </p:nvSpPr>
          <p:spPr>
            <a:xfrm>
              <a:off x="1746780" y="1593507"/>
              <a:ext cx="48503" cy="48489"/>
            </a:xfrm>
            <a:custGeom>
              <a:avLst/>
              <a:gdLst/>
              <a:ahLst/>
              <a:cxnLst/>
              <a:rect l="l" t="t" r="r" b="b"/>
              <a:pathLst>
                <a:path w="3258" h="3257" extrusionOk="0">
                  <a:moveTo>
                    <a:pt x="1630" y="0"/>
                  </a:moveTo>
                  <a:cubicBezTo>
                    <a:pt x="739" y="0"/>
                    <a:pt x="1" y="739"/>
                    <a:pt x="1" y="1629"/>
                  </a:cubicBezTo>
                  <a:cubicBezTo>
                    <a:pt x="1" y="2518"/>
                    <a:pt x="739" y="3257"/>
                    <a:pt x="1630" y="3257"/>
                  </a:cubicBezTo>
                  <a:cubicBezTo>
                    <a:pt x="2536" y="3257"/>
                    <a:pt x="3257" y="2518"/>
                    <a:pt x="3257" y="1629"/>
                  </a:cubicBezTo>
                  <a:cubicBezTo>
                    <a:pt x="3257" y="739"/>
                    <a:pt x="2536" y="0"/>
                    <a:pt x="16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7"/>
            <p:cNvSpPr/>
            <p:nvPr/>
          </p:nvSpPr>
          <p:spPr>
            <a:xfrm>
              <a:off x="2583350" y="1979850"/>
              <a:ext cx="1767899" cy="1355736"/>
            </a:xfrm>
            <a:custGeom>
              <a:avLst/>
              <a:gdLst/>
              <a:ahLst/>
              <a:cxnLst/>
              <a:rect l="l" t="t" r="r" b="b"/>
              <a:pathLst>
                <a:path w="72617" h="51316" extrusionOk="0">
                  <a:moveTo>
                    <a:pt x="2351" y="0"/>
                  </a:moveTo>
                  <a:cubicBezTo>
                    <a:pt x="1042" y="0"/>
                    <a:pt x="1" y="1058"/>
                    <a:pt x="1" y="2350"/>
                  </a:cubicBezTo>
                  <a:lnTo>
                    <a:pt x="1" y="48966"/>
                  </a:lnTo>
                  <a:cubicBezTo>
                    <a:pt x="1" y="50257"/>
                    <a:pt x="1042" y="51316"/>
                    <a:pt x="2351" y="51316"/>
                  </a:cubicBezTo>
                  <a:lnTo>
                    <a:pt x="70267" y="51316"/>
                  </a:lnTo>
                  <a:cubicBezTo>
                    <a:pt x="71576" y="51316"/>
                    <a:pt x="72617" y="50257"/>
                    <a:pt x="72617" y="48966"/>
                  </a:cubicBezTo>
                  <a:lnTo>
                    <a:pt x="72617" y="2350"/>
                  </a:lnTo>
                  <a:cubicBezTo>
                    <a:pt x="72617" y="1058"/>
                    <a:pt x="71576" y="0"/>
                    <a:pt x="702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2898043" y="2191382"/>
              <a:ext cx="1138543" cy="877023"/>
            </a:xfrm>
            <a:custGeom>
              <a:avLst/>
              <a:gdLst/>
              <a:ahLst/>
              <a:cxnLst/>
              <a:rect l="l" t="t" r="r" b="b"/>
              <a:pathLst>
                <a:path w="46766" h="36024" extrusionOk="0">
                  <a:moveTo>
                    <a:pt x="2870" y="0"/>
                  </a:moveTo>
                  <a:cubicBezTo>
                    <a:pt x="1292" y="0"/>
                    <a:pt x="0" y="1276"/>
                    <a:pt x="0" y="2872"/>
                  </a:cubicBezTo>
                  <a:lnTo>
                    <a:pt x="0" y="33136"/>
                  </a:lnTo>
                  <a:cubicBezTo>
                    <a:pt x="0" y="34731"/>
                    <a:pt x="1292" y="36023"/>
                    <a:pt x="2870" y="36023"/>
                  </a:cubicBezTo>
                  <a:cubicBezTo>
                    <a:pt x="4465" y="36023"/>
                    <a:pt x="5741" y="34731"/>
                    <a:pt x="5741" y="33136"/>
                  </a:cubicBezTo>
                  <a:lnTo>
                    <a:pt x="5741" y="2872"/>
                  </a:lnTo>
                  <a:cubicBezTo>
                    <a:pt x="5741" y="1276"/>
                    <a:pt x="4465" y="0"/>
                    <a:pt x="2870" y="0"/>
                  </a:cubicBezTo>
                  <a:close/>
                  <a:moveTo>
                    <a:pt x="16551" y="0"/>
                  </a:moveTo>
                  <a:cubicBezTo>
                    <a:pt x="14956" y="0"/>
                    <a:pt x="13680" y="1276"/>
                    <a:pt x="13680" y="2872"/>
                  </a:cubicBezTo>
                  <a:lnTo>
                    <a:pt x="13680" y="33136"/>
                  </a:lnTo>
                  <a:cubicBezTo>
                    <a:pt x="13680" y="34731"/>
                    <a:pt x="14956" y="36023"/>
                    <a:pt x="16551" y="36023"/>
                  </a:cubicBezTo>
                  <a:cubicBezTo>
                    <a:pt x="18129" y="36023"/>
                    <a:pt x="19421" y="34731"/>
                    <a:pt x="19421" y="33136"/>
                  </a:cubicBezTo>
                  <a:lnTo>
                    <a:pt x="19421" y="2872"/>
                  </a:lnTo>
                  <a:cubicBezTo>
                    <a:pt x="19421" y="1276"/>
                    <a:pt x="18129" y="0"/>
                    <a:pt x="16551" y="0"/>
                  </a:cubicBezTo>
                  <a:close/>
                  <a:moveTo>
                    <a:pt x="30215" y="0"/>
                  </a:moveTo>
                  <a:cubicBezTo>
                    <a:pt x="28637" y="0"/>
                    <a:pt x="27344" y="1276"/>
                    <a:pt x="27344" y="2872"/>
                  </a:cubicBezTo>
                  <a:lnTo>
                    <a:pt x="27344" y="33136"/>
                  </a:lnTo>
                  <a:cubicBezTo>
                    <a:pt x="27344" y="34731"/>
                    <a:pt x="28637" y="36023"/>
                    <a:pt x="30215" y="36023"/>
                  </a:cubicBezTo>
                  <a:cubicBezTo>
                    <a:pt x="31809" y="36023"/>
                    <a:pt x="33085" y="34731"/>
                    <a:pt x="33085" y="33136"/>
                  </a:cubicBezTo>
                  <a:lnTo>
                    <a:pt x="33085" y="2872"/>
                  </a:lnTo>
                  <a:cubicBezTo>
                    <a:pt x="33085" y="1276"/>
                    <a:pt x="31809" y="0"/>
                    <a:pt x="30215" y="0"/>
                  </a:cubicBezTo>
                  <a:close/>
                  <a:moveTo>
                    <a:pt x="43895" y="0"/>
                  </a:moveTo>
                  <a:cubicBezTo>
                    <a:pt x="42317" y="0"/>
                    <a:pt x="41025" y="1276"/>
                    <a:pt x="41025" y="2872"/>
                  </a:cubicBezTo>
                  <a:lnTo>
                    <a:pt x="41025" y="33136"/>
                  </a:lnTo>
                  <a:cubicBezTo>
                    <a:pt x="41025" y="34731"/>
                    <a:pt x="42317" y="36023"/>
                    <a:pt x="43895" y="36023"/>
                  </a:cubicBezTo>
                  <a:cubicBezTo>
                    <a:pt x="45473" y="36023"/>
                    <a:pt x="46766" y="34731"/>
                    <a:pt x="46766" y="33136"/>
                  </a:cubicBezTo>
                  <a:lnTo>
                    <a:pt x="46766" y="2872"/>
                  </a:lnTo>
                  <a:cubicBezTo>
                    <a:pt x="46766" y="1276"/>
                    <a:pt x="45473" y="0"/>
                    <a:pt x="438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7"/>
            <p:cNvSpPr/>
            <p:nvPr/>
          </p:nvSpPr>
          <p:spPr>
            <a:xfrm>
              <a:off x="2898043" y="2398972"/>
              <a:ext cx="1138543" cy="669429"/>
            </a:xfrm>
            <a:custGeom>
              <a:avLst/>
              <a:gdLst/>
              <a:ahLst/>
              <a:cxnLst/>
              <a:rect l="l" t="t" r="r" b="b"/>
              <a:pathLst>
                <a:path w="46766" h="27497" extrusionOk="0">
                  <a:moveTo>
                    <a:pt x="0" y="12456"/>
                  </a:moveTo>
                  <a:lnTo>
                    <a:pt x="0" y="24609"/>
                  </a:lnTo>
                  <a:cubicBezTo>
                    <a:pt x="0" y="26204"/>
                    <a:pt x="1292" y="27496"/>
                    <a:pt x="2870" y="27496"/>
                  </a:cubicBezTo>
                  <a:cubicBezTo>
                    <a:pt x="4465" y="27496"/>
                    <a:pt x="5741" y="26204"/>
                    <a:pt x="5741" y="24609"/>
                  </a:cubicBezTo>
                  <a:lnTo>
                    <a:pt x="5741" y="12456"/>
                  </a:lnTo>
                  <a:close/>
                  <a:moveTo>
                    <a:pt x="13680" y="5994"/>
                  </a:moveTo>
                  <a:lnTo>
                    <a:pt x="13680" y="24609"/>
                  </a:lnTo>
                  <a:cubicBezTo>
                    <a:pt x="13680" y="26204"/>
                    <a:pt x="14956" y="27496"/>
                    <a:pt x="16551" y="27496"/>
                  </a:cubicBezTo>
                  <a:cubicBezTo>
                    <a:pt x="18129" y="27496"/>
                    <a:pt x="19421" y="26204"/>
                    <a:pt x="19421" y="24609"/>
                  </a:cubicBezTo>
                  <a:lnTo>
                    <a:pt x="19421" y="5994"/>
                  </a:lnTo>
                  <a:close/>
                  <a:moveTo>
                    <a:pt x="27344" y="17760"/>
                  </a:moveTo>
                  <a:lnTo>
                    <a:pt x="27344" y="24609"/>
                  </a:lnTo>
                  <a:cubicBezTo>
                    <a:pt x="27344" y="26204"/>
                    <a:pt x="28637" y="27496"/>
                    <a:pt x="30215" y="27496"/>
                  </a:cubicBezTo>
                  <a:cubicBezTo>
                    <a:pt x="31809" y="27496"/>
                    <a:pt x="33085" y="26204"/>
                    <a:pt x="33085" y="24609"/>
                  </a:cubicBezTo>
                  <a:lnTo>
                    <a:pt x="33085" y="17760"/>
                  </a:lnTo>
                  <a:close/>
                  <a:moveTo>
                    <a:pt x="41025" y="1"/>
                  </a:moveTo>
                  <a:lnTo>
                    <a:pt x="41025" y="24609"/>
                  </a:lnTo>
                  <a:cubicBezTo>
                    <a:pt x="41025" y="26204"/>
                    <a:pt x="42317" y="27496"/>
                    <a:pt x="43895" y="27496"/>
                  </a:cubicBezTo>
                  <a:cubicBezTo>
                    <a:pt x="45473" y="27496"/>
                    <a:pt x="46766" y="26204"/>
                    <a:pt x="46766" y="24609"/>
                  </a:cubicBezTo>
                  <a:lnTo>
                    <a:pt x="46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7"/>
            <p:cNvSpPr/>
            <p:nvPr/>
          </p:nvSpPr>
          <p:spPr>
            <a:xfrm>
              <a:off x="1206259" y="2848776"/>
              <a:ext cx="791702" cy="791702"/>
            </a:xfrm>
            <a:custGeom>
              <a:avLst/>
              <a:gdLst/>
              <a:ahLst/>
              <a:cxnLst/>
              <a:rect l="l" t="t" r="r" b="b"/>
              <a:pathLst>
                <a:path w="53179" h="53179" extrusionOk="0">
                  <a:moveTo>
                    <a:pt x="26589" y="0"/>
                  </a:moveTo>
                  <a:cubicBezTo>
                    <a:pt x="11935" y="0"/>
                    <a:pt x="0" y="11934"/>
                    <a:pt x="0" y="26589"/>
                  </a:cubicBezTo>
                  <a:cubicBezTo>
                    <a:pt x="0" y="41243"/>
                    <a:pt x="11935" y="53178"/>
                    <a:pt x="26589" y="53178"/>
                  </a:cubicBezTo>
                  <a:cubicBezTo>
                    <a:pt x="41260" y="53178"/>
                    <a:pt x="53178" y="41243"/>
                    <a:pt x="53178" y="26589"/>
                  </a:cubicBezTo>
                  <a:cubicBezTo>
                    <a:pt x="53178" y="11934"/>
                    <a:pt x="41260" y="0"/>
                    <a:pt x="265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7"/>
            <p:cNvSpPr/>
            <p:nvPr/>
          </p:nvSpPr>
          <p:spPr>
            <a:xfrm>
              <a:off x="1493380" y="3048700"/>
              <a:ext cx="189950" cy="871901"/>
            </a:xfrm>
            <a:custGeom>
              <a:avLst/>
              <a:gdLst/>
              <a:ahLst/>
              <a:cxnLst/>
              <a:rect l="l" t="t" r="r" b="b"/>
              <a:pathLst>
                <a:path w="12759" h="58566" extrusionOk="0">
                  <a:moveTo>
                    <a:pt x="7303" y="0"/>
                  </a:moveTo>
                  <a:cubicBezTo>
                    <a:pt x="6816" y="0"/>
                    <a:pt x="6431" y="386"/>
                    <a:pt x="6431" y="873"/>
                  </a:cubicBezTo>
                  <a:lnTo>
                    <a:pt x="6431" y="24457"/>
                  </a:lnTo>
                  <a:lnTo>
                    <a:pt x="1596" y="19622"/>
                  </a:lnTo>
                  <a:cubicBezTo>
                    <a:pt x="1420" y="19454"/>
                    <a:pt x="1193" y="19370"/>
                    <a:pt x="969" y="19370"/>
                  </a:cubicBezTo>
                  <a:cubicBezTo>
                    <a:pt x="744" y="19370"/>
                    <a:pt x="522" y="19454"/>
                    <a:pt x="354" y="19622"/>
                  </a:cubicBezTo>
                  <a:cubicBezTo>
                    <a:pt x="1" y="19975"/>
                    <a:pt x="1" y="20529"/>
                    <a:pt x="354" y="20864"/>
                  </a:cubicBezTo>
                  <a:lnTo>
                    <a:pt x="6431" y="26941"/>
                  </a:lnTo>
                  <a:lnTo>
                    <a:pt x="6431" y="57677"/>
                  </a:lnTo>
                  <a:cubicBezTo>
                    <a:pt x="6431" y="58163"/>
                    <a:pt x="6816" y="58566"/>
                    <a:pt x="7303" y="58566"/>
                  </a:cubicBezTo>
                  <a:cubicBezTo>
                    <a:pt x="7790" y="58566"/>
                    <a:pt x="8192" y="58163"/>
                    <a:pt x="8192" y="57677"/>
                  </a:cubicBezTo>
                  <a:lnTo>
                    <a:pt x="8192" y="15343"/>
                  </a:lnTo>
                  <a:lnTo>
                    <a:pt x="12406" y="11129"/>
                  </a:lnTo>
                  <a:cubicBezTo>
                    <a:pt x="12758" y="10777"/>
                    <a:pt x="12758" y="10222"/>
                    <a:pt x="12406" y="9870"/>
                  </a:cubicBezTo>
                  <a:cubicBezTo>
                    <a:pt x="12238" y="9702"/>
                    <a:pt x="12016" y="9618"/>
                    <a:pt x="11791" y="9618"/>
                  </a:cubicBezTo>
                  <a:cubicBezTo>
                    <a:pt x="11567" y="9618"/>
                    <a:pt x="11340" y="9702"/>
                    <a:pt x="11164" y="9870"/>
                  </a:cubicBezTo>
                  <a:lnTo>
                    <a:pt x="8192" y="12858"/>
                  </a:lnTo>
                  <a:lnTo>
                    <a:pt x="8192" y="873"/>
                  </a:lnTo>
                  <a:cubicBezTo>
                    <a:pt x="8192" y="386"/>
                    <a:pt x="7790" y="0"/>
                    <a:pt x="73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7"/>
            <p:cNvSpPr/>
            <p:nvPr/>
          </p:nvSpPr>
          <p:spPr>
            <a:xfrm>
              <a:off x="1454896" y="3851375"/>
              <a:ext cx="290902" cy="418354"/>
            </a:xfrm>
            <a:custGeom>
              <a:avLst/>
              <a:gdLst/>
              <a:ahLst/>
              <a:cxnLst/>
              <a:rect l="l" t="t" r="r" b="b"/>
              <a:pathLst>
                <a:path w="19540" h="28101" extrusionOk="0">
                  <a:moveTo>
                    <a:pt x="1" y="1"/>
                  </a:moveTo>
                  <a:lnTo>
                    <a:pt x="1" y="28101"/>
                  </a:lnTo>
                  <a:lnTo>
                    <a:pt x="19540" y="28101"/>
                  </a:lnTo>
                  <a:lnTo>
                    <a:pt x="19540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2049401" y="3771015"/>
              <a:ext cx="232662" cy="420617"/>
            </a:xfrm>
            <a:custGeom>
              <a:avLst/>
              <a:gdLst/>
              <a:ahLst/>
              <a:cxnLst/>
              <a:rect l="l" t="t" r="r" b="b"/>
              <a:pathLst>
                <a:path w="15628" h="28253" extrusionOk="0">
                  <a:moveTo>
                    <a:pt x="7973" y="1"/>
                  </a:moveTo>
                  <a:cubicBezTo>
                    <a:pt x="7536" y="1"/>
                    <a:pt x="7184" y="135"/>
                    <a:pt x="6898" y="421"/>
                  </a:cubicBezTo>
                  <a:cubicBezTo>
                    <a:pt x="6614" y="706"/>
                    <a:pt x="6446" y="1075"/>
                    <a:pt x="6446" y="1478"/>
                  </a:cubicBezTo>
                  <a:lnTo>
                    <a:pt x="6446" y="2787"/>
                  </a:lnTo>
                  <a:cubicBezTo>
                    <a:pt x="4817" y="3073"/>
                    <a:pt x="3324" y="3812"/>
                    <a:pt x="2265" y="4902"/>
                  </a:cubicBezTo>
                  <a:cubicBezTo>
                    <a:pt x="1175" y="6044"/>
                    <a:pt x="520" y="7487"/>
                    <a:pt x="520" y="9116"/>
                  </a:cubicBezTo>
                  <a:cubicBezTo>
                    <a:pt x="520" y="10878"/>
                    <a:pt x="1242" y="12339"/>
                    <a:pt x="2686" y="13463"/>
                  </a:cubicBezTo>
                  <a:cubicBezTo>
                    <a:pt x="3910" y="14437"/>
                    <a:pt x="5674" y="15142"/>
                    <a:pt x="8006" y="15578"/>
                  </a:cubicBezTo>
                  <a:lnTo>
                    <a:pt x="8460" y="15713"/>
                  </a:lnTo>
                  <a:cubicBezTo>
                    <a:pt x="9517" y="15965"/>
                    <a:pt x="10206" y="16183"/>
                    <a:pt x="10826" y="16536"/>
                  </a:cubicBezTo>
                  <a:cubicBezTo>
                    <a:pt x="11717" y="17039"/>
                    <a:pt x="12169" y="17778"/>
                    <a:pt x="12169" y="18734"/>
                  </a:cubicBezTo>
                  <a:cubicBezTo>
                    <a:pt x="12169" y="19725"/>
                    <a:pt x="11649" y="20547"/>
                    <a:pt x="10844" y="21102"/>
                  </a:cubicBezTo>
                  <a:cubicBezTo>
                    <a:pt x="10072" y="21672"/>
                    <a:pt x="9013" y="21941"/>
                    <a:pt x="7973" y="21941"/>
                  </a:cubicBezTo>
                  <a:cubicBezTo>
                    <a:pt x="5891" y="21941"/>
                    <a:pt x="4264" y="21084"/>
                    <a:pt x="3290" y="19540"/>
                  </a:cubicBezTo>
                  <a:cubicBezTo>
                    <a:pt x="2719" y="18835"/>
                    <a:pt x="2182" y="18483"/>
                    <a:pt x="1679" y="18483"/>
                  </a:cubicBezTo>
                  <a:cubicBezTo>
                    <a:pt x="1444" y="18483"/>
                    <a:pt x="1191" y="18550"/>
                    <a:pt x="906" y="18718"/>
                  </a:cubicBezTo>
                  <a:cubicBezTo>
                    <a:pt x="486" y="18953"/>
                    <a:pt x="201" y="19255"/>
                    <a:pt x="83" y="19624"/>
                  </a:cubicBezTo>
                  <a:cubicBezTo>
                    <a:pt x="34" y="19808"/>
                    <a:pt x="0" y="20010"/>
                    <a:pt x="0" y="20178"/>
                  </a:cubicBezTo>
                  <a:cubicBezTo>
                    <a:pt x="0" y="20480"/>
                    <a:pt x="67" y="20799"/>
                    <a:pt x="235" y="21102"/>
                  </a:cubicBezTo>
                  <a:cubicBezTo>
                    <a:pt x="705" y="22142"/>
                    <a:pt x="1511" y="23049"/>
                    <a:pt x="2601" y="23837"/>
                  </a:cubicBezTo>
                  <a:cubicBezTo>
                    <a:pt x="3709" y="24627"/>
                    <a:pt x="5002" y="25113"/>
                    <a:pt x="6446" y="25314"/>
                  </a:cubicBezTo>
                  <a:lnTo>
                    <a:pt x="6446" y="26775"/>
                  </a:lnTo>
                  <a:cubicBezTo>
                    <a:pt x="6446" y="27615"/>
                    <a:pt x="7117" y="28252"/>
                    <a:pt x="7957" y="28252"/>
                  </a:cubicBezTo>
                  <a:cubicBezTo>
                    <a:pt x="8778" y="28252"/>
                    <a:pt x="9400" y="27615"/>
                    <a:pt x="9400" y="26775"/>
                  </a:cubicBezTo>
                  <a:lnTo>
                    <a:pt x="9400" y="25281"/>
                  </a:lnTo>
                  <a:cubicBezTo>
                    <a:pt x="11162" y="24996"/>
                    <a:pt x="12740" y="24190"/>
                    <a:pt x="13865" y="22982"/>
                  </a:cubicBezTo>
                  <a:cubicBezTo>
                    <a:pt x="14973" y="21789"/>
                    <a:pt x="15627" y="20229"/>
                    <a:pt x="15627" y="18533"/>
                  </a:cubicBezTo>
                  <a:cubicBezTo>
                    <a:pt x="15627" y="16771"/>
                    <a:pt x="14940" y="15343"/>
                    <a:pt x="13597" y="14253"/>
                  </a:cubicBezTo>
                  <a:cubicBezTo>
                    <a:pt x="12471" y="13346"/>
                    <a:pt x="10961" y="12742"/>
                    <a:pt x="9081" y="12239"/>
                  </a:cubicBezTo>
                  <a:cubicBezTo>
                    <a:pt x="7335" y="11885"/>
                    <a:pt x="6361" y="11617"/>
                    <a:pt x="5539" y="11214"/>
                  </a:cubicBezTo>
                  <a:cubicBezTo>
                    <a:pt x="4566" y="10728"/>
                    <a:pt x="4011" y="10072"/>
                    <a:pt x="4011" y="9083"/>
                  </a:cubicBezTo>
                  <a:cubicBezTo>
                    <a:pt x="4011" y="8192"/>
                    <a:pt x="4432" y="7438"/>
                    <a:pt x="5186" y="6934"/>
                  </a:cubicBezTo>
                  <a:cubicBezTo>
                    <a:pt x="5891" y="6431"/>
                    <a:pt x="6865" y="6145"/>
                    <a:pt x="7923" y="6145"/>
                  </a:cubicBezTo>
                  <a:cubicBezTo>
                    <a:pt x="8812" y="6145"/>
                    <a:pt x="9584" y="6279"/>
                    <a:pt x="10222" y="6565"/>
                  </a:cubicBezTo>
                  <a:cubicBezTo>
                    <a:pt x="10726" y="6800"/>
                    <a:pt x="11347" y="7236"/>
                    <a:pt x="12052" y="7857"/>
                  </a:cubicBezTo>
                  <a:cubicBezTo>
                    <a:pt x="12321" y="8076"/>
                    <a:pt x="12673" y="8176"/>
                    <a:pt x="13093" y="8176"/>
                  </a:cubicBezTo>
                  <a:cubicBezTo>
                    <a:pt x="13530" y="8176"/>
                    <a:pt x="13966" y="8008"/>
                    <a:pt x="14235" y="7756"/>
                  </a:cubicBezTo>
                  <a:cubicBezTo>
                    <a:pt x="14452" y="7521"/>
                    <a:pt x="14604" y="7252"/>
                    <a:pt x="14705" y="6934"/>
                  </a:cubicBezTo>
                  <a:cubicBezTo>
                    <a:pt x="14721" y="6800"/>
                    <a:pt x="14738" y="6682"/>
                    <a:pt x="14738" y="6598"/>
                  </a:cubicBezTo>
                  <a:cubicBezTo>
                    <a:pt x="14738" y="6380"/>
                    <a:pt x="14671" y="6145"/>
                    <a:pt x="14537" y="5943"/>
                  </a:cubicBezTo>
                  <a:cubicBezTo>
                    <a:pt x="13512" y="4248"/>
                    <a:pt x="11649" y="3141"/>
                    <a:pt x="9400" y="2787"/>
                  </a:cubicBezTo>
                  <a:lnTo>
                    <a:pt x="9400" y="1478"/>
                  </a:lnTo>
                  <a:cubicBezTo>
                    <a:pt x="9400" y="1075"/>
                    <a:pt x="9266" y="706"/>
                    <a:pt x="8980" y="421"/>
                  </a:cubicBezTo>
                  <a:cubicBezTo>
                    <a:pt x="8711" y="135"/>
                    <a:pt x="8376" y="1"/>
                    <a:pt x="79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2623388" y="3878455"/>
              <a:ext cx="412845" cy="137114"/>
            </a:xfrm>
            <a:custGeom>
              <a:avLst/>
              <a:gdLst/>
              <a:ahLst/>
              <a:cxnLst/>
              <a:rect l="l" t="t" r="r" b="b"/>
              <a:pathLst>
                <a:path w="27731" h="9210" extrusionOk="0">
                  <a:moveTo>
                    <a:pt x="17841" y="1"/>
                  </a:moveTo>
                  <a:cubicBezTo>
                    <a:pt x="15714" y="1"/>
                    <a:pt x="13590" y="679"/>
                    <a:pt x="12102" y="1875"/>
                  </a:cubicBezTo>
                  <a:cubicBezTo>
                    <a:pt x="10743" y="2965"/>
                    <a:pt x="9367" y="4762"/>
                    <a:pt x="8897" y="6658"/>
                  </a:cubicBezTo>
                  <a:cubicBezTo>
                    <a:pt x="7888" y="5841"/>
                    <a:pt x="6594" y="5411"/>
                    <a:pt x="5301" y="5411"/>
                  </a:cubicBezTo>
                  <a:cubicBezTo>
                    <a:pt x="4787" y="5411"/>
                    <a:pt x="4273" y="5479"/>
                    <a:pt x="3777" y="5617"/>
                  </a:cubicBezTo>
                  <a:cubicBezTo>
                    <a:pt x="2048" y="6121"/>
                    <a:pt x="587" y="7497"/>
                    <a:pt x="0" y="9210"/>
                  </a:cubicBezTo>
                  <a:lnTo>
                    <a:pt x="27731" y="9126"/>
                  </a:lnTo>
                  <a:cubicBezTo>
                    <a:pt x="27243" y="5684"/>
                    <a:pt x="25213" y="2898"/>
                    <a:pt x="22241" y="1136"/>
                  </a:cubicBezTo>
                  <a:cubicBezTo>
                    <a:pt x="20934" y="359"/>
                    <a:pt x="19387" y="1"/>
                    <a:pt x="178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2805313" y="3882951"/>
              <a:ext cx="214678" cy="117701"/>
            </a:xfrm>
            <a:custGeom>
              <a:avLst/>
              <a:gdLst/>
              <a:ahLst/>
              <a:cxnLst/>
              <a:rect l="l" t="t" r="r" b="b"/>
              <a:pathLst>
                <a:path w="14420" h="7906" extrusionOk="0">
                  <a:moveTo>
                    <a:pt x="5379" y="1"/>
                  </a:moveTo>
                  <a:cubicBezTo>
                    <a:pt x="4908" y="1"/>
                    <a:pt x="4435" y="37"/>
                    <a:pt x="3962" y="112"/>
                  </a:cubicBezTo>
                  <a:cubicBezTo>
                    <a:pt x="2837" y="280"/>
                    <a:pt x="1713" y="750"/>
                    <a:pt x="974" y="1622"/>
                  </a:cubicBezTo>
                  <a:cubicBezTo>
                    <a:pt x="252" y="2495"/>
                    <a:pt x="1" y="3805"/>
                    <a:pt x="538" y="4812"/>
                  </a:cubicBezTo>
                  <a:cubicBezTo>
                    <a:pt x="990" y="5601"/>
                    <a:pt x="1830" y="6071"/>
                    <a:pt x="2669" y="6441"/>
                  </a:cubicBezTo>
                  <a:cubicBezTo>
                    <a:pt x="4885" y="7409"/>
                    <a:pt x="7289" y="7905"/>
                    <a:pt x="9699" y="7905"/>
                  </a:cubicBezTo>
                  <a:cubicBezTo>
                    <a:pt x="10339" y="7905"/>
                    <a:pt x="10979" y="7870"/>
                    <a:pt x="11617" y="7800"/>
                  </a:cubicBezTo>
                  <a:cubicBezTo>
                    <a:pt x="12136" y="7750"/>
                    <a:pt x="12673" y="7649"/>
                    <a:pt x="13161" y="7430"/>
                  </a:cubicBezTo>
                  <a:cubicBezTo>
                    <a:pt x="13631" y="7195"/>
                    <a:pt x="14050" y="6793"/>
                    <a:pt x="14202" y="6289"/>
                  </a:cubicBezTo>
                  <a:cubicBezTo>
                    <a:pt x="14419" y="5517"/>
                    <a:pt x="13967" y="4711"/>
                    <a:pt x="13479" y="4073"/>
                  </a:cubicBezTo>
                  <a:cubicBezTo>
                    <a:pt x="11524" y="1593"/>
                    <a:pt x="8505" y="1"/>
                    <a:pt x="5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0946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9"/>
          <p:cNvSpPr/>
          <p:nvPr/>
        </p:nvSpPr>
        <p:spPr>
          <a:xfrm>
            <a:off x="445217" y="805910"/>
            <a:ext cx="3830100" cy="1072162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59"/>
          <p:cNvSpPr txBox="1">
            <a:spLocks noGrp="1"/>
          </p:cNvSpPr>
          <p:nvPr>
            <p:ph type="title"/>
          </p:nvPr>
        </p:nvSpPr>
        <p:spPr>
          <a:xfrm>
            <a:off x="639317" y="830950"/>
            <a:ext cx="3636000" cy="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Orientação dos professores</a:t>
            </a:r>
            <a:endParaRPr dirty="0"/>
          </a:p>
        </p:txBody>
      </p:sp>
      <p:sp>
        <p:nvSpPr>
          <p:cNvPr id="1502" name="Google Shape;1502;p59"/>
          <p:cNvSpPr txBox="1">
            <a:spLocks noGrp="1"/>
          </p:cNvSpPr>
          <p:nvPr>
            <p:ph type="subTitle" idx="1"/>
          </p:nvPr>
        </p:nvSpPr>
        <p:spPr>
          <a:xfrm>
            <a:off x="761169" y="2928979"/>
            <a:ext cx="3208200" cy="6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Orientação do professor de física: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effectLst/>
                <a:latin typeface="Darker Grotesque" panose="020B0604020202020204" charset="0"/>
                <a:ea typeface="Josefin Slab" pitchFamily="2" charset="0"/>
                <a:cs typeface="Josefin Slab" pitchFamily="2" charset="0"/>
              </a:rPr>
              <a:t>Sobre o tipo de site recebemos o seguinte comentário:</a:t>
            </a:r>
            <a:r>
              <a:rPr lang="pt-BR" sz="1800" dirty="0">
                <a:effectLst/>
                <a:latin typeface="Josefin Slab" pitchFamily="2" charset="0"/>
                <a:ea typeface="Josefin Slab" pitchFamily="2" charset="0"/>
                <a:cs typeface="Josefin Slab" pitchFamily="2" charset="0"/>
              </a:rPr>
              <a:t> </a:t>
            </a:r>
            <a:r>
              <a:rPr lang="pt-BR" dirty="0"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“</a:t>
            </a:r>
            <a:r>
              <a:rPr lang="pt-BR" spc="15" dirty="0"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Seria bom explicar um pouco mais sobre como pretendem elaborar o site. a resposta está bem vaga.”</a:t>
            </a:r>
            <a:endParaRPr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CEB44-8B9A-4420-A05E-580E855F6122}"/>
              </a:ext>
            </a:extLst>
          </p:cNvPr>
          <p:cNvGrpSpPr/>
          <p:nvPr/>
        </p:nvGrpSpPr>
        <p:grpSpPr>
          <a:xfrm>
            <a:off x="4469417" y="730288"/>
            <a:ext cx="4319456" cy="2295567"/>
            <a:chOff x="4454371" y="1544442"/>
            <a:chExt cx="4319456" cy="2295567"/>
          </a:xfrm>
        </p:grpSpPr>
        <p:sp>
          <p:nvSpPr>
            <p:cNvPr id="1496" name="Google Shape;1496;p59"/>
            <p:cNvSpPr/>
            <p:nvPr/>
          </p:nvSpPr>
          <p:spPr>
            <a:xfrm rot="10269652" flipH="1">
              <a:off x="7907688" y="2195197"/>
              <a:ext cx="866139" cy="1183238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7" name="Google Shape;1497;p59"/>
            <p:cNvGrpSpPr/>
            <p:nvPr/>
          </p:nvGrpSpPr>
          <p:grpSpPr>
            <a:xfrm flipH="1">
              <a:off x="4454371" y="2214059"/>
              <a:ext cx="1178417" cy="1570940"/>
              <a:chOff x="7452861" y="1397649"/>
              <a:chExt cx="1178417" cy="1570940"/>
            </a:xfrm>
          </p:grpSpPr>
          <p:sp>
            <p:nvSpPr>
              <p:cNvPr id="1498" name="Google Shape;1498;p59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59"/>
              <p:cNvSpPr/>
              <p:nvPr/>
            </p:nvSpPr>
            <p:spPr>
              <a:xfrm flipH="1">
                <a:off x="7687763" y="1679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3" name="Google Shape;1503;p59"/>
            <p:cNvSpPr/>
            <p:nvPr/>
          </p:nvSpPr>
          <p:spPr>
            <a:xfrm>
              <a:off x="4957977" y="1608324"/>
              <a:ext cx="3464815" cy="2231685"/>
            </a:xfrm>
            <a:custGeom>
              <a:avLst/>
              <a:gdLst/>
              <a:ahLst/>
              <a:cxnLst/>
              <a:rect l="l" t="t" r="r" b="b"/>
              <a:pathLst>
                <a:path w="227201" h="146340" extrusionOk="0">
                  <a:moveTo>
                    <a:pt x="3616" y="0"/>
                  </a:moveTo>
                  <a:cubicBezTo>
                    <a:pt x="1622" y="0"/>
                    <a:pt x="0" y="1623"/>
                    <a:pt x="0" y="3617"/>
                  </a:cubicBezTo>
                  <a:lnTo>
                    <a:pt x="0" y="142723"/>
                  </a:lnTo>
                  <a:cubicBezTo>
                    <a:pt x="0" y="144717"/>
                    <a:pt x="1622" y="146340"/>
                    <a:pt x="3616" y="146340"/>
                  </a:cubicBezTo>
                  <a:lnTo>
                    <a:pt x="223584" y="146340"/>
                  </a:lnTo>
                  <a:cubicBezTo>
                    <a:pt x="225577" y="146340"/>
                    <a:pt x="227201" y="144717"/>
                    <a:pt x="227201" y="142723"/>
                  </a:cubicBezTo>
                  <a:lnTo>
                    <a:pt x="227201" y="3617"/>
                  </a:lnTo>
                  <a:cubicBezTo>
                    <a:pt x="227201" y="1623"/>
                    <a:pt x="225577" y="0"/>
                    <a:pt x="223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18000" dist="47625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4" name="Google Shape;1504;p59"/>
            <p:cNvGrpSpPr/>
            <p:nvPr/>
          </p:nvGrpSpPr>
          <p:grpSpPr>
            <a:xfrm>
              <a:off x="5010912" y="1666893"/>
              <a:ext cx="2412138" cy="191913"/>
              <a:chOff x="1213361" y="575225"/>
              <a:chExt cx="5184050" cy="412450"/>
            </a:xfrm>
          </p:grpSpPr>
          <p:sp>
            <p:nvSpPr>
              <p:cNvPr id="1505" name="Google Shape;1505;p59"/>
              <p:cNvSpPr/>
              <p:nvPr/>
            </p:nvSpPr>
            <p:spPr>
              <a:xfrm>
                <a:off x="1213361" y="786800"/>
                <a:ext cx="5184050" cy="200875"/>
              </a:xfrm>
              <a:custGeom>
                <a:avLst/>
                <a:gdLst/>
                <a:ahLst/>
                <a:cxnLst/>
                <a:rect l="l" t="t" r="r" b="b"/>
                <a:pathLst>
                  <a:path w="207362" h="8035" extrusionOk="0">
                    <a:moveTo>
                      <a:pt x="4007" y="0"/>
                    </a:moveTo>
                    <a:cubicBezTo>
                      <a:pt x="1799" y="0"/>
                      <a:pt x="1" y="1798"/>
                      <a:pt x="1" y="4008"/>
                    </a:cubicBezTo>
                    <a:cubicBezTo>
                      <a:pt x="1" y="6236"/>
                      <a:pt x="1799" y="8034"/>
                      <a:pt x="4007" y="8034"/>
                    </a:cubicBezTo>
                    <a:lnTo>
                      <a:pt x="203335" y="8034"/>
                    </a:lnTo>
                    <a:cubicBezTo>
                      <a:pt x="205563" y="8034"/>
                      <a:pt x="207361" y="6236"/>
                      <a:pt x="207361" y="4008"/>
                    </a:cubicBezTo>
                    <a:cubicBezTo>
                      <a:pt x="207361" y="1798"/>
                      <a:pt x="205563" y="0"/>
                      <a:pt x="2033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59"/>
              <p:cNvSpPr/>
              <p:nvPr/>
            </p:nvSpPr>
            <p:spPr>
              <a:xfrm>
                <a:off x="1481225" y="575225"/>
                <a:ext cx="9142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3655" extrusionOk="0">
                    <a:moveTo>
                      <a:pt x="1838" y="1"/>
                    </a:moveTo>
                    <a:cubicBezTo>
                      <a:pt x="821" y="1"/>
                      <a:pt x="0" y="822"/>
                      <a:pt x="0" y="1838"/>
                    </a:cubicBezTo>
                    <a:cubicBezTo>
                      <a:pt x="0" y="2834"/>
                      <a:pt x="821" y="3655"/>
                      <a:pt x="1838" y="3655"/>
                    </a:cubicBezTo>
                    <a:cubicBezTo>
                      <a:pt x="2835" y="3655"/>
                      <a:pt x="3656" y="2834"/>
                      <a:pt x="3656" y="1838"/>
                    </a:cubicBezTo>
                    <a:cubicBezTo>
                      <a:pt x="3656" y="822"/>
                      <a:pt x="2835" y="1"/>
                      <a:pt x="18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59"/>
              <p:cNvSpPr/>
              <p:nvPr/>
            </p:nvSpPr>
            <p:spPr>
              <a:xfrm>
                <a:off x="1663500" y="575225"/>
                <a:ext cx="91400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3655" extrusionOk="0">
                    <a:moveTo>
                      <a:pt x="1838" y="1"/>
                    </a:moveTo>
                    <a:cubicBezTo>
                      <a:pt x="822" y="1"/>
                      <a:pt x="1" y="822"/>
                      <a:pt x="1" y="1838"/>
                    </a:cubicBezTo>
                    <a:cubicBezTo>
                      <a:pt x="1" y="2834"/>
                      <a:pt x="822" y="3655"/>
                      <a:pt x="1838" y="3655"/>
                    </a:cubicBezTo>
                    <a:cubicBezTo>
                      <a:pt x="2834" y="3655"/>
                      <a:pt x="3655" y="2834"/>
                      <a:pt x="3655" y="1838"/>
                    </a:cubicBezTo>
                    <a:cubicBezTo>
                      <a:pt x="3655" y="822"/>
                      <a:pt x="2834" y="1"/>
                      <a:pt x="18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59"/>
              <p:cNvSpPr/>
              <p:nvPr/>
            </p:nvSpPr>
            <p:spPr>
              <a:xfrm>
                <a:off x="1323786" y="858650"/>
                <a:ext cx="2208200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88328" h="2287" extrusionOk="0">
                    <a:moveTo>
                      <a:pt x="1153" y="0"/>
                    </a:moveTo>
                    <a:cubicBezTo>
                      <a:pt x="509" y="0"/>
                      <a:pt x="1" y="508"/>
                      <a:pt x="1" y="1134"/>
                    </a:cubicBezTo>
                    <a:cubicBezTo>
                      <a:pt x="1" y="1778"/>
                      <a:pt x="509" y="2286"/>
                      <a:pt x="1153" y="2286"/>
                    </a:cubicBezTo>
                    <a:lnTo>
                      <a:pt x="87175" y="2286"/>
                    </a:lnTo>
                    <a:cubicBezTo>
                      <a:pt x="87819" y="2286"/>
                      <a:pt x="88328" y="1778"/>
                      <a:pt x="88328" y="1134"/>
                    </a:cubicBezTo>
                    <a:cubicBezTo>
                      <a:pt x="88328" y="508"/>
                      <a:pt x="87819" y="0"/>
                      <a:pt x="871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59"/>
              <p:cNvSpPr/>
              <p:nvPr/>
            </p:nvSpPr>
            <p:spPr>
              <a:xfrm>
                <a:off x="3676611" y="858650"/>
                <a:ext cx="927000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37080" h="2287" extrusionOk="0">
                    <a:moveTo>
                      <a:pt x="1154" y="0"/>
                    </a:moveTo>
                    <a:cubicBezTo>
                      <a:pt x="529" y="0"/>
                      <a:pt x="0" y="508"/>
                      <a:pt x="0" y="1134"/>
                    </a:cubicBezTo>
                    <a:cubicBezTo>
                      <a:pt x="0" y="1778"/>
                      <a:pt x="529" y="2286"/>
                      <a:pt x="1154" y="2286"/>
                    </a:cubicBezTo>
                    <a:lnTo>
                      <a:pt x="35925" y="2286"/>
                    </a:lnTo>
                    <a:cubicBezTo>
                      <a:pt x="36551" y="2286"/>
                      <a:pt x="37079" y="1778"/>
                      <a:pt x="37079" y="1134"/>
                    </a:cubicBezTo>
                    <a:cubicBezTo>
                      <a:pt x="37079" y="508"/>
                      <a:pt x="36551" y="0"/>
                      <a:pt x="35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0" name="Google Shape;1510;p59"/>
            <p:cNvSpPr/>
            <p:nvPr/>
          </p:nvSpPr>
          <p:spPr>
            <a:xfrm>
              <a:off x="5029539" y="1666893"/>
              <a:ext cx="42540" cy="42517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11" name="Google Shape;1511;p59"/>
            <p:cNvPicPr preferRelativeResize="0"/>
            <p:nvPr/>
          </p:nvPicPr>
          <p:blipFill rotWithShape="1">
            <a:blip r:embed="rId3">
              <a:alphaModFix/>
            </a:blip>
            <a:srcRect l="10968" t="8145" r="4920" b="8908"/>
            <a:stretch/>
          </p:blipFill>
          <p:spPr>
            <a:xfrm>
              <a:off x="5017085" y="1925600"/>
              <a:ext cx="3350700" cy="1858800"/>
            </a:xfrm>
            <a:prstGeom prst="roundRect">
              <a:avLst>
                <a:gd name="adj" fmla="val 3418"/>
              </a:avLst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</p:pic>
        <p:grpSp>
          <p:nvGrpSpPr>
            <p:cNvPr id="1512" name="Google Shape;1512;p59"/>
            <p:cNvGrpSpPr/>
            <p:nvPr/>
          </p:nvGrpSpPr>
          <p:grpSpPr>
            <a:xfrm>
              <a:off x="7655301" y="1544442"/>
              <a:ext cx="627083" cy="436814"/>
              <a:chOff x="5779976" y="1418876"/>
              <a:chExt cx="421200" cy="293400"/>
            </a:xfrm>
          </p:grpSpPr>
          <p:sp>
            <p:nvSpPr>
              <p:cNvPr id="1513" name="Google Shape;1513;p59"/>
              <p:cNvSpPr/>
              <p:nvPr/>
            </p:nvSpPr>
            <p:spPr>
              <a:xfrm>
                <a:off x="5779976" y="1418876"/>
                <a:ext cx="421200" cy="293400"/>
              </a:xfrm>
              <a:prstGeom prst="wedgeRoundRectCallout">
                <a:avLst>
                  <a:gd name="adj1" fmla="val -17374"/>
                  <a:gd name="adj2" fmla="val 73101"/>
                  <a:gd name="adj3" fmla="val 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59"/>
              <p:cNvSpPr/>
              <p:nvPr/>
            </p:nvSpPr>
            <p:spPr>
              <a:xfrm>
                <a:off x="5908478" y="1501513"/>
                <a:ext cx="157557" cy="139114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7017" extrusionOk="0">
                    <a:moveTo>
                      <a:pt x="5119" y="1"/>
                    </a:moveTo>
                    <a:cubicBezTo>
                      <a:pt x="2198" y="1"/>
                      <a:pt x="0" y="2389"/>
                      <a:pt x="0" y="5554"/>
                    </a:cubicBezTo>
                    <a:cubicBezTo>
                      <a:pt x="0" y="8974"/>
                      <a:pt x="2744" y="11311"/>
                      <a:pt x="6902" y="14855"/>
                    </a:cubicBezTo>
                    <a:cubicBezTo>
                      <a:pt x="7607" y="15458"/>
                      <a:pt x="8408" y="16138"/>
                      <a:pt x="9239" y="16867"/>
                    </a:cubicBezTo>
                    <a:cubicBezTo>
                      <a:pt x="9352" y="16966"/>
                      <a:pt x="9493" y="17016"/>
                      <a:pt x="9635" y="17016"/>
                    </a:cubicBezTo>
                    <a:cubicBezTo>
                      <a:pt x="9776" y="17016"/>
                      <a:pt x="9918" y="16966"/>
                      <a:pt x="10031" y="16867"/>
                    </a:cubicBezTo>
                    <a:cubicBezTo>
                      <a:pt x="10862" y="16138"/>
                      <a:pt x="11663" y="15458"/>
                      <a:pt x="12370" y="14855"/>
                    </a:cubicBezTo>
                    <a:cubicBezTo>
                      <a:pt x="16526" y="11314"/>
                      <a:pt x="19272" y="8974"/>
                      <a:pt x="19272" y="5554"/>
                    </a:cubicBezTo>
                    <a:cubicBezTo>
                      <a:pt x="19272" y="2389"/>
                      <a:pt x="17071" y="1"/>
                      <a:pt x="14153" y="1"/>
                    </a:cubicBezTo>
                    <a:cubicBezTo>
                      <a:pt x="13105" y="1"/>
                      <a:pt x="12148" y="332"/>
                      <a:pt x="11301" y="986"/>
                    </a:cubicBezTo>
                    <a:cubicBezTo>
                      <a:pt x="10491" y="1612"/>
                      <a:pt x="9952" y="2410"/>
                      <a:pt x="9636" y="2991"/>
                    </a:cubicBezTo>
                    <a:cubicBezTo>
                      <a:pt x="9317" y="2410"/>
                      <a:pt x="8778" y="1612"/>
                      <a:pt x="7968" y="986"/>
                    </a:cubicBezTo>
                    <a:cubicBezTo>
                      <a:pt x="7122" y="332"/>
                      <a:pt x="6164" y="1"/>
                      <a:pt x="5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9"/>
          <p:cNvSpPr/>
          <p:nvPr/>
        </p:nvSpPr>
        <p:spPr>
          <a:xfrm>
            <a:off x="738177" y="863824"/>
            <a:ext cx="3830100" cy="1072162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59"/>
          <p:cNvSpPr txBox="1">
            <a:spLocks noGrp="1"/>
          </p:cNvSpPr>
          <p:nvPr>
            <p:ph type="title"/>
          </p:nvPr>
        </p:nvSpPr>
        <p:spPr>
          <a:xfrm>
            <a:off x="959781" y="869398"/>
            <a:ext cx="3636000" cy="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Orientação dos professores</a:t>
            </a:r>
            <a:endParaRPr dirty="0"/>
          </a:p>
        </p:txBody>
      </p:sp>
      <p:sp>
        <p:nvSpPr>
          <p:cNvPr id="1502" name="Google Shape;1502;p59"/>
          <p:cNvSpPr txBox="1">
            <a:spLocks noGrp="1"/>
          </p:cNvSpPr>
          <p:nvPr>
            <p:ph type="subTitle" idx="1"/>
          </p:nvPr>
        </p:nvSpPr>
        <p:spPr>
          <a:xfrm>
            <a:off x="670962" y="3095509"/>
            <a:ext cx="7802076" cy="6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Orientação do professor de física: </a:t>
            </a:r>
            <a:r>
              <a:rPr lang="pt-BR" sz="1500" dirty="0"/>
              <a:t>Nos forneceu as seguintes ideias para a melhor dinâmica do site: </a:t>
            </a:r>
            <a:r>
              <a:rPr lang="pt-BR" sz="1500" spc="15" dirty="0"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“Poderiam fazer um contador do número de visitantes no site e, se possível, manter um mapa mundial indicando a localização dos visitantes.” “A depender das informações que tem no site, poderia ser fornecido alguma facilidade e interação com o usuário como, por exemplo, calcular o consumo e gasto mensal do usuário com o uso de algum eletrodoméstico cujos dados ele insira no site. Ou a projeção de economia com uma instalação de fonte energética renovável, como placas fotovoltaicas.”</a:t>
            </a:r>
            <a:endParaRPr lang="pt-BR" sz="15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CEB44-8B9A-4420-A05E-580E855F6122}"/>
              </a:ext>
            </a:extLst>
          </p:cNvPr>
          <p:cNvGrpSpPr/>
          <p:nvPr/>
        </p:nvGrpSpPr>
        <p:grpSpPr>
          <a:xfrm>
            <a:off x="4821302" y="194207"/>
            <a:ext cx="4319456" cy="2295567"/>
            <a:chOff x="4454371" y="1544442"/>
            <a:chExt cx="4319456" cy="2295567"/>
          </a:xfrm>
        </p:grpSpPr>
        <p:sp>
          <p:nvSpPr>
            <p:cNvPr id="1496" name="Google Shape;1496;p59"/>
            <p:cNvSpPr/>
            <p:nvPr/>
          </p:nvSpPr>
          <p:spPr>
            <a:xfrm rot="10269652" flipH="1">
              <a:off x="7907688" y="2195197"/>
              <a:ext cx="866139" cy="1183238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7" name="Google Shape;1497;p59"/>
            <p:cNvGrpSpPr/>
            <p:nvPr/>
          </p:nvGrpSpPr>
          <p:grpSpPr>
            <a:xfrm flipH="1">
              <a:off x="4454371" y="2214059"/>
              <a:ext cx="1178417" cy="1570940"/>
              <a:chOff x="7452861" y="1397649"/>
              <a:chExt cx="1178417" cy="1570940"/>
            </a:xfrm>
          </p:grpSpPr>
          <p:sp>
            <p:nvSpPr>
              <p:cNvPr id="1498" name="Google Shape;1498;p59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59"/>
              <p:cNvSpPr/>
              <p:nvPr/>
            </p:nvSpPr>
            <p:spPr>
              <a:xfrm flipH="1">
                <a:off x="7687763" y="1679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3" name="Google Shape;1503;p59"/>
            <p:cNvSpPr/>
            <p:nvPr/>
          </p:nvSpPr>
          <p:spPr>
            <a:xfrm>
              <a:off x="4957977" y="1608324"/>
              <a:ext cx="3464815" cy="2231685"/>
            </a:xfrm>
            <a:custGeom>
              <a:avLst/>
              <a:gdLst/>
              <a:ahLst/>
              <a:cxnLst/>
              <a:rect l="l" t="t" r="r" b="b"/>
              <a:pathLst>
                <a:path w="227201" h="146340" extrusionOk="0">
                  <a:moveTo>
                    <a:pt x="3616" y="0"/>
                  </a:moveTo>
                  <a:cubicBezTo>
                    <a:pt x="1622" y="0"/>
                    <a:pt x="0" y="1623"/>
                    <a:pt x="0" y="3617"/>
                  </a:cubicBezTo>
                  <a:lnTo>
                    <a:pt x="0" y="142723"/>
                  </a:lnTo>
                  <a:cubicBezTo>
                    <a:pt x="0" y="144717"/>
                    <a:pt x="1622" y="146340"/>
                    <a:pt x="3616" y="146340"/>
                  </a:cubicBezTo>
                  <a:lnTo>
                    <a:pt x="223584" y="146340"/>
                  </a:lnTo>
                  <a:cubicBezTo>
                    <a:pt x="225577" y="146340"/>
                    <a:pt x="227201" y="144717"/>
                    <a:pt x="227201" y="142723"/>
                  </a:cubicBezTo>
                  <a:lnTo>
                    <a:pt x="227201" y="3617"/>
                  </a:lnTo>
                  <a:cubicBezTo>
                    <a:pt x="227201" y="1623"/>
                    <a:pt x="225577" y="0"/>
                    <a:pt x="223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18000" dist="47625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4" name="Google Shape;1504;p59"/>
            <p:cNvGrpSpPr/>
            <p:nvPr/>
          </p:nvGrpSpPr>
          <p:grpSpPr>
            <a:xfrm>
              <a:off x="5010912" y="1666893"/>
              <a:ext cx="2412138" cy="191913"/>
              <a:chOff x="1213361" y="575225"/>
              <a:chExt cx="5184050" cy="412450"/>
            </a:xfrm>
          </p:grpSpPr>
          <p:sp>
            <p:nvSpPr>
              <p:cNvPr id="1505" name="Google Shape;1505;p59"/>
              <p:cNvSpPr/>
              <p:nvPr/>
            </p:nvSpPr>
            <p:spPr>
              <a:xfrm>
                <a:off x="1213361" y="786800"/>
                <a:ext cx="5184050" cy="200875"/>
              </a:xfrm>
              <a:custGeom>
                <a:avLst/>
                <a:gdLst/>
                <a:ahLst/>
                <a:cxnLst/>
                <a:rect l="l" t="t" r="r" b="b"/>
                <a:pathLst>
                  <a:path w="207362" h="8035" extrusionOk="0">
                    <a:moveTo>
                      <a:pt x="4007" y="0"/>
                    </a:moveTo>
                    <a:cubicBezTo>
                      <a:pt x="1799" y="0"/>
                      <a:pt x="1" y="1798"/>
                      <a:pt x="1" y="4008"/>
                    </a:cubicBezTo>
                    <a:cubicBezTo>
                      <a:pt x="1" y="6236"/>
                      <a:pt x="1799" y="8034"/>
                      <a:pt x="4007" y="8034"/>
                    </a:cubicBezTo>
                    <a:lnTo>
                      <a:pt x="203335" y="8034"/>
                    </a:lnTo>
                    <a:cubicBezTo>
                      <a:pt x="205563" y="8034"/>
                      <a:pt x="207361" y="6236"/>
                      <a:pt x="207361" y="4008"/>
                    </a:cubicBezTo>
                    <a:cubicBezTo>
                      <a:pt x="207361" y="1798"/>
                      <a:pt x="205563" y="0"/>
                      <a:pt x="2033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06" name="Google Shape;1506;p59"/>
              <p:cNvSpPr/>
              <p:nvPr/>
            </p:nvSpPr>
            <p:spPr>
              <a:xfrm>
                <a:off x="1481225" y="575225"/>
                <a:ext cx="9142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3655" extrusionOk="0">
                    <a:moveTo>
                      <a:pt x="1838" y="1"/>
                    </a:moveTo>
                    <a:cubicBezTo>
                      <a:pt x="821" y="1"/>
                      <a:pt x="0" y="822"/>
                      <a:pt x="0" y="1838"/>
                    </a:cubicBezTo>
                    <a:cubicBezTo>
                      <a:pt x="0" y="2834"/>
                      <a:pt x="821" y="3655"/>
                      <a:pt x="1838" y="3655"/>
                    </a:cubicBezTo>
                    <a:cubicBezTo>
                      <a:pt x="2835" y="3655"/>
                      <a:pt x="3656" y="2834"/>
                      <a:pt x="3656" y="1838"/>
                    </a:cubicBezTo>
                    <a:cubicBezTo>
                      <a:pt x="3656" y="822"/>
                      <a:pt x="2835" y="1"/>
                      <a:pt x="18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59"/>
              <p:cNvSpPr/>
              <p:nvPr/>
            </p:nvSpPr>
            <p:spPr>
              <a:xfrm>
                <a:off x="1663500" y="575225"/>
                <a:ext cx="91400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3655" extrusionOk="0">
                    <a:moveTo>
                      <a:pt x="1838" y="1"/>
                    </a:moveTo>
                    <a:cubicBezTo>
                      <a:pt x="822" y="1"/>
                      <a:pt x="1" y="822"/>
                      <a:pt x="1" y="1838"/>
                    </a:cubicBezTo>
                    <a:cubicBezTo>
                      <a:pt x="1" y="2834"/>
                      <a:pt x="822" y="3655"/>
                      <a:pt x="1838" y="3655"/>
                    </a:cubicBezTo>
                    <a:cubicBezTo>
                      <a:pt x="2834" y="3655"/>
                      <a:pt x="3655" y="2834"/>
                      <a:pt x="3655" y="1838"/>
                    </a:cubicBezTo>
                    <a:cubicBezTo>
                      <a:pt x="3655" y="822"/>
                      <a:pt x="2834" y="1"/>
                      <a:pt x="18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59"/>
              <p:cNvSpPr/>
              <p:nvPr/>
            </p:nvSpPr>
            <p:spPr>
              <a:xfrm>
                <a:off x="1323786" y="858650"/>
                <a:ext cx="2208200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88328" h="2287" extrusionOk="0">
                    <a:moveTo>
                      <a:pt x="1153" y="0"/>
                    </a:moveTo>
                    <a:cubicBezTo>
                      <a:pt x="509" y="0"/>
                      <a:pt x="1" y="508"/>
                      <a:pt x="1" y="1134"/>
                    </a:cubicBezTo>
                    <a:cubicBezTo>
                      <a:pt x="1" y="1778"/>
                      <a:pt x="509" y="2286"/>
                      <a:pt x="1153" y="2286"/>
                    </a:cubicBezTo>
                    <a:lnTo>
                      <a:pt x="87175" y="2286"/>
                    </a:lnTo>
                    <a:cubicBezTo>
                      <a:pt x="87819" y="2286"/>
                      <a:pt x="88328" y="1778"/>
                      <a:pt x="88328" y="1134"/>
                    </a:cubicBezTo>
                    <a:cubicBezTo>
                      <a:pt x="88328" y="508"/>
                      <a:pt x="87819" y="0"/>
                      <a:pt x="871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59"/>
              <p:cNvSpPr/>
              <p:nvPr/>
            </p:nvSpPr>
            <p:spPr>
              <a:xfrm>
                <a:off x="3676611" y="858650"/>
                <a:ext cx="927000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37080" h="2287" extrusionOk="0">
                    <a:moveTo>
                      <a:pt x="1154" y="0"/>
                    </a:moveTo>
                    <a:cubicBezTo>
                      <a:pt x="529" y="0"/>
                      <a:pt x="0" y="508"/>
                      <a:pt x="0" y="1134"/>
                    </a:cubicBezTo>
                    <a:cubicBezTo>
                      <a:pt x="0" y="1778"/>
                      <a:pt x="529" y="2286"/>
                      <a:pt x="1154" y="2286"/>
                    </a:cubicBezTo>
                    <a:lnTo>
                      <a:pt x="35925" y="2286"/>
                    </a:lnTo>
                    <a:cubicBezTo>
                      <a:pt x="36551" y="2286"/>
                      <a:pt x="37079" y="1778"/>
                      <a:pt x="37079" y="1134"/>
                    </a:cubicBezTo>
                    <a:cubicBezTo>
                      <a:pt x="37079" y="508"/>
                      <a:pt x="36551" y="0"/>
                      <a:pt x="35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5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0" name="Google Shape;1510;p59"/>
            <p:cNvSpPr/>
            <p:nvPr/>
          </p:nvSpPr>
          <p:spPr>
            <a:xfrm>
              <a:off x="5029539" y="1666893"/>
              <a:ext cx="42540" cy="42517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11" name="Google Shape;1511;p59"/>
            <p:cNvPicPr preferRelativeResize="0"/>
            <p:nvPr/>
          </p:nvPicPr>
          <p:blipFill rotWithShape="1">
            <a:blip r:embed="rId3">
              <a:alphaModFix/>
            </a:blip>
            <a:srcRect l="10968" t="8145" r="4920" b="8908"/>
            <a:stretch/>
          </p:blipFill>
          <p:spPr>
            <a:xfrm>
              <a:off x="5017085" y="1925600"/>
              <a:ext cx="3350700" cy="1858800"/>
            </a:xfrm>
            <a:prstGeom prst="roundRect">
              <a:avLst>
                <a:gd name="adj" fmla="val 3418"/>
              </a:avLst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</p:pic>
        <p:grpSp>
          <p:nvGrpSpPr>
            <p:cNvPr id="1512" name="Google Shape;1512;p59"/>
            <p:cNvGrpSpPr/>
            <p:nvPr/>
          </p:nvGrpSpPr>
          <p:grpSpPr>
            <a:xfrm>
              <a:off x="7655301" y="1544442"/>
              <a:ext cx="627083" cy="436814"/>
              <a:chOff x="5779976" y="1418876"/>
              <a:chExt cx="421200" cy="293400"/>
            </a:xfrm>
          </p:grpSpPr>
          <p:sp>
            <p:nvSpPr>
              <p:cNvPr id="1513" name="Google Shape;1513;p59"/>
              <p:cNvSpPr/>
              <p:nvPr/>
            </p:nvSpPr>
            <p:spPr>
              <a:xfrm>
                <a:off x="5779976" y="1418876"/>
                <a:ext cx="421200" cy="293400"/>
              </a:xfrm>
              <a:prstGeom prst="wedgeRoundRectCallout">
                <a:avLst>
                  <a:gd name="adj1" fmla="val -17374"/>
                  <a:gd name="adj2" fmla="val 73101"/>
                  <a:gd name="adj3" fmla="val 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59"/>
              <p:cNvSpPr/>
              <p:nvPr/>
            </p:nvSpPr>
            <p:spPr>
              <a:xfrm>
                <a:off x="5908478" y="1501513"/>
                <a:ext cx="157557" cy="139114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7017" extrusionOk="0">
                    <a:moveTo>
                      <a:pt x="5119" y="1"/>
                    </a:moveTo>
                    <a:cubicBezTo>
                      <a:pt x="2198" y="1"/>
                      <a:pt x="0" y="2389"/>
                      <a:pt x="0" y="5554"/>
                    </a:cubicBezTo>
                    <a:cubicBezTo>
                      <a:pt x="0" y="8974"/>
                      <a:pt x="2744" y="11311"/>
                      <a:pt x="6902" y="14855"/>
                    </a:cubicBezTo>
                    <a:cubicBezTo>
                      <a:pt x="7607" y="15458"/>
                      <a:pt x="8408" y="16138"/>
                      <a:pt x="9239" y="16867"/>
                    </a:cubicBezTo>
                    <a:cubicBezTo>
                      <a:pt x="9352" y="16966"/>
                      <a:pt x="9493" y="17016"/>
                      <a:pt x="9635" y="17016"/>
                    </a:cubicBezTo>
                    <a:cubicBezTo>
                      <a:pt x="9776" y="17016"/>
                      <a:pt x="9918" y="16966"/>
                      <a:pt x="10031" y="16867"/>
                    </a:cubicBezTo>
                    <a:cubicBezTo>
                      <a:pt x="10862" y="16138"/>
                      <a:pt x="11663" y="15458"/>
                      <a:pt x="12370" y="14855"/>
                    </a:cubicBezTo>
                    <a:cubicBezTo>
                      <a:pt x="16526" y="11314"/>
                      <a:pt x="19272" y="8974"/>
                      <a:pt x="19272" y="5554"/>
                    </a:cubicBezTo>
                    <a:cubicBezTo>
                      <a:pt x="19272" y="2389"/>
                      <a:pt x="17071" y="1"/>
                      <a:pt x="14153" y="1"/>
                    </a:cubicBezTo>
                    <a:cubicBezTo>
                      <a:pt x="13105" y="1"/>
                      <a:pt x="12148" y="332"/>
                      <a:pt x="11301" y="986"/>
                    </a:cubicBezTo>
                    <a:cubicBezTo>
                      <a:pt x="10491" y="1612"/>
                      <a:pt x="9952" y="2410"/>
                      <a:pt x="9636" y="2991"/>
                    </a:cubicBezTo>
                    <a:cubicBezTo>
                      <a:pt x="9317" y="2410"/>
                      <a:pt x="8778" y="1612"/>
                      <a:pt x="7968" y="986"/>
                    </a:cubicBezTo>
                    <a:cubicBezTo>
                      <a:pt x="7122" y="332"/>
                      <a:pt x="6164" y="1"/>
                      <a:pt x="5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3594226"/>
      </p:ext>
    </p:extLst>
  </p:cSld>
  <p:clrMapOvr>
    <a:masterClrMapping/>
  </p:clrMapOvr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573</Words>
  <Application>Microsoft Office PowerPoint</Application>
  <PresentationFormat>Apresentação na tela (16:9)</PresentationFormat>
  <Paragraphs>82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PT Sans</vt:lpstr>
      <vt:lpstr>Josefin Slab</vt:lpstr>
      <vt:lpstr>Arial</vt:lpstr>
      <vt:lpstr>Montserrat</vt:lpstr>
      <vt:lpstr>Open Sans</vt:lpstr>
      <vt:lpstr>Darker Grotesque</vt:lpstr>
      <vt:lpstr>Ebrima</vt:lpstr>
      <vt:lpstr>Darker Grotesque Medium</vt:lpstr>
      <vt:lpstr>Multi-Business Company Website by Slidesgo</vt:lpstr>
      <vt:lpstr>Briefing Planejamento inicial</vt:lpstr>
      <vt:lpstr>Qual o tema do projeto?</vt:lpstr>
      <vt:lpstr>Quais são os principais objetivos do site?</vt:lpstr>
      <vt:lpstr>Que tipo de site ele é?</vt:lpstr>
      <vt:lpstr>Será utilizado algum framework web?</vt:lpstr>
      <vt:lpstr>Proposta do website</vt:lpstr>
      <vt:lpstr>Pontos fracos e fortes do tema selecionado</vt:lpstr>
      <vt:lpstr>Qual frase melhor descreve o conteúdo?</vt:lpstr>
      <vt:lpstr>É necessário obter dados dos visitantes?</vt:lpstr>
      <vt:lpstr>Serão apresentados mecanismos de interação com o usuário?</vt:lpstr>
      <vt:lpstr>Público alvo</vt:lpstr>
      <vt:lpstr>O que o site irá oferecer ao público?</vt:lpstr>
      <vt:lpstr>Forma de acesso</vt:lpstr>
      <vt:lpstr>1° website</vt:lpstr>
      <vt:lpstr>2° website</vt:lpstr>
      <vt:lpstr>3° website</vt:lpstr>
      <vt:lpstr>Cronograma planejado</vt:lpstr>
      <vt:lpstr>Orientação dos professores</vt:lpstr>
      <vt:lpstr>Orientação dos professores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Planejamento inicial</dc:title>
  <dc:creator>Windows</dc:creator>
  <cp:lastModifiedBy>domwillys123@gmail.com</cp:lastModifiedBy>
  <cp:revision>3</cp:revision>
  <dcterms:modified xsi:type="dcterms:W3CDTF">2022-03-31T16:09:27Z</dcterms:modified>
</cp:coreProperties>
</file>