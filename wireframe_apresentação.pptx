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27.xml.rels" ContentType="application/vnd.openxmlformats-package.relationships+xml"/>
  <Override PartName="/ppt/slideMasters/slideMaster18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9.xml" ContentType="application/vnd.openxmlformats-officedocument.theme+xml"/>
  <Override PartName="/ppt/theme/theme27.xml" ContentType="application/vnd.openxmlformats-officedocument.theme+xml"/>
  <Override PartName="/ppt/theme/theme8.xml" ContentType="application/vnd.openxmlformats-officedocument.theme+xml"/>
  <Override PartName="/ppt/theme/theme26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theme/theme25.xml" ContentType="application/vnd.openxmlformats-officedocument.theme+xml"/>
  <Override PartName="/ppt/theme/theme12.xml" ContentType="application/vnd.openxmlformats-officedocument.theme+xml"/>
  <Override PartName="/ppt/theme/theme6.xml" ContentType="application/vnd.openxmlformats-officedocument.theme+xml"/>
  <Override PartName="/ppt/theme/theme24.xml" ContentType="application/vnd.openxmlformats-officedocument.theme+xml"/>
  <Override PartName="/ppt/theme/theme11.xml" ContentType="application/vnd.openxmlformats-officedocument.theme+xml"/>
  <Override PartName="/ppt/theme/theme5.xml" ContentType="application/vnd.openxmlformats-officedocument.theme+xml"/>
  <Override PartName="/ppt/theme/theme23.xml" ContentType="application/vnd.openxmlformats-officedocument.theme+xml"/>
  <Override PartName="/ppt/theme/theme10.xml" ContentType="application/vnd.openxmlformats-officedocument.theme+xml"/>
  <Override PartName="/ppt/theme/theme4.xml" ContentType="application/vnd.openxmlformats-officedocument.theme+xml"/>
  <Override PartName="/ppt/theme/theme22.xml" ContentType="application/vnd.openxmlformats-officedocument.theme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7.xml" ContentType="application/vnd.openxmlformats-officedocument.theme+xml"/>
  <Override PartName="/ppt/theme/theme1.xml" ContentType="application/vnd.openxmlformats-officedocument.theme+xml"/>
  <Override PartName="/ppt/theme/theme20.xml" ContentType="application/vnd.openxmlformats-officedocument.theme+xml"/>
  <Override PartName="/ppt/theme/theme2.xml" ContentType="application/vnd.openxmlformats-officedocument.theme+xml"/>
  <Override PartName="/ppt/theme/theme18.xml" ContentType="application/vnd.openxmlformats-officedocument.theme+xml"/>
  <Override PartName="/ppt/theme/theme21.xml" ContentType="application/vnd.openxmlformats-officedocument.theme+xml"/>
  <Override PartName="/ppt/theme/theme3.xml" ContentType="application/vnd.openxmlformats-officedocument.theme+xml"/>
  <Override PartName="/ppt/theme/theme19.xml" ContentType="application/vnd.openxmlformats-officedocument.theme+xml"/>
  <Override PartName="/ppt/_rels/presentation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324.xml.rels" ContentType="application/vnd.openxmlformats-package.relationships+xml"/>
  <Override PartName="/ppt/slideLayouts/_rels/slideLayout319.xml.rels" ContentType="application/vnd.openxmlformats-package.relationships+xml"/>
  <Override PartName="/ppt/slideLayouts/_rels/slideLayout298.xml.rels" ContentType="application/vnd.openxmlformats-package.relationships+xml"/>
  <Override PartName="/ppt/slideLayouts/_rels/slideLayout323.xml.rels" ContentType="application/vnd.openxmlformats-package.relationships+xml"/>
  <Override PartName="/ppt/slideLayouts/_rels/slideLayout318.xml.rels" ContentType="application/vnd.openxmlformats-package.relationships+xml"/>
  <Override PartName="/ppt/slideLayouts/_rels/slideLayout297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314.xml.rels" ContentType="application/vnd.openxmlformats-package.relationships+xml"/>
  <Override PartName="/ppt/slideLayouts/_rels/slideLayout288.xml.rels" ContentType="application/vnd.openxmlformats-package.relationships+xml"/>
  <Override PartName="/ppt/slideLayouts/_rels/slideLayout293.xml.rels" ContentType="application/vnd.openxmlformats-package.relationships+xml"/>
  <Override PartName="/ppt/slideLayouts/_rels/slideLayout313.xml.rels" ContentType="application/vnd.openxmlformats-package.relationships+xml"/>
  <Override PartName="/ppt/slideLayouts/_rels/slideLayout292.xml.rels" ContentType="application/vnd.openxmlformats-package.relationships+xml"/>
  <Override PartName="/ppt/slideLayouts/_rels/slideLayout308.xml.rels" ContentType="application/vnd.openxmlformats-package.relationships+xml"/>
  <Override PartName="/ppt/slideLayouts/_rels/slideLayout287.xml.rels" ContentType="application/vnd.openxmlformats-package.relationships+xml"/>
  <Override PartName="/ppt/slideLayouts/_rels/slideLayout312.xml.rels" ContentType="application/vnd.openxmlformats-package.relationships+xml"/>
  <Override PartName="/ppt/slideLayouts/_rels/slideLayout291.xml.rels" ContentType="application/vnd.openxmlformats-package.relationships+xml"/>
  <Override PartName="/ppt/slideLayouts/_rels/slideLayout286.xml.rels" ContentType="application/vnd.openxmlformats-package.relationships+xml"/>
  <Override PartName="/ppt/slideLayouts/_rels/slideLayout307.xml.rels" ContentType="application/vnd.openxmlformats-package.relationships+xml"/>
  <Override PartName="/ppt/slideLayouts/_rels/slideLayout283.xml.rels" ContentType="application/vnd.openxmlformats-package.relationships+xml"/>
  <Override PartName="/ppt/slideLayouts/_rels/slideLayout304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80.xml.rels" ContentType="application/vnd.openxmlformats-package.relationships+xml"/>
  <Override PartName="/ppt/slideLayouts/_rels/slideLayout301.xml.rels" ContentType="application/vnd.openxmlformats-package.relationships+xml"/>
  <Override PartName="/ppt/slideLayouts/_rels/slideLayout275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303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01.xml.rels" ContentType="application/vnd.openxmlformats-package.relationships+xml"/>
  <Override PartName="/ppt/slideLayouts/_rels/slideLayout17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290.xml.rels" ContentType="application/vnd.openxmlformats-package.relationships+xml"/>
  <Override PartName="/ppt/slideLayouts/_rels/slideLayout285.xml.rels" ContentType="application/vnd.openxmlformats-package.relationships+xml"/>
  <Override PartName="/ppt/slideLayouts/_rels/slideLayout306.xml.rels" ContentType="application/vnd.openxmlformats-package.relationships+xml"/>
  <Override PartName="/ppt/slideLayouts/_rels/slideLayout311.xml.rels" ContentType="application/vnd.openxmlformats-package.relationships+xml"/>
  <Override PartName="/ppt/slideLayouts/_rels/slideLayout246.xml.rels" ContentType="application/vnd.openxmlformats-package.relationships+xml"/>
  <Override PartName="/ppt/slideLayouts/_rels/slideLayout251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92.xml.rels" ContentType="application/vnd.openxmlformats-package.relationships+xml"/>
  <Override PartName="/ppt/slideLayouts/_rels/slideLayout213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247.xml.rels" ContentType="application/vnd.openxmlformats-package.relationships+xml"/>
  <Override PartName="/ppt/slideLayouts/_rels/slideLayout252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82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81.xml.rels" ContentType="application/vnd.openxmlformats-package.relationships+xml"/>
  <Override PartName="/ppt/slideLayouts/_rels/slideLayout276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83.xml.rels" ContentType="application/vnd.openxmlformats-package.relationships+xml"/>
  <Override PartName="/ppt/slideLayouts/_rels/slideLayout204.xml.rels" ContentType="application/vnd.openxmlformats-package.relationships+xml"/>
  <Override PartName="/ppt/slideLayouts/_rels/slideLayout178.xml.rels" ContentType="application/vnd.openxmlformats-package.relationships+xml"/>
  <Override PartName="/ppt/slideLayouts/_rels/slideLayout264.xml.rels" ContentType="application/vnd.openxmlformats-package.relationships+xml"/>
  <Override PartName="/ppt/slideLayouts/_rels/slideLayout259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302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250.xml.rels" ContentType="application/vnd.openxmlformats-package.relationships+xml"/>
  <Override PartName="/ppt/slideLayouts/_rels/slideLayout193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2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69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208.xml.rels" ContentType="application/vnd.openxmlformats-package.relationships+xml"/>
  <Override PartName="/ppt/slideLayouts/_rels/slideLayout27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260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345.xml.rels" ContentType="application/vnd.openxmlformats-package.relationships+xml"/>
  <Override PartName="/ppt/slideLayouts/_rels/slideLayout278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207.xml.rels" ContentType="application/vnd.openxmlformats-package.relationships+xml"/>
  <Override PartName="/ppt/slideLayouts/_rels/slideLayout242.xml.rels" ContentType="application/vnd.openxmlformats-package.relationships+xml"/>
  <Override PartName="/ppt/slideLayouts/_rels/slideLayout237.xml.rels" ContentType="application/vnd.openxmlformats-package.relationships+xml"/>
  <Override PartName="/ppt/slideLayouts/_rels/slideLayout231.xml.rels" ContentType="application/vnd.openxmlformats-package.relationships+xml"/>
  <Override PartName="/ppt/slideLayouts/_rels/slideLayout258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44.xml.rels" ContentType="application/vnd.openxmlformats-package.relationships+xml"/>
  <Override PartName="/ppt/slideLayouts/_rels/slideLayout241.xml.rels" ContentType="application/vnd.openxmlformats-package.relationships+xml"/>
  <Override PartName="/ppt/slideLayouts/_rels/slideLayout236.xml.rels" ContentType="application/vnd.openxmlformats-package.relationships+xml"/>
  <Override PartName="/ppt/slideLayouts/_rels/slideLayout268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3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33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210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22.xml.rels" ContentType="application/vnd.openxmlformats-package.relationships+xml"/>
  <Override PartName="/ppt/slideLayouts/_rels/slideLayout33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226.xml.rels" ContentType="application/vnd.openxmlformats-package.relationships+xml"/>
  <Override PartName="/ppt/slideLayouts/_rels/slideLayout330.xml.rels" ContentType="application/vnd.openxmlformats-package.relationships+xml"/>
  <Override PartName="/ppt/slideLayouts/_rels/slideLayout32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67.xml.rels" ContentType="application/vnd.openxmlformats-package.relationships+xml"/>
  <Override PartName="/ppt/slideLayouts/_rels/slideLayout199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34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187.xml.rels" ContentType="application/vnd.openxmlformats-package.relationships+xml"/>
  <Override PartName="/ppt/slideLayouts/_rels/slideLayout196.xml.rels" ContentType="application/vnd.openxmlformats-package.relationships+xml"/>
  <Override PartName="/ppt/slideLayouts/_rels/slideLayout217.xml.rels" ContentType="application/vnd.openxmlformats-package.relationships+xml"/>
  <Override PartName="/ppt/slideLayouts/_rels/slideLayout221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56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2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26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28.xml.rels" ContentType="application/vnd.openxmlformats-package.relationships+xml"/>
  <Override PartName="/ppt/slideLayouts/_rels/slideLayout257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40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0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249.xml.rels" ContentType="application/vnd.openxmlformats-package.relationships+xml"/>
  <Override PartName="/ppt/slideLayouts/_rels/slideLayout254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4.xml.rels" ContentType="application/vnd.openxmlformats-package.relationships+xml"/>
  <Override PartName="/ppt/slideLayouts/_rels/slideLayout255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333.xml.rels" ContentType="application/vnd.openxmlformats-package.relationships+xml"/>
  <Override PartName="/ppt/slideLayouts/_rels/slideLayout229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232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34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86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299.xml.rels" ContentType="application/vnd.openxmlformats-package.relationships+xml"/>
  <Override PartName="/ppt/slideLayouts/_rels/slideLayout325.xml.rels" ContentType="application/vnd.openxmlformats-package.relationships+xml"/>
  <Override PartName="/ppt/slideLayouts/_rels/slideLayout294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15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219.xml.rels" ContentType="application/vnd.openxmlformats-package.relationships+xml"/>
  <Override PartName="/ppt/slideLayouts/_rels/slideLayout198.xml.rels" ContentType="application/vnd.openxmlformats-package.relationships+xml"/>
  <Override PartName="/ppt/slideLayouts/_rels/slideLayout185.xml.rels" ContentType="application/vnd.openxmlformats-package.relationships+xml"/>
  <Override PartName="/ppt/slideLayouts/_rels/slideLayout206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43.xml.rels" ContentType="application/vnd.openxmlformats-package.relationships+xml"/>
  <Override PartName="/ppt/slideLayouts/_rels/slideLayout238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29.xml.rels" ContentType="application/vnd.openxmlformats-package.relationships+xml"/>
  <Override PartName="/ppt/slideLayouts/_rels/slideLayout334.xml.rels" ContentType="application/vnd.openxmlformats-package.relationships+xml"/>
  <Override PartName="/ppt/slideLayouts/_rels/slideLayout195.xml.rels" ContentType="application/vnd.openxmlformats-package.relationships+xml"/>
  <Override PartName="/ppt/slideLayouts/_rels/slideLayout320.xml.rels" ContentType="application/vnd.openxmlformats-package.relationships+xml"/>
  <Override PartName="/ppt/slideLayouts/_rels/slideLayout216.xml.rels" ContentType="application/vnd.openxmlformats-package.relationships+xml"/>
  <Override PartName="/ppt/slideLayouts/_rels/slideLayout220.xml.rels" ContentType="application/vnd.openxmlformats-package.relationships+xml"/>
  <Override PartName="/ppt/slideLayouts/_rels/slideLayout228.xml.rels" ContentType="application/vnd.openxmlformats-package.relationships+xml"/>
  <Override PartName="/ppt/slideLayouts/_rels/slideLayout332.xml.rels" ContentType="application/vnd.openxmlformats-package.relationships+xml"/>
  <Override PartName="/ppt/slideLayouts/_rels/slideLayout203.xml.rels" ContentType="application/vnd.openxmlformats-package.relationships+xml"/>
  <Override PartName="/ppt/slideLayouts/_rels/slideLayout182.xml.rels" ContentType="application/vnd.openxmlformats-package.relationships+xml"/>
  <Override PartName="/ppt/slideLayouts/_rels/slideLayout177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263.xml.rels" ContentType="application/vnd.openxmlformats-package.relationships+xml"/>
  <Override PartName="/ppt/slideLayouts/_rels/slideLayout194.xml.rels" ContentType="application/vnd.openxmlformats-package.relationships+xml"/>
  <Override PartName="/ppt/slideLayouts/_rels/slideLayout189.xml.rels" ContentType="application/vnd.openxmlformats-package.relationships+xml"/>
  <Override PartName="/ppt/slideLayouts/_rels/slideLayout215.xml.rels" ContentType="application/vnd.openxmlformats-package.relationships+xml"/>
  <Override PartName="/ppt/slideLayouts/_rels/slideLayout227.xml.rels" ContentType="application/vnd.openxmlformats-package.relationships+xml"/>
  <Override PartName="/ppt/slideLayouts/_rels/slideLayout33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234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321.xml.rels" ContentType="application/vnd.openxmlformats-package.relationships+xml"/>
  <Override PartName="/ppt/slideLayouts/_rels/slideLayout295.xml.rels" ContentType="application/vnd.openxmlformats-package.relationships+xml"/>
  <Override PartName="/ppt/slideLayouts/_rels/slideLayout316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09.xml.rels" ContentType="application/vnd.openxmlformats-package.relationships+xml"/>
  <Override PartName="/ppt/slideLayouts/_rels/slideLayout188.xml.rels" ContentType="application/vnd.openxmlformats-package.relationships+xml"/>
  <Override PartName="/ppt/slideLayouts/_rels/slideLayout214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309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270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173.xml.rels" ContentType="application/vnd.openxmlformats-package.relationships+xml"/>
  <Override PartName="/ppt/slideLayouts/_rels/slideLayout230.xml.rels" ContentType="application/vnd.openxmlformats-package.relationships+xml"/>
  <Override PartName="/ppt/slideLayouts/_rels/slideLayout225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65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245.xml.rels" ContentType="application/vnd.openxmlformats-package.relationships+xml"/>
  <Override PartName="/ppt/slideLayouts/_rels/slideLayout179.xml.rels" ContentType="application/vnd.openxmlformats-package.relationships+xml"/>
  <Override PartName="/ppt/slideLayouts/_rels/slideLayout184.xml.rels" ContentType="application/vnd.openxmlformats-package.relationships+xml"/>
  <Override PartName="/ppt/slideLayouts/_rels/slideLayout205.xml.rels" ContentType="application/vnd.openxmlformats-package.relationships+xml"/>
  <Override PartName="/ppt/slideLayouts/_rels/slideLayout233.xml.rels" ContentType="application/vnd.openxmlformats-package.relationships+xml"/>
  <Override PartName="/ppt/slideLayouts/_rels/slideLayout339.xml.rels" ContentType="application/vnd.openxmlformats-package.relationships+xml"/>
  <Override PartName="/ppt/slideLayouts/_rels/slideLayout343.xml.rels" ContentType="application/vnd.openxmlformats-package.relationships+xml"/>
  <Override PartName="/ppt/slideLayouts/_rels/slideLayout239.xml.rels" ContentType="application/vnd.openxmlformats-package.relationships+xml"/>
  <Override PartName="/ppt/slideLayouts/_rels/slideLayout240.xml.rels" ContentType="application/vnd.openxmlformats-package.relationships+xml"/>
  <Override PartName="/ppt/slideLayouts/_rels/slideLayout235.xml.rels" ContentType="application/vnd.openxmlformats-package.relationships+xml"/>
  <Override PartName="/ppt/slideLayouts/_rels/slideLayout289.xml.rels" ContentType="application/vnd.openxmlformats-package.relationships+xml"/>
  <Override PartName="/ppt/slideLayouts/_rels/slideLayout335.xml.rels" ContentType="application/vnd.openxmlformats-package.relationships+xml"/>
  <Override PartName="/ppt/slideLayouts/_rels/slideLayout348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26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347.xml.rels" ContentType="application/vnd.openxmlformats-package.relationships+xml"/>
  <Override PartName="/ppt/slideLayouts/_rels/slideLayout244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96.xml.rels" ContentType="application/vnd.openxmlformats-package.relationships+xml"/>
  <Override PartName="/ppt/slideLayouts/_rels/slideLayout317.xml.rels" ContentType="application/vnd.openxmlformats-package.relationships+xml"/>
  <Override PartName="/ppt/slideLayouts/_rels/slideLayout322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191.xml.rels" ContentType="application/vnd.openxmlformats-package.relationships+xml"/>
  <Override PartName="/ppt/slideLayouts/_rels/slideLayout212.xml.rels" ContentType="application/vnd.openxmlformats-package.relationships+xml"/>
  <Override PartName="/ppt/slideLayouts/_rels/slideLayout277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97.xml.rels" ContentType="application/vnd.openxmlformats-package.relationships+xml"/>
  <Override PartName="/ppt/slideLayouts/_rels/slideLayout218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211.xml.rels" ContentType="application/vnd.openxmlformats-package.relationships+xml"/>
  <Override PartName="/ppt/slideLayouts/_rels/slideLayout19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02.xml.rels" ContentType="application/vnd.openxmlformats-package.relationships+xml"/>
  <Override PartName="/ppt/slideLayouts/_rels/slideLayout176.xml.rels" ContentType="application/vnd.openxmlformats-package.relationships+xml"/>
  <Override PartName="/ppt/slideLayouts/_rels/slideLayout181.xml.rels" ContentType="application/vnd.openxmlformats-package.relationships+xml"/>
  <Override PartName="/ppt/slideLayouts/_rels/slideLayout305.xml.rels" ContentType="application/vnd.openxmlformats-package.relationships+xml"/>
  <Override PartName="/ppt/slideLayouts/_rels/slideLayout310.xml.rels" ContentType="application/vnd.openxmlformats-package.relationships+xml"/>
  <Override PartName="/ppt/slideLayouts/_rels/slideLayout284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224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223.xml.rels" ContentType="application/vnd.openxmlformats-package.relationships+xml"/>
  <Override PartName="/ppt/slideLayouts/_rels/slideLayout180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17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271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17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273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272.xml.rels" ContentType="application/vnd.openxmlformats-package.relationships+xml"/>
  <Override PartName="/ppt/slideLayouts/_rels/slideLayout274.xml.rels" ContentType="application/vnd.openxmlformats-package.relationships+xml"/>
  <Override PartName="/ppt/slideLayouts/_rels/slideLayout300.xml.rels" ContentType="application/vnd.openxmlformats-package.relationships+xml"/>
  <Override PartName="/ppt/slideLayouts/_rels/slideLayout253.xml.rels" ContentType="application/vnd.openxmlformats-package.relationships+xml"/>
  <Override PartName="/ppt/slideLayouts/_rels/slideLayout248.xml.rels" ContentType="application/vnd.openxmlformats-package.relationships+xml"/>
  <Override PartName="/ppt/slideLayouts/slideLayout257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330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  <p:sldMasterId id="2147483830" r:id="rId16"/>
    <p:sldMasterId id="2147483843" r:id="rId17"/>
    <p:sldMasterId id="2147483856" r:id="rId18"/>
    <p:sldMasterId id="2147483869" r:id="rId19"/>
    <p:sldMasterId id="2147483882" r:id="rId20"/>
    <p:sldMasterId id="2147483895" r:id="rId21"/>
    <p:sldMasterId id="2147483908" r:id="rId22"/>
    <p:sldMasterId id="2147483921" r:id="rId23"/>
    <p:sldMasterId id="2147483934" r:id="rId24"/>
    <p:sldMasterId id="2147483947" r:id="rId25"/>
    <p:sldMasterId id="2147483960" r:id="rId26"/>
    <p:sldMasterId id="2147483973" r:id="rId27"/>
    <p:sldMasterId id="2147483986" r:id="rId28"/>
    <p:sldMasterId id="2147483999" r:id="rId29"/>
    <p:sldMasterId id="2147484012" r:id="rId30"/>
  </p:sldMasterIdLst>
  <p:sldIdLst>
    <p:sldId id="256" r:id="rId31"/>
    <p:sldId id="257" r:id="rId32"/>
    <p:sldId id="258" r:id="rId33"/>
    <p:sldId id="259" r:id="rId34"/>
    <p:sldId id="260" r:id="rId35"/>
    <p:sldId id="261" r:id="rId36"/>
    <p:sldId id="262" r:id="rId37"/>
    <p:sldId id="263" r:id="rId38"/>
    <p:sldId id="264" r:id="rId39"/>
    <p:sldId id="265" r:id="rId40"/>
    <p:sldId id="266" r:id="rId41"/>
    <p:sldId id="267" r:id="rId42"/>
    <p:sldId id="268" r:id="rId43"/>
    <p:sldId id="269" r:id="rId44"/>
    <p:sldId id="270" r:id="rId45"/>
    <p:sldId id="271" r:id="rId46"/>
    <p:sldId id="272" r:id="rId47"/>
    <p:sldId id="273" r:id="rId48"/>
    <p:sldId id="274" r:id="rId49"/>
    <p:sldId id="275" r:id="rId50"/>
    <p:sldId id="276" r:id="rId51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" Target="slides/slide1.xml"/><Relationship Id="rId32" Type="http://schemas.openxmlformats.org/officeDocument/2006/relationships/slide" Target="slides/slide2.xml"/><Relationship Id="rId33" Type="http://schemas.openxmlformats.org/officeDocument/2006/relationships/slide" Target="slides/slide3.xml"/><Relationship Id="rId34" Type="http://schemas.openxmlformats.org/officeDocument/2006/relationships/slide" Target="slides/slide4.xml"/><Relationship Id="rId35" Type="http://schemas.openxmlformats.org/officeDocument/2006/relationships/slide" Target="slides/slide5.xml"/><Relationship Id="rId36" Type="http://schemas.openxmlformats.org/officeDocument/2006/relationships/slide" Target="slides/slide6.xml"/><Relationship Id="rId37" Type="http://schemas.openxmlformats.org/officeDocument/2006/relationships/slide" Target="slides/slide7.xml"/><Relationship Id="rId38" Type="http://schemas.openxmlformats.org/officeDocument/2006/relationships/slide" Target="slides/slide8.xml"/><Relationship Id="rId39" Type="http://schemas.openxmlformats.org/officeDocument/2006/relationships/slide" Target="slides/slide9.xml"/><Relationship Id="rId40" Type="http://schemas.openxmlformats.org/officeDocument/2006/relationships/slide" Target="slides/slide10.xml"/><Relationship Id="rId41" Type="http://schemas.openxmlformats.org/officeDocument/2006/relationships/slide" Target="slides/slide11.xml"/><Relationship Id="rId42" Type="http://schemas.openxmlformats.org/officeDocument/2006/relationships/slide" Target="slides/slide12.xml"/><Relationship Id="rId43" Type="http://schemas.openxmlformats.org/officeDocument/2006/relationships/slide" Target="slides/slide13.xml"/><Relationship Id="rId44" Type="http://schemas.openxmlformats.org/officeDocument/2006/relationships/slide" Target="slides/slide14.xml"/><Relationship Id="rId45" Type="http://schemas.openxmlformats.org/officeDocument/2006/relationships/slide" Target="slides/slide15.xml"/><Relationship Id="rId46" Type="http://schemas.openxmlformats.org/officeDocument/2006/relationships/slide" Target="slides/slide16.xml"/><Relationship Id="rId47" Type="http://schemas.openxmlformats.org/officeDocument/2006/relationships/slide" Target="slides/slide17.xml"/><Relationship Id="rId48" Type="http://schemas.openxmlformats.org/officeDocument/2006/relationships/slide" Target="slides/slide18.xml"/><Relationship Id="rId49" Type="http://schemas.openxmlformats.org/officeDocument/2006/relationships/slide" Target="slides/slide19.xml"/><Relationship Id="rId50" Type="http://schemas.openxmlformats.org/officeDocument/2006/relationships/slide" Target="slides/slide20.xml"/><Relationship Id="rId51" Type="http://schemas.openxmlformats.org/officeDocument/2006/relationships/slide" Target="slides/slide21.xml"/><Relationship Id="rId5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2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3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3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9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9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9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9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1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1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1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1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3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3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4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5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5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5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5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5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8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8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9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9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9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9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9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9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3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4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4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5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5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5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5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5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6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9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0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0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4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5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6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6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7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7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7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7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7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7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0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1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2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2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3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3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3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3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3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6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7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7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8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8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8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8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8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9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9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9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9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9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9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9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0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2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3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3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3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4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4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4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5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5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5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5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5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5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8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8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1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9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9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9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0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0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0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1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1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1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1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1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1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2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1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3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3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4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4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4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5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5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5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5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5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5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5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5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0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1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1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2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2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2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3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3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3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3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3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3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6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7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2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7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7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8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8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8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8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8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8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9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9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9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9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9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9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9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0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12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1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1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2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1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3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3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1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4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4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1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4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1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4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1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5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5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5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1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5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5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5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5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6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0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2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1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2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2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2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3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3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3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3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3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3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4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4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8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9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2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29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0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0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0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1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1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1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1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1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1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2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4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2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6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6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6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7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7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7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7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7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8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8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9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9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2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0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0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0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0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1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1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1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2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2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2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2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2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2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3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2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3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3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4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4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4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4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5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5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5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5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6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6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6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8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9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2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4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0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0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0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1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1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1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2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2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2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2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4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3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6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6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6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6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7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7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7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7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8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8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8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8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8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9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3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0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0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0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1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1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1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2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2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2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2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4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3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6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6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6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6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7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7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7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7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8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8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8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8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8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3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880" cy="397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9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9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7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0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7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0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0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7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0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7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1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7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1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1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1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2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2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80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81.xml"/><Relationship Id="rId3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83.xml"/><Relationship Id="rId5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6.xml"/><Relationship Id="rId8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88.xml"/><Relationship Id="rId10" Type="http://schemas.openxmlformats.org/officeDocument/2006/relationships/slideLayout" Target="../slideLayouts/slideLayout189.xml"/><Relationship Id="rId11" Type="http://schemas.openxmlformats.org/officeDocument/2006/relationships/slideLayout" Target="../slideLayouts/slideLayout190.xml"/><Relationship Id="rId12" Type="http://schemas.openxmlformats.org/officeDocument/2006/relationships/slideLayout" Target="../slideLayouts/slideLayout191.xml"/><Relationship Id="rId13" Type="http://schemas.openxmlformats.org/officeDocument/2006/relationships/slideLayout" Target="../slideLayouts/slideLayout19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95.xml"/><Relationship Id="rId5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197.xml"/><Relationship Id="rId7" Type="http://schemas.openxmlformats.org/officeDocument/2006/relationships/slideLayout" Target="../slideLayouts/slideLayout198.xml"/><Relationship Id="rId8" Type="http://schemas.openxmlformats.org/officeDocument/2006/relationships/slideLayout" Target="../slideLayouts/slideLayout199.xml"/><Relationship Id="rId9" Type="http://schemas.openxmlformats.org/officeDocument/2006/relationships/slideLayout" Target="../slideLayouts/slideLayout200.xml"/><Relationship Id="rId10" Type="http://schemas.openxmlformats.org/officeDocument/2006/relationships/slideLayout" Target="../slideLayouts/slideLayout201.xml"/><Relationship Id="rId11" Type="http://schemas.openxmlformats.org/officeDocument/2006/relationships/slideLayout" Target="../slideLayouts/slideLayout202.xml"/><Relationship Id="rId12" Type="http://schemas.openxmlformats.org/officeDocument/2006/relationships/slideLayout" Target="../slideLayouts/slideLayout203.xml"/><Relationship Id="rId13" Type="http://schemas.openxmlformats.org/officeDocument/2006/relationships/slideLayout" Target="../slideLayouts/slideLayout204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05.xml"/><Relationship Id="rId3" Type="http://schemas.openxmlformats.org/officeDocument/2006/relationships/slideLayout" Target="../slideLayouts/slideLayout206.xml"/><Relationship Id="rId4" Type="http://schemas.openxmlformats.org/officeDocument/2006/relationships/slideLayout" Target="../slideLayouts/slideLayout207.xml"/><Relationship Id="rId5" Type="http://schemas.openxmlformats.org/officeDocument/2006/relationships/slideLayout" Target="../slideLayouts/slideLayout208.xml"/><Relationship Id="rId6" Type="http://schemas.openxmlformats.org/officeDocument/2006/relationships/slideLayout" Target="../slideLayouts/slideLayout209.xml"/><Relationship Id="rId7" Type="http://schemas.openxmlformats.org/officeDocument/2006/relationships/slideLayout" Target="../slideLayouts/slideLayout210.xml"/><Relationship Id="rId8" Type="http://schemas.openxmlformats.org/officeDocument/2006/relationships/slideLayout" Target="../slideLayouts/slideLayout211.xml"/><Relationship Id="rId9" Type="http://schemas.openxmlformats.org/officeDocument/2006/relationships/slideLayout" Target="../slideLayouts/slideLayout212.xml"/><Relationship Id="rId10" Type="http://schemas.openxmlformats.org/officeDocument/2006/relationships/slideLayout" Target="../slideLayouts/slideLayout213.xml"/><Relationship Id="rId11" Type="http://schemas.openxmlformats.org/officeDocument/2006/relationships/slideLayout" Target="../slideLayouts/slideLayout214.xml"/><Relationship Id="rId12" Type="http://schemas.openxmlformats.org/officeDocument/2006/relationships/slideLayout" Target="../slideLayouts/slideLayout215.xml"/><Relationship Id="rId13" Type="http://schemas.openxmlformats.org/officeDocument/2006/relationships/slideLayout" Target="../slideLayouts/slideLayout216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17.xml"/><Relationship Id="rId3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19.xml"/><Relationship Id="rId5" Type="http://schemas.openxmlformats.org/officeDocument/2006/relationships/slideLayout" Target="../slideLayouts/slideLayout220.xml"/><Relationship Id="rId6" Type="http://schemas.openxmlformats.org/officeDocument/2006/relationships/slideLayout" Target="../slideLayouts/slideLayout221.xml"/><Relationship Id="rId7" Type="http://schemas.openxmlformats.org/officeDocument/2006/relationships/slideLayout" Target="../slideLayouts/slideLayout222.xml"/><Relationship Id="rId8" Type="http://schemas.openxmlformats.org/officeDocument/2006/relationships/slideLayout" Target="../slideLayouts/slideLayout223.xml"/><Relationship Id="rId9" Type="http://schemas.openxmlformats.org/officeDocument/2006/relationships/slideLayout" Target="../slideLayouts/slideLayout224.xml"/><Relationship Id="rId10" Type="http://schemas.openxmlformats.org/officeDocument/2006/relationships/slideLayout" Target="../slideLayouts/slideLayout225.xml"/><Relationship Id="rId11" Type="http://schemas.openxmlformats.org/officeDocument/2006/relationships/slideLayout" Target="../slideLayouts/slideLayout226.xml"/><Relationship Id="rId12" Type="http://schemas.openxmlformats.org/officeDocument/2006/relationships/slideLayout" Target="../slideLayouts/slideLayout227.xml"/><Relationship Id="rId13" Type="http://schemas.openxmlformats.org/officeDocument/2006/relationships/slideLayout" Target="../slideLayouts/slideLayout228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29.xml"/><Relationship Id="rId3" Type="http://schemas.openxmlformats.org/officeDocument/2006/relationships/slideLayout" Target="../slideLayouts/slideLayout230.xml"/><Relationship Id="rId4" Type="http://schemas.openxmlformats.org/officeDocument/2006/relationships/slideLayout" Target="../slideLayouts/slideLayout231.xml"/><Relationship Id="rId5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3.xml"/><Relationship Id="rId7" Type="http://schemas.openxmlformats.org/officeDocument/2006/relationships/slideLayout" Target="../slideLayouts/slideLayout234.xml"/><Relationship Id="rId8" Type="http://schemas.openxmlformats.org/officeDocument/2006/relationships/slideLayout" Target="../slideLayouts/slideLayout235.xml"/><Relationship Id="rId9" Type="http://schemas.openxmlformats.org/officeDocument/2006/relationships/slideLayout" Target="../slideLayouts/slideLayout236.xml"/><Relationship Id="rId10" Type="http://schemas.openxmlformats.org/officeDocument/2006/relationships/slideLayout" Target="../slideLayouts/slideLayout237.xml"/><Relationship Id="rId11" Type="http://schemas.openxmlformats.org/officeDocument/2006/relationships/slideLayout" Target="../slideLayouts/slideLayout238.xml"/><Relationship Id="rId12" Type="http://schemas.openxmlformats.org/officeDocument/2006/relationships/slideLayout" Target="../slideLayouts/slideLayout239.xml"/><Relationship Id="rId13" Type="http://schemas.openxmlformats.org/officeDocument/2006/relationships/slideLayout" Target="../slideLayouts/slideLayout24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41.xml"/><Relationship Id="rId3" Type="http://schemas.openxmlformats.org/officeDocument/2006/relationships/slideLayout" Target="../slideLayouts/slideLayout242.xml"/><Relationship Id="rId4" Type="http://schemas.openxmlformats.org/officeDocument/2006/relationships/slideLayout" Target="../slideLayouts/slideLayout243.xml"/><Relationship Id="rId5" Type="http://schemas.openxmlformats.org/officeDocument/2006/relationships/slideLayout" Target="../slideLayouts/slideLayout244.xml"/><Relationship Id="rId6" Type="http://schemas.openxmlformats.org/officeDocument/2006/relationships/slideLayout" Target="../slideLayouts/slideLayout245.xml"/><Relationship Id="rId7" Type="http://schemas.openxmlformats.org/officeDocument/2006/relationships/slideLayout" Target="../slideLayouts/slideLayout246.xml"/><Relationship Id="rId8" Type="http://schemas.openxmlformats.org/officeDocument/2006/relationships/slideLayout" Target="../slideLayouts/slideLayout247.xml"/><Relationship Id="rId9" Type="http://schemas.openxmlformats.org/officeDocument/2006/relationships/slideLayout" Target="../slideLayouts/slideLayout248.xml"/><Relationship Id="rId10" Type="http://schemas.openxmlformats.org/officeDocument/2006/relationships/slideLayout" Target="../slideLayouts/slideLayout249.xml"/><Relationship Id="rId11" Type="http://schemas.openxmlformats.org/officeDocument/2006/relationships/slideLayout" Target="../slideLayouts/slideLayout250.xml"/><Relationship Id="rId12" Type="http://schemas.openxmlformats.org/officeDocument/2006/relationships/slideLayout" Target="../slideLayouts/slideLayout251.xml"/><Relationship Id="rId13" Type="http://schemas.openxmlformats.org/officeDocument/2006/relationships/slideLayout" Target="../slideLayouts/slideLayout252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65.xml"/><Relationship Id="rId3" Type="http://schemas.openxmlformats.org/officeDocument/2006/relationships/slideLayout" Target="../slideLayouts/slideLayout266.xml"/><Relationship Id="rId4" Type="http://schemas.openxmlformats.org/officeDocument/2006/relationships/slideLayout" Target="../slideLayouts/slideLayout267.xml"/><Relationship Id="rId5" Type="http://schemas.openxmlformats.org/officeDocument/2006/relationships/slideLayout" Target="../slideLayouts/slideLayout268.xml"/><Relationship Id="rId6" Type="http://schemas.openxmlformats.org/officeDocument/2006/relationships/slideLayout" Target="../slideLayouts/slideLayout269.xml"/><Relationship Id="rId7" Type="http://schemas.openxmlformats.org/officeDocument/2006/relationships/slideLayout" Target="../slideLayouts/slideLayout270.xml"/><Relationship Id="rId8" Type="http://schemas.openxmlformats.org/officeDocument/2006/relationships/slideLayout" Target="../slideLayouts/slideLayout271.xml"/><Relationship Id="rId9" Type="http://schemas.openxmlformats.org/officeDocument/2006/relationships/slideLayout" Target="../slideLayouts/slideLayout272.xml"/><Relationship Id="rId10" Type="http://schemas.openxmlformats.org/officeDocument/2006/relationships/slideLayout" Target="../slideLayouts/slideLayout273.xml"/><Relationship Id="rId11" Type="http://schemas.openxmlformats.org/officeDocument/2006/relationships/slideLayout" Target="../slideLayouts/slideLayout274.xml"/><Relationship Id="rId12" Type="http://schemas.openxmlformats.org/officeDocument/2006/relationships/slideLayout" Target="../slideLayouts/slideLayout275.xml"/><Relationship Id="rId13" Type="http://schemas.openxmlformats.org/officeDocument/2006/relationships/slideLayout" Target="../slideLayouts/slideLayout276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77.xml"/><Relationship Id="rId3" Type="http://schemas.openxmlformats.org/officeDocument/2006/relationships/slideLayout" Target="../slideLayouts/slideLayout278.xml"/><Relationship Id="rId4" Type="http://schemas.openxmlformats.org/officeDocument/2006/relationships/slideLayout" Target="../slideLayouts/slideLayout279.xml"/><Relationship Id="rId5" Type="http://schemas.openxmlformats.org/officeDocument/2006/relationships/slideLayout" Target="../slideLayouts/slideLayout280.xml"/><Relationship Id="rId6" Type="http://schemas.openxmlformats.org/officeDocument/2006/relationships/slideLayout" Target="../slideLayouts/slideLayout281.xml"/><Relationship Id="rId7" Type="http://schemas.openxmlformats.org/officeDocument/2006/relationships/slideLayout" Target="../slideLayouts/slideLayout282.xml"/><Relationship Id="rId8" Type="http://schemas.openxmlformats.org/officeDocument/2006/relationships/slideLayout" Target="../slideLayouts/slideLayout283.xml"/><Relationship Id="rId9" Type="http://schemas.openxmlformats.org/officeDocument/2006/relationships/slideLayout" Target="../slideLayouts/slideLayout284.xml"/><Relationship Id="rId10" Type="http://schemas.openxmlformats.org/officeDocument/2006/relationships/slideLayout" Target="../slideLayouts/slideLayout285.xml"/><Relationship Id="rId11" Type="http://schemas.openxmlformats.org/officeDocument/2006/relationships/slideLayout" Target="../slideLayouts/slideLayout286.xml"/><Relationship Id="rId12" Type="http://schemas.openxmlformats.org/officeDocument/2006/relationships/slideLayout" Target="../slideLayouts/slideLayout287.xml"/><Relationship Id="rId13" Type="http://schemas.openxmlformats.org/officeDocument/2006/relationships/slideLayout" Target="../slideLayouts/slideLayout288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89.xml"/><Relationship Id="rId3" Type="http://schemas.openxmlformats.org/officeDocument/2006/relationships/slideLayout" Target="../slideLayouts/slideLayout290.xml"/><Relationship Id="rId4" Type="http://schemas.openxmlformats.org/officeDocument/2006/relationships/slideLayout" Target="../slideLayouts/slideLayout291.xml"/><Relationship Id="rId5" Type="http://schemas.openxmlformats.org/officeDocument/2006/relationships/slideLayout" Target="../slideLayouts/slideLayout292.xml"/><Relationship Id="rId6" Type="http://schemas.openxmlformats.org/officeDocument/2006/relationships/slideLayout" Target="../slideLayouts/slideLayout293.xml"/><Relationship Id="rId7" Type="http://schemas.openxmlformats.org/officeDocument/2006/relationships/slideLayout" Target="../slideLayouts/slideLayout294.xml"/><Relationship Id="rId8" Type="http://schemas.openxmlformats.org/officeDocument/2006/relationships/slideLayout" Target="../slideLayouts/slideLayout295.xml"/><Relationship Id="rId9" Type="http://schemas.openxmlformats.org/officeDocument/2006/relationships/slideLayout" Target="../slideLayouts/slideLayout296.xml"/><Relationship Id="rId10" Type="http://schemas.openxmlformats.org/officeDocument/2006/relationships/slideLayout" Target="../slideLayouts/slideLayout297.xml"/><Relationship Id="rId11" Type="http://schemas.openxmlformats.org/officeDocument/2006/relationships/slideLayout" Target="../slideLayouts/slideLayout298.xml"/><Relationship Id="rId12" Type="http://schemas.openxmlformats.org/officeDocument/2006/relationships/slideLayout" Target="../slideLayouts/slideLayout299.xml"/><Relationship Id="rId13" Type="http://schemas.openxmlformats.org/officeDocument/2006/relationships/slideLayout" Target="../slideLayouts/slideLayout300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slideLayout" Target="../slideLayouts/slideLayout301.xml"/><Relationship Id="rId6" Type="http://schemas.openxmlformats.org/officeDocument/2006/relationships/slideLayout" Target="../slideLayouts/slideLayout302.xml"/><Relationship Id="rId7" Type="http://schemas.openxmlformats.org/officeDocument/2006/relationships/slideLayout" Target="../slideLayouts/slideLayout303.xml"/><Relationship Id="rId8" Type="http://schemas.openxmlformats.org/officeDocument/2006/relationships/slideLayout" Target="../slideLayouts/slideLayout304.xml"/><Relationship Id="rId9" Type="http://schemas.openxmlformats.org/officeDocument/2006/relationships/slideLayout" Target="../slideLayouts/slideLayout305.xml"/><Relationship Id="rId10" Type="http://schemas.openxmlformats.org/officeDocument/2006/relationships/slideLayout" Target="../slideLayouts/slideLayout306.xml"/><Relationship Id="rId11" Type="http://schemas.openxmlformats.org/officeDocument/2006/relationships/slideLayout" Target="../slideLayouts/slideLayout307.xml"/><Relationship Id="rId12" Type="http://schemas.openxmlformats.org/officeDocument/2006/relationships/slideLayout" Target="../slideLayouts/slideLayout308.xml"/><Relationship Id="rId13" Type="http://schemas.openxmlformats.org/officeDocument/2006/relationships/slideLayout" Target="../slideLayouts/slideLayout309.xml"/><Relationship Id="rId14" Type="http://schemas.openxmlformats.org/officeDocument/2006/relationships/slideLayout" Target="../slideLayouts/slideLayout310.xml"/><Relationship Id="rId15" Type="http://schemas.openxmlformats.org/officeDocument/2006/relationships/slideLayout" Target="../slideLayouts/slideLayout311.xml"/><Relationship Id="rId16" Type="http://schemas.openxmlformats.org/officeDocument/2006/relationships/slideLayout" Target="../slideLayouts/slideLayout312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slideLayout" Target="../slideLayouts/slideLayout324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325.xml"/><Relationship Id="rId3" Type="http://schemas.openxmlformats.org/officeDocument/2006/relationships/slideLayout" Target="../slideLayouts/slideLayout326.xml"/><Relationship Id="rId4" Type="http://schemas.openxmlformats.org/officeDocument/2006/relationships/slideLayout" Target="../slideLayouts/slideLayout327.xml"/><Relationship Id="rId5" Type="http://schemas.openxmlformats.org/officeDocument/2006/relationships/slideLayout" Target="../slideLayouts/slideLayout328.xml"/><Relationship Id="rId6" Type="http://schemas.openxmlformats.org/officeDocument/2006/relationships/slideLayout" Target="../slideLayouts/slideLayout329.xml"/><Relationship Id="rId7" Type="http://schemas.openxmlformats.org/officeDocument/2006/relationships/slideLayout" Target="../slideLayouts/slideLayout330.xml"/><Relationship Id="rId8" Type="http://schemas.openxmlformats.org/officeDocument/2006/relationships/slideLayout" Target="../slideLayouts/slideLayout331.xml"/><Relationship Id="rId9" Type="http://schemas.openxmlformats.org/officeDocument/2006/relationships/slideLayout" Target="../slideLayouts/slideLayout332.xml"/><Relationship Id="rId10" Type="http://schemas.openxmlformats.org/officeDocument/2006/relationships/slideLayout" Target="../slideLayouts/slideLayout333.xml"/><Relationship Id="rId11" Type="http://schemas.openxmlformats.org/officeDocument/2006/relationships/slideLayout" Target="../slideLayouts/slideLayout334.xml"/><Relationship Id="rId12" Type="http://schemas.openxmlformats.org/officeDocument/2006/relationships/slideLayout" Target="../slideLayouts/slideLayout335.xml"/><Relationship Id="rId13" Type="http://schemas.openxmlformats.org/officeDocument/2006/relationships/slideLayout" Target="../slideLayouts/slideLayout336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337.xml"/><Relationship Id="rId3" Type="http://schemas.openxmlformats.org/officeDocument/2006/relationships/slideLayout" Target="../slideLayouts/slideLayout338.xml"/><Relationship Id="rId4" Type="http://schemas.openxmlformats.org/officeDocument/2006/relationships/slideLayout" Target="../slideLayouts/slideLayout339.xml"/><Relationship Id="rId5" Type="http://schemas.openxmlformats.org/officeDocument/2006/relationships/slideLayout" Target="../slideLayouts/slideLayout340.xml"/><Relationship Id="rId6" Type="http://schemas.openxmlformats.org/officeDocument/2006/relationships/slideLayout" Target="../slideLayouts/slideLayout341.xml"/><Relationship Id="rId7" Type="http://schemas.openxmlformats.org/officeDocument/2006/relationships/slideLayout" Target="../slideLayouts/slideLayout342.xml"/><Relationship Id="rId8" Type="http://schemas.openxmlformats.org/officeDocument/2006/relationships/slideLayout" Target="../slideLayouts/slideLayout343.xml"/><Relationship Id="rId9" Type="http://schemas.openxmlformats.org/officeDocument/2006/relationships/slideLayout" Target="../slideLayouts/slideLayout344.xml"/><Relationship Id="rId10" Type="http://schemas.openxmlformats.org/officeDocument/2006/relationships/slideLayout" Target="../slideLayouts/slideLayout345.xml"/><Relationship Id="rId11" Type="http://schemas.openxmlformats.org/officeDocument/2006/relationships/slideLayout" Target="../slideLayouts/slideLayout346.xml"/><Relationship Id="rId12" Type="http://schemas.openxmlformats.org/officeDocument/2006/relationships/slideLayout" Target="../slideLayouts/slideLayout347.xml"/><Relationship Id="rId13" Type="http://schemas.openxmlformats.org/officeDocument/2006/relationships/slideLayout" Target="../slideLayouts/slideLayout3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9;p2"/>
          <p:cNvSpPr/>
          <p:nvPr/>
        </p:nvSpPr>
        <p:spPr>
          <a:xfrm>
            <a:off x="-155880" y="0"/>
            <a:ext cx="6491520" cy="5142960"/>
          </a:xfrm>
          <a:custGeom>
            <a:avLst/>
            <a:gdLst/>
            <a:ahLst/>
            <a:rect l="l" t="t" r="r" b="b"/>
            <a:pathLst>
              <a:path w="40882" h="32390">
                <a:moveTo>
                  <a:pt x="1" y="1"/>
                </a:moveTo>
                <a:lnTo>
                  <a:pt x="1" y="32389"/>
                </a:lnTo>
                <a:lnTo>
                  <a:pt x="35758" y="32389"/>
                </a:lnTo>
                <a:lnTo>
                  <a:pt x="40882" y="8914"/>
                </a:lnTo>
                <a:lnTo>
                  <a:pt x="34951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Google Shape;12;p2"/>
          <p:cNvSpPr/>
          <p:nvPr/>
        </p:nvSpPr>
        <p:spPr>
          <a:xfrm>
            <a:off x="2511000" y="-7560"/>
            <a:ext cx="543240" cy="54324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Google Shape;13;p2"/>
          <p:cNvSpPr/>
          <p:nvPr/>
        </p:nvSpPr>
        <p:spPr>
          <a:xfrm>
            <a:off x="83160" y="4250520"/>
            <a:ext cx="634680" cy="6346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" name="Google Shape;14;p2"/>
          <p:cNvGrpSpPr/>
          <p:nvPr/>
        </p:nvGrpSpPr>
        <p:grpSpPr>
          <a:xfrm>
            <a:off x="41400" y="236520"/>
            <a:ext cx="1648080" cy="604800"/>
            <a:chOff x="41400" y="236520"/>
            <a:chExt cx="1648080" cy="604800"/>
          </a:xfrm>
        </p:grpSpPr>
        <p:sp>
          <p:nvSpPr>
            <p:cNvPr id="4" name="Google Shape;15;p2"/>
            <p:cNvSpPr/>
            <p:nvPr/>
          </p:nvSpPr>
          <p:spPr>
            <a:xfrm rot="5400000">
              <a:off x="159660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Google Shape;16;p2"/>
            <p:cNvSpPr/>
            <p:nvPr/>
          </p:nvSpPr>
          <p:spPr>
            <a:xfrm rot="5400000">
              <a:off x="128592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Google Shape;17;p2"/>
            <p:cNvSpPr/>
            <p:nvPr/>
          </p:nvSpPr>
          <p:spPr>
            <a:xfrm rot="5400000">
              <a:off x="974520" y="7488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Google Shape;18;p2"/>
            <p:cNvSpPr/>
            <p:nvPr/>
          </p:nvSpPr>
          <p:spPr>
            <a:xfrm rot="5400000">
              <a:off x="66348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Google Shape;19;p2"/>
            <p:cNvSpPr/>
            <p:nvPr/>
          </p:nvSpPr>
          <p:spPr>
            <a:xfrm rot="5400000">
              <a:off x="35208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Google Shape;20;p2"/>
            <p:cNvSpPr/>
            <p:nvPr/>
          </p:nvSpPr>
          <p:spPr>
            <a:xfrm rot="5400000">
              <a:off x="4140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" name="Google Shape;21;p2"/>
            <p:cNvSpPr/>
            <p:nvPr/>
          </p:nvSpPr>
          <p:spPr>
            <a:xfrm rot="5400000">
              <a:off x="159660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" name="Google Shape;22;p2"/>
            <p:cNvSpPr/>
            <p:nvPr/>
          </p:nvSpPr>
          <p:spPr>
            <a:xfrm rot="5400000">
              <a:off x="128592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" name="Google Shape;23;p2"/>
            <p:cNvSpPr/>
            <p:nvPr/>
          </p:nvSpPr>
          <p:spPr>
            <a:xfrm rot="5400000">
              <a:off x="974520" y="4928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" name="Google Shape;24;p2"/>
            <p:cNvSpPr/>
            <p:nvPr/>
          </p:nvSpPr>
          <p:spPr>
            <a:xfrm rot="5400000">
              <a:off x="66348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" name="Google Shape;25;p2"/>
            <p:cNvSpPr/>
            <p:nvPr/>
          </p:nvSpPr>
          <p:spPr>
            <a:xfrm rot="5400000">
              <a:off x="35208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Google Shape;26;p2"/>
            <p:cNvSpPr/>
            <p:nvPr/>
          </p:nvSpPr>
          <p:spPr>
            <a:xfrm rot="5400000">
              <a:off x="4140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Google Shape;27;p2"/>
            <p:cNvSpPr/>
            <p:nvPr/>
          </p:nvSpPr>
          <p:spPr>
            <a:xfrm rot="5400000">
              <a:off x="159660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" name="Google Shape;28;p2"/>
            <p:cNvSpPr/>
            <p:nvPr/>
          </p:nvSpPr>
          <p:spPr>
            <a:xfrm rot="5400000">
              <a:off x="128592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" name="Google Shape;29;p2"/>
            <p:cNvSpPr/>
            <p:nvPr/>
          </p:nvSpPr>
          <p:spPr>
            <a:xfrm rot="5400000">
              <a:off x="974520" y="236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" name="Google Shape;30;p2"/>
            <p:cNvSpPr/>
            <p:nvPr/>
          </p:nvSpPr>
          <p:spPr>
            <a:xfrm rot="5400000">
              <a:off x="66348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" name="Google Shape;31;p2"/>
            <p:cNvSpPr/>
            <p:nvPr/>
          </p:nvSpPr>
          <p:spPr>
            <a:xfrm rot="5400000">
              <a:off x="35208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" name="Google Shape;32;p2"/>
            <p:cNvSpPr/>
            <p:nvPr/>
          </p:nvSpPr>
          <p:spPr>
            <a:xfrm rot="5400000">
              <a:off x="4140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2" name="Google Shape;33;p2"/>
          <p:cNvGrpSpPr/>
          <p:nvPr/>
        </p:nvGrpSpPr>
        <p:grpSpPr>
          <a:xfrm>
            <a:off x="3514320" y="4301280"/>
            <a:ext cx="1648080" cy="604800"/>
            <a:chOff x="3514320" y="4301280"/>
            <a:chExt cx="1648080" cy="604800"/>
          </a:xfrm>
        </p:grpSpPr>
        <p:sp>
          <p:nvSpPr>
            <p:cNvPr id="23" name="Google Shape;34;p2"/>
            <p:cNvSpPr/>
            <p:nvPr/>
          </p:nvSpPr>
          <p:spPr>
            <a:xfrm rot="5400000">
              <a:off x="5069520" y="4813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" name="Google Shape;35;p2"/>
            <p:cNvSpPr/>
            <p:nvPr/>
          </p:nvSpPr>
          <p:spPr>
            <a:xfrm rot="5400000">
              <a:off x="475884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" name="Google Shape;36;p2"/>
            <p:cNvSpPr/>
            <p:nvPr/>
          </p:nvSpPr>
          <p:spPr>
            <a:xfrm rot="5400000">
              <a:off x="4447800" y="481356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" name="Google Shape;37;p2"/>
            <p:cNvSpPr/>
            <p:nvPr/>
          </p:nvSpPr>
          <p:spPr>
            <a:xfrm rot="5400000">
              <a:off x="413640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" name="Google Shape;38;p2"/>
            <p:cNvSpPr/>
            <p:nvPr/>
          </p:nvSpPr>
          <p:spPr>
            <a:xfrm rot="5400000">
              <a:off x="3825000" y="4813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" name="Google Shape;39;p2"/>
            <p:cNvSpPr/>
            <p:nvPr/>
          </p:nvSpPr>
          <p:spPr>
            <a:xfrm rot="5400000">
              <a:off x="351432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" name="Google Shape;40;p2"/>
            <p:cNvSpPr/>
            <p:nvPr/>
          </p:nvSpPr>
          <p:spPr>
            <a:xfrm rot="5400000">
              <a:off x="5069520" y="4557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" name="Google Shape;41;p2"/>
            <p:cNvSpPr/>
            <p:nvPr/>
          </p:nvSpPr>
          <p:spPr>
            <a:xfrm rot="5400000">
              <a:off x="475884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" name="Google Shape;42;p2"/>
            <p:cNvSpPr/>
            <p:nvPr/>
          </p:nvSpPr>
          <p:spPr>
            <a:xfrm rot="5400000">
              <a:off x="4447800" y="45576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" name="Google Shape;43;p2"/>
            <p:cNvSpPr/>
            <p:nvPr/>
          </p:nvSpPr>
          <p:spPr>
            <a:xfrm rot="5400000">
              <a:off x="413640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" name="Google Shape;44;p2"/>
            <p:cNvSpPr/>
            <p:nvPr/>
          </p:nvSpPr>
          <p:spPr>
            <a:xfrm rot="5400000">
              <a:off x="3825000" y="4557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" name="Google Shape;45;p2"/>
            <p:cNvSpPr/>
            <p:nvPr/>
          </p:nvSpPr>
          <p:spPr>
            <a:xfrm rot="5400000">
              <a:off x="351432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" name="Google Shape;46;p2"/>
            <p:cNvSpPr/>
            <p:nvPr/>
          </p:nvSpPr>
          <p:spPr>
            <a:xfrm rot="5400000">
              <a:off x="5069520" y="4301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" name="Google Shape;47;p2"/>
            <p:cNvSpPr/>
            <p:nvPr/>
          </p:nvSpPr>
          <p:spPr>
            <a:xfrm rot="5400000">
              <a:off x="475884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" name="Google Shape;48;p2"/>
            <p:cNvSpPr/>
            <p:nvPr/>
          </p:nvSpPr>
          <p:spPr>
            <a:xfrm rot="5400000">
              <a:off x="4447800" y="43016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" name="Google Shape;49;p2"/>
            <p:cNvSpPr/>
            <p:nvPr/>
          </p:nvSpPr>
          <p:spPr>
            <a:xfrm rot="5400000">
              <a:off x="413640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" name="Google Shape;50;p2"/>
            <p:cNvSpPr/>
            <p:nvPr/>
          </p:nvSpPr>
          <p:spPr>
            <a:xfrm rot="5400000">
              <a:off x="3825000" y="4301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" name="Google Shape;51;p2"/>
            <p:cNvSpPr/>
            <p:nvPr/>
          </p:nvSpPr>
          <p:spPr>
            <a:xfrm rot="5400000">
              <a:off x="351432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latin typeface="Arial"/>
              </a:rPr>
              <a:t>Clique para editar o formato do </a:t>
            </a:r>
            <a:r>
              <a:rPr b="0" lang="pt-BR" sz="1800" spc="-1" strike="noStrike">
                <a:latin typeface="Arial"/>
              </a:rPr>
              <a:t>texto do título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</a:t>
            </a:r>
            <a:r>
              <a:rPr b="0" lang="pt-BR" sz="3200" spc="-1" strike="noStrike">
                <a:latin typeface="Arial"/>
              </a:rPr>
              <a:t>editar o </a:t>
            </a:r>
            <a:r>
              <a:rPr b="0" lang="pt-BR" sz="3200" spc="-1" strike="noStrike">
                <a:latin typeface="Arial"/>
              </a:rPr>
              <a:t>formato do </a:t>
            </a:r>
            <a:r>
              <a:rPr b="0" lang="pt-BR" sz="3200" spc="-1" strike="noStrike">
                <a:latin typeface="Arial"/>
              </a:rPr>
              <a:t>texto da </a:t>
            </a:r>
            <a:r>
              <a:rPr b="0" lang="pt-BR" sz="3200" spc="-1" strike="noStrike">
                <a:latin typeface="Arial"/>
              </a:rPr>
              <a:t>estrutura de </a:t>
            </a:r>
            <a:r>
              <a:rPr b="0" lang="pt-BR" sz="3200" spc="-1" strike="noStrike">
                <a:latin typeface="Arial"/>
              </a:rPr>
              <a:t>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</a:t>
            </a:r>
            <a:r>
              <a:rPr b="0" lang="pt-BR" sz="2800" spc="-1" strike="noStrike">
                <a:latin typeface="Arial"/>
              </a:rPr>
              <a:t>estrutura de </a:t>
            </a:r>
            <a:r>
              <a:rPr b="0" lang="pt-BR" sz="2800" spc="-1" strike="noStrike">
                <a:latin typeface="Arial"/>
              </a:rPr>
              <a:t>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</a:t>
            </a:r>
            <a:r>
              <a:rPr b="0" lang="pt-BR" sz="2400" spc="-1" strike="noStrike">
                <a:latin typeface="Arial"/>
              </a:rPr>
              <a:t>estrutura </a:t>
            </a:r>
            <a:r>
              <a:rPr b="0" lang="pt-BR" sz="2400" spc="-1" strike="noStrike">
                <a:latin typeface="Arial"/>
              </a:rPr>
              <a:t>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</a:t>
            </a:r>
            <a:r>
              <a:rPr b="0" lang="pt-BR" sz="2000" spc="-1" strike="noStrike">
                <a:latin typeface="Arial"/>
              </a:rPr>
              <a:t>da </a:t>
            </a:r>
            <a:r>
              <a:rPr b="0" lang="pt-BR" sz="2000" spc="-1" strike="noStrike">
                <a:latin typeface="Arial"/>
              </a:rPr>
              <a:t>estrutura </a:t>
            </a:r>
            <a:r>
              <a:rPr b="0" lang="pt-BR" sz="2000" spc="-1" strike="noStrike">
                <a:latin typeface="Arial"/>
              </a:rPr>
              <a:t>de </a:t>
            </a:r>
            <a:r>
              <a:rPr b="0" lang="pt-BR" sz="2000" spc="-1" strike="noStrike">
                <a:latin typeface="Arial"/>
              </a:rPr>
              <a:t>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</a:t>
            </a:r>
            <a:r>
              <a:rPr b="0" lang="pt-BR" sz="2000" spc="-1" strike="noStrike">
                <a:latin typeface="Arial"/>
              </a:rPr>
              <a:t>nível </a:t>
            </a:r>
            <a:r>
              <a:rPr b="0" lang="pt-BR" sz="2000" spc="-1" strike="noStrike">
                <a:latin typeface="Arial"/>
              </a:rPr>
              <a:t>da </a:t>
            </a:r>
            <a:r>
              <a:rPr b="0" lang="pt-BR" sz="2000" spc="-1" strike="noStrike">
                <a:latin typeface="Arial"/>
              </a:rPr>
              <a:t>estrut</a:t>
            </a:r>
            <a:r>
              <a:rPr b="0" lang="pt-BR" sz="2000" spc="-1" strike="noStrike">
                <a:latin typeface="Arial"/>
              </a:rPr>
              <a:t>ura de </a:t>
            </a:r>
            <a:r>
              <a:rPr b="0" lang="pt-BR" sz="2000" spc="-1" strike="noStrike">
                <a:latin typeface="Arial"/>
              </a:rPr>
              <a:t>tópico</a:t>
            </a:r>
            <a:r>
              <a:rPr b="0" lang="pt-BR" sz="2000" spc="-1" strike="noStrike">
                <a:latin typeface="Arial"/>
              </a:rPr>
              <a:t>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</a:t>
            </a:r>
            <a:r>
              <a:rPr b="0" lang="pt-BR" sz="2000" spc="-1" strike="noStrike">
                <a:latin typeface="Arial"/>
              </a:rPr>
              <a:t>º </a:t>
            </a:r>
            <a:r>
              <a:rPr b="0" lang="pt-BR" sz="2000" spc="-1" strike="noStrike">
                <a:latin typeface="Arial"/>
              </a:rPr>
              <a:t>ní</a:t>
            </a:r>
            <a:r>
              <a:rPr b="0" lang="pt-BR" sz="2000" spc="-1" strike="noStrike">
                <a:latin typeface="Arial"/>
              </a:rPr>
              <a:t>ve</a:t>
            </a:r>
            <a:r>
              <a:rPr b="0" lang="pt-BR" sz="2000" spc="-1" strike="noStrike">
                <a:latin typeface="Arial"/>
              </a:rPr>
              <a:t>l </a:t>
            </a:r>
            <a:r>
              <a:rPr b="0" lang="pt-BR" sz="2000" spc="-1" strike="noStrike">
                <a:latin typeface="Arial"/>
              </a:rPr>
              <a:t>da </a:t>
            </a:r>
            <a:r>
              <a:rPr b="0" lang="pt-BR" sz="2000" spc="-1" strike="noStrike">
                <a:latin typeface="Arial"/>
              </a:rPr>
              <a:t>es</a:t>
            </a:r>
            <a:r>
              <a:rPr b="0" lang="pt-BR" sz="2000" spc="-1" strike="noStrike">
                <a:latin typeface="Arial"/>
              </a:rPr>
              <a:t>tru</a:t>
            </a:r>
            <a:r>
              <a:rPr b="0" lang="pt-BR" sz="2000" spc="-1" strike="noStrike">
                <a:latin typeface="Arial"/>
              </a:rPr>
              <a:t>tur</a:t>
            </a:r>
            <a:r>
              <a:rPr b="0" lang="pt-BR" sz="2000" spc="-1" strike="noStrike">
                <a:latin typeface="Arial"/>
              </a:rPr>
              <a:t>a </a:t>
            </a:r>
            <a:r>
              <a:rPr b="0" lang="pt-BR" sz="2000" spc="-1" strike="noStrike">
                <a:latin typeface="Arial"/>
              </a:rPr>
              <a:t>de </a:t>
            </a:r>
            <a:r>
              <a:rPr b="0" lang="pt-BR" sz="2000" spc="-1" strike="noStrike">
                <a:latin typeface="Arial"/>
              </a:rPr>
              <a:t>tó</a:t>
            </a:r>
            <a:r>
              <a:rPr b="0" lang="pt-BR" sz="2000" spc="-1" strike="noStrike">
                <a:latin typeface="Arial"/>
              </a:rPr>
              <a:t>pi</a:t>
            </a:r>
            <a:r>
              <a:rPr b="0" lang="pt-BR" sz="2000" spc="-1" strike="noStrike">
                <a:latin typeface="Arial"/>
              </a:rPr>
              <a:t>co</a:t>
            </a:r>
            <a:r>
              <a:rPr b="0" lang="pt-BR" sz="2000" spc="-1" strike="noStrike">
                <a:latin typeface="Arial"/>
              </a:rPr>
              <a:t>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</a:t>
            </a:r>
            <a:r>
              <a:rPr b="0" lang="pt-BR" sz="2000" spc="-1" strike="noStrike">
                <a:latin typeface="Arial"/>
              </a:rPr>
              <a:t>.</a:t>
            </a:r>
            <a:r>
              <a:rPr b="0" lang="pt-BR" sz="2000" spc="-1" strike="noStrike">
                <a:latin typeface="Arial"/>
              </a:rPr>
              <a:t>º</a:t>
            </a:r>
            <a:r>
              <a:rPr b="0" lang="pt-BR" sz="2000" spc="-1" strike="noStrike">
                <a:latin typeface="Arial"/>
              </a:rPr>
              <a:t> </a:t>
            </a:r>
            <a:r>
              <a:rPr b="0" lang="pt-BR" sz="2000" spc="-1" strike="noStrike">
                <a:latin typeface="Arial"/>
              </a:rPr>
              <a:t>n</a:t>
            </a:r>
            <a:r>
              <a:rPr b="0" lang="pt-BR" sz="2000" spc="-1" strike="noStrike">
                <a:latin typeface="Arial"/>
              </a:rPr>
              <a:t>í</a:t>
            </a:r>
            <a:r>
              <a:rPr b="0" lang="pt-BR" sz="2000" spc="-1" strike="noStrike">
                <a:latin typeface="Arial"/>
              </a:rPr>
              <a:t>v</a:t>
            </a:r>
            <a:r>
              <a:rPr b="0" lang="pt-BR" sz="2000" spc="-1" strike="noStrike">
                <a:latin typeface="Arial"/>
              </a:rPr>
              <a:t>e</a:t>
            </a:r>
            <a:r>
              <a:rPr b="0" lang="pt-BR" sz="2000" spc="-1" strike="noStrike">
                <a:latin typeface="Arial"/>
              </a:rPr>
              <a:t>l</a:t>
            </a:r>
            <a:r>
              <a:rPr b="0" lang="pt-BR" sz="2000" spc="-1" strike="noStrike">
                <a:latin typeface="Arial"/>
              </a:rPr>
              <a:t> </a:t>
            </a:r>
            <a:r>
              <a:rPr b="0" lang="pt-BR" sz="2000" spc="-1" strike="noStrike">
                <a:latin typeface="Arial"/>
              </a:rPr>
              <a:t>d</a:t>
            </a:r>
            <a:r>
              <a:rPr b="0" lang="pt-BR" sz="2000" spc="-1" strike="noStrike">
                <a:latin typeface="Arial"/>
              </a:rPr>
              <a:t>a</a:t>
            </a:r>
            <a:r>
              <a:rPr b="0" lang="pt-BR" sz="2000" spc="-1" strike="noStrike">
                <a:latin typeface="Arial"/>
              </a:rPr>
              <a:t> </a:t>
            </a:r>
            <a:r>
              <a:rPr b="0" lang="pt-BR" sz="2000" spc="-1" strike="noStrike">
                <a:latin typeface="Arial"/>
              </a:rPr>
              <a:t>e</a:t>
            </a:r>
            <a:r>
              <a:rPr b="0" lang="pt-BR" sz="2000" spc="-1" strike="noStrike">
                <a:latin typeface="Arial"/>
              </a:rPr>
              <a:t>s</a:t>
            </a:r>
            <a:r>
              <a:rPr b="0" lang="pt-BR" sz="2000" spc="-1" strike="noStrike">
                <a:latin typeface="Arial"/>
              </a:rPr>
              <a:t>t</a:t>
            </a:r>
            <a:r>
              <a:rPr b="0" lang="pt-BR" sz="2000" spc="-1" strike="noStrike">
                <a:latin typeface="Arial"/>
              </a:rPr>
              <a:t>r</a:t>
            </a:r>
            <a:r>
              <a:rPr b="0" lang="pt-BR" sz="2000" spc="-1" strike="noStrike">
                <a:latin typeface="Arial"/>
              </a:rPr>
              <a:t>u</a:t>
            </a:r>
            <a:r>
              <a:rPr b="0" lang="pt-BR" sz="2000" spc="-1" strike="noStrike">
                <a:latin typeface="Arial"/>
              </a:rPr>
              <a:t>t</a:t>
            </a:r>
            <a:r>
              <a:rPr b="0" lang="pt-BR" sz="2000" spc="-1" strike="noStrike">
                <a:latin typeface="Arial"/>
              </a:rPr>
              <a:t>u</a:t>
            </a:r>
            <a:r>
              <a:rPr b="0" lang="pt-BR" sz="2000" spc="-1" strike="noStrike">
                <a:latin typeface="Arial"/>
              </a:rPr>
              <a:t>r</a:t>
            </a:r>
            <a:r>
              <a:rPr b="0" lang="pt-BR" sz="2000" spc="-1" strike="noStrike">
                <a:latin typeface="Arial"/>
              </a:rPr>
              <a:t>a</a:t>
            </a:r>
            <a:r>
              <a:rPr b="0" lang="pt-BR" sz="2000" spc="-1" strike="noStrike">
                <a:latin typeface="Arial"/>
              </a:rPr>
              <a:t> </a:t>
            </a:r>
            <a:r>
              <a:rPr b="0" lang="pt-BR" sz="2000" spc="-1" strike="noStrike">
                <a:latin typeface="Arial"/>
              </a:rPr>
              <a:t>d</a:t>
            </a:r>
            <a:r>
              <a:rPr b="0" lang="pt-BR" sz="2000" spc="-1" strike="noStrike">
                <a:latin typeface="Arial"/>
              </a:rPr>
              <a:t>e</a:t>
            </a:r>
            <a:r>
              <a:rPr b="0" lang="pt-BR" sz="2000" spc="-1" strike="noStrike">
                <a:latin typeface="Arial"/>
              </a:rPr>
              <a:t> </a:t>
            </a:r>
            <a:r>
              <a:rPr b="0" lang="pt-BR" sz="2000" spc="-1" strike="noStrike">
                <a:latin typeface="Arial"/>
              </a:rPr>
              <a:t>t</a:t>
            </a:r>
            <a:r>
              <a:rPr b="0" lang="pt-BR" sz="2000" spc="-1" strike="noStrike">
                <a:latin typeface="Arial"/>
              </a:rPr>
              <a:t>ó</a:t>
            </a:r>
            <a:r>
              <a:rPr b="0" lang="pt-BR" sz="2000" spc="-1" strike="noStrike">
                <a:latin typeface="Arial"/>
              </a:rPr>
              <a:t>p</a:t>
            </a:r>
            <a:r>
              <a:rPr b="0" lang="pt-BR" sz="2000" spc="-1" strike="noStrike">
                <a:latin typeface="Arial"/>
              </a:rPr>
              <a:t>i</a:t>
            </a:r>
            <a:r>
              <a:rPr b="0" lang="pt-BR" sz="2000" spc="-1" strike="noStrike">
                <a:latin typeface="Arial"/>
              </a:rPr>
              <a:t>c</a:t>
            </a:r>
            <a:r>
              <a:rPr b="0" lang="pt-BR" sz="2000" spc="-1" strike="noStrike">
                <a:latin typeface="Arial"/>
              </a:rPr>
              <a:t>o</a:t>
            </a:r>
            <a:r>
              <a:rPr b="0" lang="pt-BR" sz="2000" spc="-1" strike="noStrike">
                <a:latin typeface="Arial"/>
              </a:rPr>
              <a:t>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202;p9"/>
          <p:cNvSpPr/>
          <p:nvPr/>
        </p:nvSpPr>
        <p:spPr>
          <a:xfrm>
            <a:off x="0" y="0"/>
            <a:ext cx="5923800" cy="5142600"/>
          </a:xfrm>
          <a:custGeom>
            <a:avLst/>
            <a:gdLst/>
            <a:ahLst/>
            <a:rect l="l" t="t" r="r" b="b"/>
            <a:pathLst>
              <a:path w="101851" h="56121">
                <a:moveTo>
                  <a:pt x="0" y="0"/>
                </a:moveTo>
                <a:lnTo>
                  <a:pt x="0" y="56120"/>
                </a:lnTo>
                <a:lnTo>
                  <a:pt x="99425" y="56120"/>
                </a:lnTo>
                <a:lnTo>
                  <a:pt x="96310" y="43997"/>
                </a:lnTo>
                <a:lnTo>
                  <a:pt x="101850" y="20088"/>
                </a:lnTo>
                <a:lnTo>
                  <a:pt x="89036" y="0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Google Shape;203;p9"/>
          <p:cNvSpPr/>
          <p:nvPr/>
        </p:nvSpPr>
        <p:spPr>
          <a:xfrm>
            <a:off x="160200" y="190800"/>
            <a:ext cx="634680" cy="6346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Google Shape;204;p9"/>
          <p:cNvSpPr/>
          <p:nvPr/>
        </p:nvSpPr>
        <p:spPr>
          <a:xfrm>
            <a:off x="4763880" y="4286520"/>
            <a:ext cx="634680" cy="6346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2" name="Google Shape;205;p9"/>
          <p:cNvGrpSpPr/>
          <p:nvPr/>
        </p:nvGrpSpPr>
        <p:grpSpPr>
          <a:xfrm>
            <a:off x="358920" y="4301280"/>
            <a:ext cx="1648080" cy="604800"/>
            <a:chOff x="358920" y="4301280"/>
            <a:chExt cx="1648080" cy="604800"/>
          </a:xfrm>
        </p:grpSpPr>
        <p:sp>
          <p:nvSpPr>
            <p:cNvPr id="83" name="Google Shape;206;p9"/>
            <p:cNvSpPr/>
            <p:nvPr/>
          </p:nvSpPr>
          <p:spPr>
            <a:xfrm rot="5400000">
              <a:off x="1914120" y="4813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Google Shape;207;p9"/>
            <p:cNvSpPr/>
            <p:nvPr/>
          </p:nvSpPr>
          <p:spPr>
            <a:xfrm rot="5400000">
              <a:off x="160344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Google Shape;208;p9"/>
            <p:cNvSpPr/>
            <p:nvPr/>
          </p:nvSpPr>
          <p:spPr>
            <a:xfrm rot="5400000">
              <a:off x="1292400" y="481356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Google Shape;209;p9"/>
            <p:cNvSpPr/>
            <p:nvPr/>
          </p:nvSpPr>
          <p:spPr>
            <a:xfrm rot="5400000">
              <a:off x="98136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Google Shape;210;p9"/>
            <p:cNvSpPr/>
            <p:nvPr/>
          </p:nvSpPr>
          <p:spPr>
            <a:xfrm rot="5400000">
              <a:off x="669600" y="4813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Google Shape;211;p9"/>
            <p:cNvSpPr/>
            <p:nvPr/>
          </p:nvSpPr>
          <p:spPr>
            <a:xfrm rot="5400000">
              <a:off x="35892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Google Shape;212;p9"/>
            <p:cNvSpPr/>
            <p:nvPr/>
          </p:nvSpPr>
          <p:spPr>
            <a:xfrm rot="5400000">
              <a:off x="1914120" y="4557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" name="Google Shape;213;p9"/>
            <p:cNvSpPr/>
            <p:nvPr/>
          </p:nvSpPr>
          <p:spPr>
            <a:xfrm rot="5400000">
              <a:off x="160344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Google Shape;214;p9"/>
            <p:cNvSpPr/>
            <p:nvPr/>
          </p:nvSpPr>
          <p:spPr>
            <a:xfrm rot="5400000">
              <a:off x="1292400" y="45576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Google Shape;215;p9"/>
            <p:cNvSpPr/>
            <p:nvPr/>
          </p:nvSpPr>
          <p:spPr>
            <a:xfrm rot="5400000">
              <a:off x="98136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Google Shape;216;p9"/>
            <p:cNvSpPr/>
            <p:nvPr/>
          </p:nvSpPr>
          <p:spPr>
            <a:xfrm rot="5400000">
              <a:off x="669600" y="4557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" name="Google Shape;217;p9"/>
            <p:cNvSpPr/>
            <p:nvPr/>
          </p:nvSpPr>
          <p:spPr>
            <a:xfrm rot="5400000">
              <a:off x="35892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" name="Google Shape;218;p9"/>
            <p:cNvSpPr/>
            <p:nvPr/>
          </p:nvSpPr>
          <p:spPr>
            <a:xfrm rot="5400000">
              <a:off x="1914120" y="4301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" name="Google Shape;219;p9"/>
            <p:cNvSpPr/>
            <p:nvPr/>
          </p:nvSpPr>
          <p:spPr>
            <a:xfrm rot="5400000">
              <a:off x="160344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" name="Google Shape;220;p9"/>
            <p:cNvSpPr/>
            <p:nvPr/>
          </p:nvSpPr>
          <p:spPr>
            <a:xfrm rot="5400000">
              <a:off x="1292400" y="43016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" name="Google Shape;221;p9"/>
            <p:cNvSpPr/>
            <p:nvPr/>
          </p:nvSpPr>
          <p:spPr>
            <a:xfrm rot="5400000">
              <a:off x="98136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" name="Google Shape;222;p9"/>
            <p:cNvSpPr/>
            <p:nvPr/>
          </p:nvSpPr>
          <p:spPr>
            <a:xfrm rot="5400000">
              <a:off x="669600" y="4301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" name="Google Shape;223;p9"/>
            <p:cNvSpPr/>
            <p:nvPr/>
          </p:nvSpPr>
          <p:spPr>
            <a:xfrm rot="5400000">
              <a:off x="35892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1" name="Google Shape;224;p9"/>
          <p:cNvGrpSpPr/>
          <p:nvPr/>
        </p:nvGrpSpPr>
        <p:grpSpPr>
          <a:xfrm>
            <a:off x="4310280" y="-765000"/>
            <a:ext cx="604800" cy="1648080"/>
            <a:chOff x="4310280" y="-765000"/>
            <a:chExt cx="604800" cy="1648080"/>
          </a:xfrm>
        </p:grpSpPr>
        <p:sp>
          <p:nvSpPr>
            <p:cNvPr id="102" name="Google Shape;225;p9"/>
            <p:cNvSpPr/>
            <p:nvPr/>
          </p:nvSpPr>
          <p:spPr>
            <a:xfrm>
              <a:off x="4822200" y="-7650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Google Shape;226;p9"/>
            <p:cNvSpPr/>
            <p:nvPr/>
          </p:nvSpPr>
          <p:spPr>
            <a:xfrm>
              <a:off x="4822200" y="-4539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Google Shape;227;p9"/>
            <p:cNvSpPr/>
            <p:nvPr/>
          </p:nvSpPr>
          <p:spPr>
            <a:xfrm>
              <a:off x="4822200" y="-14256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Google Shape;228;p9"/>
            <p:cNvSpPr/>
            <p:nvPr/>
          </p:nvSpPr>
          <p:spPr>
            <a:xfrm>
              <a:off x="4822200" y="1681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Google Shape;229;p9"/>
            <p:cNvSpPr/>
            <p:nvPr/>
          </p:nvSpPr>
          <p:spPr>
            <a:xfrm>
              <a:off x="4822200" y="479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Google Shape;230;p9"/>
            <p:cNvSpPr/>
            <p:nvPr/>
          </p:nvSpPr>
          <p:spPr>
            <a:xfrm>
              <a:off x="4822200" y="790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Google Shape;231;p9"/>
            <p:cNvSpPr/>
            <p:nvPr/>
          </p:nvSpPr>
          <p:spPr>
            <a:xfrm>
              <a:off x="4566240" y="-7650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Google Shape;232;p9"/>
            <p:cNvSpPr/>
            <p:nvPr/>
          </p:nvSpPr>
          <p:spPr>
            <a:xfrm>
              <a:off x="4566240" y="-4539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Google Shape;233;p9"/>
            <p:cNvSpPr/>
            <p:nvPr/>
          </p:nvSpPr>
          <p:spPr>
            <a:xfrm>
              <a:off x="4566240" y="-14256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Google Shape;234;p9"/>
            <p:cNvSpPr/>
            <p:nvPr/>
          </p:nvSpPr>
          <p:spPr>
            <a:xfrm>
              <a:off x="4566240" y="1681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Google Shape;235;p9"/>
            <p:cNvSpPr/>
            <p:nvPr/>
          </p:nvSpPr>
          <p:spPr>
            <a:xfrm>
              <a:off x="4566240" y="479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Google Shape;236;p9"/>
            <p:cNvSpPr/>
            <p:nvPr/>
          </p:nvSpPr>
          <p:spPr>
            <a:xfrm>
              <a:off x="4566240" y="790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Google Shape;237;p9"/>
            <p:cNvSpPr/>
            <p:nvPr/>
          </p:nvSpPr>
          <p:spPr>
            <a:xfrm>
              <a:off x="4310280" y="-7650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" name="Google Shape;238;p9"/>
            <p:cNvSpPr/>
            <p:nvPr/>
          </p:nvSpPr>
          <p:spPr>
            <a:xfrm>
              <a:off x="4310280" y="-4539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Google Shape;239;p9"/>
            <p:cNvSpPr/>
            <p:nvPr/>
          </p:nvSpPr>
          <p:spPr>
            <a:xfrm>
              <a:off x="4310280" y="-14256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Google Shape;240;p9"/>
            <p:cNvSpPr/>
            <p:nvPr/>
          </p:nvSpPr>
          <p:spPr>
            <a:xfrm>
              <a:off x="4310280" y="1681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Google Shape;241;p9"/>
            <p:cNvSpPr/>
            <p:nvPr/>
          </p:nvSpPr>
          <p:spPr>
            <a:xfrm>
              <a:off x="4310280" y="479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Google Shape;242;p9"/>
            <p:cNvSpPr/>
            <p:nvPr/>
          </p:nvSpPr>
          <p:spPr>
            <a:xfrm>
              <a:off x="4310280" y="790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</a:t>
            </a:r>
            <a:r>
              <a:rPr b="0" lang="pt-BR" sz="3200" spc="-1" strike="noStrike">
                <a:latin typeface="Arial"/>
              </a:rPr>
              <a:t>editar o formato </a:t>
            </a:r>
            <a:r>
              <a:rPr b="0" lang="pt-BR" sz="3200" spc="-1" strike="noStrike">
                <a:latin typeface="Arial"/>
              </a:rPr>
              <a:t>do texto da </a:t>
            </a:r>
            <a:r>
              <a:rPr b="0" lang="pt-BR" sz="3200" spc="-1" strike="noStrike">
                <a:latin typeface="Arial"/>
              </a:rPr>
              <a:t>estrutura de </a:t>
            </a:r>
            <a:r>
              <a:rPr b="0" lang="pt-BR" sz="3200" spc="-1" strike="noStrike">
                <a:latin typeface="Arial"/>
              </a:rPr>
              <a:t>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</a:t>
            </a:r>
            <a:r>
              <a:rPr b="0" lang="pt-BR" sz="2800" spc="-1" strike="noStrike">
                <a:latin typeface="Arial"/>
              </a:rPr>
              <a:t>estrutura de </a:t>
            </a:r>
            <a:r>
              <a:rPr b="0" lang="pt-BR" sz="2800" spc="-1" strike="noStrike">
                <a:latin typeface="Arial"/>
              </a:rPr>
              <a:t>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</a:t>
            </a:r>
            <a:r>
              <a:rPr b="0" lang="pt-BR" sz="2400" spc="-1" strike="noStrike">
                <a:latin typeface="Arial"/>
              </a:rPr>
              <a:t>estrutura de </a:t>
            </a:r>
            <a:r>
              <a:rPr b="0" lang="pt-BR" sz="2400" spc="-1" strike="noStrike">
                <a:latin typeface="Arial"/>
              </a:rPr>
              <a:t>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</a:t>
            </a:r>
            <a:r>
              <a:rPr b="0" lang="pt-BR" sz="2000" spc="-1" strike="noStrike">
                <a:latin typeface="Arial"/>
              </a:rPr>
              <a:t>estrutura de </a:t>
            </a:r>
            <a:r>
              <a:rPr b="0" lang="pt-BR" sz="2000" spc="-1" strike="noStrike">
                <a:latin typeface="Arial"/>
              </a:rPr>
              <a:t>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</a:t>
            </a:r>
            <a:r>
              <a:rPr b="0" lang="pt-BR" sz="2000" spc="-1" strike="noStrike">
                <a:latin typeface="Arial"/>
              </a:rPr>
              <a:t>da </a:t>
            </a:r>
            <a:r>
              <a:rPr b="0" lang="pt-BR" sz="2000" spc="-1" strike="noStrike">
                <a:latin typeface="Arial"/>
              </a:rPr>
              <a:t>estrutura </a:t>
            </a:r>
            <a:r>
              <a:rPr b="0" lang="pt-BR" sz="2000" spc="-1" strike="noStrike">
                <a:latin typeface="Arial"/>
              </a:rPr>
              <a:t>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</a:t>
            </a:r>
            <a:r>
              <a:rPr b="0" lang="pt-BR" sz="2000" spc="-1" strike="noStrike">
                <a:latin typeface="Arial"/>
              </a:rPr>
              <a:t>nível </a:t>
            </a:r>
            <a:r>
              <a:rPr b="0" lang="pt-BR" sz="2000" spc="-1" strike="noStrike">
                <a:latin typeface="Arial"/>
              </a:rPr>
              <a:t>da </a:t>
            </a:r>
            <a:r>
              <a:rPr b="0" lang="pt-BR" sz="2000" spc="-1" strike="noStrike">
                <a:latin typeface="Arial"/>
              </a:rPr>
              <a:t>estrutu</a:t>
            </a:r>
            <a:r>
              <a:rPr b="0" lang="pt-BR" sz="2000" spc="-1" strike="noStrike">
                <a:latin typeface="Arial"/>
              </a:rPr>
              <a:t>ra de </a:t>
            </a:r>
            <a:r>
              <a:rPr b="0" lang="pt-BR" sz="2000" spc="-1" strike="noStrike">
                <a:latin typeface="Arial"/>
              </a:rPr>
              <a:t>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</a:t>
            </a:r>
            <a:r>
              <a:rPr b="0" lang="pt-BR" sz="2000" spc="-1" strike="noStrike">
                <a:latin typeface="Arial"/>
              </a:rPr>
              <a:t>nív</a:t>
            </a:r>
            <a:r>
              <a:rPr b="0" lang="pt-BR" sz="2000" spc="-1" strike="noStrike">
                <a:latin typeface="Arial"/>
              </a:rPr>
              <a:t>el </a:t>
            </a:r>
            <a:r>
              <a:rPr b="0" lang="pt-BR" sz="2000" spc="-1" strike="noStrike">
                <a:latin typeface="Arial"/>
              </a:rPr>
              <a:t>da </a:t>
            </a:r>
            <a:r>
              <a:rPr b="0" lang="pt-BR" sz="2000" spc="-1" strike="noStrike">
                <a:latin typeface="Arial"/>
              </a:rPr>
              <a:t>est</a:t>
            </a:r>
            <a:r>
              <a:rPr b="0" lang="pt-BR" sz="2000" spc="-1" strike="noStrike">
                <a:latin typeface="Arial"/>
              </a:rPr>
              <a:t>rut</a:t>
            </a:r>
            <a:r>
              <a:rPr b="0" lang="pt-BR" sz="2000" spc="-1" strike="noStrike">
                <a:latin typeface="Arial"/>
              </a:rPr>
              <a:t>ura </a:t>
            </a:r>
            <a:r>
              <a:rPr b="0" lang="pt-BR" sz="2000" spc="-1" strike="noStrike">
                <a:latin typeface="Arial"/>
              </a:rPr>
              <a:t>de </a:t>
            </a:r>
            <a:r>
              <a:rPr b="0" lang="pt-BR" sz="2000" spc="-1" strike="noStrike">
                <a:latin typeface="Arial"/>
              </a:rPr>
              <a:t>tópi</a:t>
            </a:r>
            <a:r>
              <a:rPr b="0" lang="pt-BR" sz="2000" spc="-1" strike="noStrike">
                <a:latin typeface="Arial"/>
              </a:rPr>
              <a:t>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34;p7"/>
          <p:cNvSpPr/>
          <p:nvPr/>
        </p:nvSpPr>
        <p:spPr>
          <a:xfrm>
            <a:off x="0" y="0"/>
            <a:ext cx="5604480" cy="5142960"/>
          </a:xfrm>
          <a:custGeom>
            <a:avLst/>
            <a:gdLst/>
            <a:ahLst/>
            <a:rect l="l" t="t" r="r" b="b"/>
            <a:pathLst>
              <a:path w="102541" h="56120">
                <a:moveTo>
                  <a:pt x="1" y="0"/>
                </a:moveTo>
                <a:lnTo>
                  <a:pt x="1" y="56120"/>
                </a:lnTo>
                <a:lnTo>
                  <a:pt x="99426" y="56120"/>
                </a:lnTo>
                <a:lnTo>
                  <a:pt x="95958" y="49536"/>
                </a:lnTo>
                <a:lnTo>
                  <a:pt x="102540" y="36723"/>
                </a:lnTo>
                <a:lnTo>
                  <a:pt x="94577" y="27362"/>
                </a:lnTo>
                <a:lnTo>
                  <a:pt x="101159" y="13858"/>
                </a:lnTo>
                <a:lnTo>
                  <a:pt x="89036" y="0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Google Shape;135;p7"/>
          <p:cNvSpPr/>
          <p:nvPr/>
        </p:nvSpPr>
        <p:spPr>
          <a:xfrm>
            <a:off x="218160" y="3978360"/>
            <a:ext cx="1019160" cy="10191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60" name="Google Shape;136;p7"/>
          <p:cNvGrpSpPr/>
          <p:nvPr/>
        </p:nvGrpSpPr>
        <p:grpSpPr>
          <a:xfrm>
            <a:off x="369720" y="236520"/>
            <a:ext cx="1648080" cy="604800"/>
            <a:chOff x="369720" y="236520"/>
            <a:chExt cx="1648080" cy="604800"/>
          </a:xfrm>
        </p:grpSpPr>
        <p:sp>
          <p:nvSpPr>
            <p:cNvPr id="161" name="Google Shape;137;p7"/>
            <p:cNvSpPr/>
            <p:nvPr/>
          </p:nvSpPr>
          <p:spPr>
            <a:xfrm rot="5400000">
              <a:off x="192492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Google Shape;138;p7"/>
            <p:cNvSpPr/>
            <p:nvPr/>
          </p:nvSpPr>
          <p:spPr>
            <a:xfrm rot="5400000">
              <a:off x="161424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Google Shape;139;p7"/>
            <p:cNvSpPr/>
            <p:nvPr/>
          </p:nvSpPr>
          <p:spPr>
            <a:xfrm rot="5400000">
              <a:off x="1303200" y="7488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Google Shape;140;p7"/>
            <p:cNvSpPr/>
            <p:nvPr/>
          </p:nvSpPr>
          <p:spPr>
            <a:xfrm rot="5400000">
              <a:off x="99216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" name="Google Shape;141;p7"/>
            <p:cNvSpPr/>
            <p:nvPr/>
          </p:nvSpPr>
          <p:spPr>
            <a:xfrm rot="5400000">
              <a:off x="68040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" name="Google Shape;142;p7"/>
            <p:cNvSpPr/>
            <p:nvPr/>
          </p:nvSpPr>
          <p:spPr>
            <a:xfrm rot="5400000">
              <a:off x="36972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" name="Google Shape;143;p7"/>
            <p:cNvSpPr/>
            <p:nvPr/>
          </p:nvSpPr>
          <p:spPr>
            <a:xfrm rot="5400000">
              <a:off x="192492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" name="Google Shape;144;p7"/>
            <p:cNvSpPr/>
            <p:nvPr/>
          </p:nvSpPr>
          <p:spPr>
            <a:xfrm rot="5400000">
              <a:off x="161424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" name="Google Shape;145;p7"/>
            <p:cNvSpPr/>
            <p:nvPr/>
          </p:nvSpPr>
          <p:spPr>
            <a:xfrm rot="5400000">
              <a:off x="1303200" y="4928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Google Shape;146;p7"/>
            <p:cNvSpPr/>
            <p:nvPr/>
          </p:nvSpPr>
          <p:spPr>
            <a:xfrm rot="5400000">
              <a:off x="99216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" name="Google Shape;147;p7"/>
            <p:cNvSpPr/>
            <p:nvPr/>
          </p:nvSpPr>
          <p:spPr>
            <a:xfrm rot="5400000">
              <a:off x="68040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" name="Google Shape;148;p7"/>
            <p:cNvSpPr/>
            <p:nvPr/>
          </p:nvSpPr>
          <p:spPr>
            <a:xfrm rot="5400000">
              <a:off x="36972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" name="Google Shape;149;p7"/>
            <p:cNvSpPr/>
            <p:nvPr/>
          </p:nvSpPr>
          <p:spPr>
            <a:xfrm rot="5400000">
              <a:off x="192492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" name="Google Shape;150;p7"/>
            <p:cNvSpPr/>
            <p:nvPr/>
          </p:nvSpPr>
          <p:spPr>
            <a:xfrm rot="5400000">
              <a:off x="161424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" name="Google Shape;151;p7"/>
            <p:cNvSpPr/>
            <p:nvPr/>
          </p:nvSpPr>
          <p:spPr>
            <a:xfrm rot="5400000">
              <a:off x="1303200" y="236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" name="Google Shape;152;p7"/>
            <p:cNvSpPr/>
            <p:nvPr/>
          </p:nvSpPr>
          <p:spPr>
            <a:xfrm rot="5400000">
              <a:off x="99216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Google Shape;153;p7"/>
            <p:cNvSpPr/>
            <p:nvPr/>
          </p:nvSpPr>
          <p:spPr>
            <a:xfrm rot="5400000">
              <a:off x="68040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Google Shape;154;p7"/>
            <p:cNvSpPr/>
            <p:nvPr/>
          </p:nvSpPr>
          <p:spPr>
            <a:xfrm rot="5400000">
              <a:off x="36972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9" name="Google Shape;155;p7"/>
          <p:cNvGrpSpPr/>
          <p:nvPr/>
        </p:nvGrpSpPr>
        <p:grpSpPr>
          <a:xfrm>
            <a:off x="3096000" y="4301280"/>
            <a:ext cx="1648080" cy="604800"/>
            <a:chOff x="3096000" y="4301280"/>
            <a:chExt cx="1648080" cy="604800"/>
          </a:xfrm>
        </p:grpSpPr>
        <p:sp>
          <p:nvSpPr>
            <p:cNvPr id="180" name="Google Shape;156;p7"/>
            <p:cNvSpPr/>
            <p:nvPr/>
          </p:nvSpPr>
          <p:spPr>
            <a:xfrm rot="5400000">
              <a:off x="4651200" y="4813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Google Shape;157;p7"/>
            <p:cNvSpPr/>
            <p:nvPr/>
          </p:nvSpPr>
          <p:spPr>
            <a:xfrm rot="5400000">
              <a:off x="434016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" name="Google Shape;158;p7"/>
            <p:cNvSpPr/>
            <p:nvPr/>
          </p:nvSpPr>
          <p:spPr>
            <a:xfrm rot="5400000">
              <a:off x="4029120" y="481356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" name="Google Shape;159;p7"/>
            <p:cNvSpPr/>
            <p:nvPr/>
          </p:nvSpPr>
          <p:spPr>
            <a:xfrm rot="5400000">
              <a:off x="371808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Google Shape;160;p7"/>
            <p:cNvSpPr/>
            <p:nvPr/>
          </p:nvSpPr>
          <p:spPr>
            <a:xfrm rot="5400000">
              <a:off x="3406680" y="4813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" name="Google Shape;161;p7"/>
            <p:cNvSpPr/>
            <p:nvPr/>
          </p:nvSpPr>
          <p:spPr>
            <a:xfrm rot="5400000">
              <a:off x="309600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" name="Google Shape;162;p7"/>
            <p:cNvSpPr/>
            <p:nvPr/>
          </p:nvSpPr>
          <p:spPr>
            <a:xfrm rot="5400000">
              <a:off x="4651200" y="4557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" name="Google Shape;163;p7"/>
            <p:cNvSpPr/>
            <p:nvPr/>
          </p:nvSpPr>
          <p:spPr>
            <a:xfrm rot="5400000">
              <a:off x="434016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" name="Google Shape;164;p7"/>
            <p:cNvSpPr/>
            <p:nvPr/>
          </p:nvSpPr>
          <p:spPr>
            <a:xfrm rot="5400000">
              <a:off x="4029120" y="45576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Google Shape;165;p7"/>
            <p:cNvSpPr/>
            <p:nvPr/>
          </p:nvSpPr>
          <p:spPr>
            <a:xfrm rot="5400000">
              <a:off x="371808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" name="Google Shape;166;p7"/>
            <p:cNvSpPr/>
            <p:nvPr/>
          </p:nvSpPr>
          <p:spPr>
            <a:xfrm rot="5400000">
              <a:off x="3406680" y="4557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" name="Google Shape;167;p7"/>
            <p:cNvSpPr/>
            <p:nvPr/>
          </p:nvSpPr>
          <p:spPr>
            <a:xfrm rot="5400000">
              <a:off x="309600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Google Shape;168;p7"/>
            <p:cNvSpPr/>
            <p:nvPr/>
          </p:nvSpPr>
          <p:spPr>
            <a:xfrm rot="5400000">
              <a:off x="4651200" y="4301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Google Shape;169;p7"/>
            <p:cNvSpPr/>
            <p:nvPr/>
          </p:nvSpPr>
          <p:spPr>
            <a:xfrm rot="5400000">
              <a:off x="434016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" name="Google Shape;170;p7"/>
            <p:cNvSpPr/>
            <p:nvPr/>
          </p:nvSpPr>
          <p:spPr>
            <a:xfrm rot="5400000">
              <a:off x="4029120" y="43016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Google Shape;171;p7"/>
            <p:cNvSpPr/>
            <p:nvPr/>
          </p:nvSpPr>
          <p:spPr>
            <a:xfrm rot="5400000">
              <a:off x="371808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Google Shape;172;p7"/>
            <p:cNvSpPr/>
            <p:nvPr/>
          </p:nvSpPr>
          <p:spPr>
            <a:xfrm rot="5400000">
              <a:off x="3406680" y="4301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Google Shape;173;p7"/>
            <p:cNvSpPr/>
            <p:nvPr/>
          </p:nvSpPr>
          <p:spPr>
            <a:xfrm rot="5400000">
              <a:off x="309600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416;p17"/>
          <p:cNvSpPr/>
          <p:nvPr/>
        </p:nvSpPr>
        <p:spPr>
          <a:xfrm flipH="1">
            <a:off x="3250800" y="0"/>
            <a:ext cx="5891760" cy="5142600"/>
          </a:xfrm>
          <a:custGeom>
            <a:avLst/>
            <a:gdLst/>
            <a:ahLst/>
            <a:rect l="l" t="t" r="r" b="b"/>
            <a:pathLst>
              <a:path w="103553" h="56121">
                <a:moveTo>
                  <a:pt x="0" y="1"/>
                </a:moveTo>
                <a:lnTo>
                  <a:pt x="0" y="56121"/>
                </a:lnTo>
                <a:lnTo>
                  <a:pt x="94560" y="56121"/>
                </a:lnTo>
                <a:lnTo>
                  <a:pt x="103552" y="42877"/>
                </a:lnTo>
                <a:lnTo>
                  <a:pt x="92289" y="23787"/>
                </a:lnTo>
                <a:lnTo>
                  <a:pt x="96049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37" name="Google Shape;417;p17"/>
          <p:cNvGrpSpPr/>
          <p:nvPr/>
        </p:nvGrpSpPr>
        <p:grpSpPr>
          <a:xfrm>
            <a:off x="8343360" y="3720960"/>
            <a:ext cx="604800" cy="1648080"/>
            <a:chOff x="8343360" y="3720960"/>
            <a:chExt cx="604800" cy="1648080"/>
          </a:xfrm>
        </p:grpSpPr>
        <p:sp>
          <p:nvSpPr>
            <p:cNvPr id="238" name="Google Shape;418;p17"/>
            <p:cNvSpPr/>
            <p:nvPr/>
          </p:nvSpPr>
          <p:spPr>
            <a:xfrm>
              <a:off x="8855280" y="37209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419;p17"/>
            <p:cNvSpPr/>
            <p:nvPr/>
          </p:nvSpPr>
          <p:spPr>
            <a:xfrm>
              <a:off x="8855280" y="40316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0" name="Google Shape;420;p17"/>
            <p:cNvSpPr/>
            <p:nvPr/>
          </p:nvSpPr>
          <p:spPr>
            <a:xfrm>
              <a:off x="8855280" y="43434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1" name="Google Shape;421;p17"/>
            <p:cNvSpPr/>
            <p:nvPr/>
          </p:nvSpPr>
          <p:spPr>
            <a:xfrm>
              <a:off x="8855280" y="46540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Google Shape;422;p17"/>
            <p:cNvSpPr/>
            <p:nvPr/>
          </p:nvSpPr>
          <p:spPr>
            <a:xfrm>
              <a:off x="8855280" y="4965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Google Shape;423;p17"/>
            <p:cNvSpPr/>
            <p:nvPr/>
          </p:nvSpPr>
          <p:spPr>
            <a:xfrm>
              <a:off x="8855280" y="52761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4" name="Google Shape;424;p17"/>
            <p:cNvSpPr/>
            <p:nvPr/>
          </p:nvSpPr>
          <p:spPr>
            <a:xfrm>
              <a:off x="8599320" y="37209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" name="Google Shape;425;p17"/>
            <p:cNvSpPr/>
            <p:nvPr/>
          </p:nvSpPr>
          <p:spPr>
            <a:xfrm>
              <a:off x="8599320" y="40316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6" name="Google Shape;426;p17"/>
            <p:cNvSpPr/>
            <p:nvPr/>
          </p:nvSpPr>
          <p:spPr>
            <a:xfrm>
              <a:off x="8599320" y="43434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" name="Google Shape;427;p17"/>
            <p:cNvSpPr/>
            <p:nvPr/>
          </p:nvSpPr>
          <p:spPr>
            <a:xfrm>
              <a:off x="8599320" y="46540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8" name="Google Shape;428;p17"/>
            <p:cNvSpPr/>
            <p:nvPr/>
          </p:nvSpPr>
          <p:spPr>
            <a:xfrm>
              <a:off x="8599320" y="4965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9" name="Google Shape;429;p17"/>
            <p:cNvSpPr/>
            <p:nvPr/>
          </p:nvSpPr>
          <p:spPr>
            <a:xfrm>
              <a:off x="8599320" y="52761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0" name="Google Shape;430;p17"/>
            <p:cNvSpPr/>
            <p:nvPr/>
          </p:nvSpPr>
          <p:spPr>
            <a:xfrm>
              <a:off x="8343360" y="37209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1" name="Google Shape;431;p17"/>
            <p:cNvSpPr/>
            <p:nvPr/>
          </p:nvSpPr>
          <p:spPr>
            <a:xfrm>
              <a:off x="8343360" y="40316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" name="Google Shape;432;p17"/>
            <p:cNvSpPr/>
            <p:nvPr/>
          </p:nvSpPr>
          <p:spPr>
            <a:xfrm>
              <a:off x="8343360" y="43434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3" name="Google Shape;433;p17"/>
            <p:cNvSpPr/>
            <p:nvPr/>
          </p:nvSpPr>
          <p:spPr>
            <a:xfrm>
              <a:off x="8343360" y="46540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4" name="Google Shape;434;p17"/>
            <p:cNvSpPr/>
            <p:nvPr/>
          </p:nvSpPr>
          <p:spPr>
            <a:xfrm>
              <a:off x="8343360" y="4965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" name="Google Shape;435;p17"/>
            <p:cNvSpPr/>
            <p:nvPr/>
          </p:nvSpPr>
          <p:spPr>
            <a:xfrm>
              <a:off x="8343360" y="52761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56" name="Google Shape;436;p17"/>
          <p:cNvSpPr/>
          <p:nvPr/>
        </p:nvSpPr>
        <p:spPr>
          <a:xfrm>
            <a:off x="7921080" y="143280"/>
            <a:ext cx="1019160" cy="10191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440;p18"/>
          <p:cNvSpPr/>
          <p:nvPr/>
        </p:nvSpPr>
        <p:spPr>
          <a:xfrm flipH="1" rot="10800000">
            <a:off x="0" y="720"/>
            <a:ext cx="5891760" cy="5142600"/>
          </a:xfrm>
          <a:custGeom>
            <a:avLst/>
            <a:gdLst/>
            <a:ahLst/>
            <a:rect l="l" t="t" r="r" b="b"/>
            <a:pathLst>
              <a:path w="103553" h="56121">
                <a:moveTo>
                  <a:pt x="0" y="1"/>
                </a:moveTo>
                <a:lnTo>
                  <a:pt x="0" y="56121"/>
                </a:lnTo>
                <a:lnTo>
                  <a:pt x="94560" y="56121"/>
                </a:lnTo>
                <a:lnTo>
                  <a:pt x="103552" y="42877"/>
                </a:lnTo>
                <a:lnTo>
                  <a:pt x="92289" y="23787"/>
                </a:lnTo>
                <a:lnTo>
                  <a:pt x="96049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8106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96" name="Google Shape;441;p18"/>
          <p:cNvGrpSpPr/>
          <p:nvPr/>
        </p:nvGrpSpPr>
        <p:grpSpPr>
          <a:xfrm>
            <a:off x="3748320" y="236520"/>
            <a:ext cx="1648080" cy="604800"/>
            <a:chOff x="3748320" y="236520"/>
            <a:chExt cx="1648080" cy="604800"/>
          </a:xfrm>
        </p:grpSpPr>
        <p:sp>
          <p:nvSpPr>
            <p:cNvPr id="297" name="Google Shape;442;p18"/>
            <p:cNvSpPr/>
            <p:nvPr/>
          </p:nvSpPr>
          <p:spPr>
            <a:xfrm rot="5400000">
              <a:off x="530352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8" name="Google Shape;443;p18"/>
            <p:cNvSpPr/>
            <p:nvPr/>
          </p:nvSpPr>
          <p:spPr>
            <a:xfrm rot="5400000">
              <a:off x="499284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9" name="Google Shape;444;p18"/>
            <p:cNvSpPr/>
            <p:nvPr/>
          </p:nvSpPr>
          <p:spPr>
            <a:xfrm rot="5400000">
              <a:off x="4681800" y="7488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0" name="Google Shape;445;p18"/>
            <p:cNvSpPr/>
            <p:nvPr/>
          </p:nvSpPr>
          <p:spPr>
            <a:xfrm rot="5400000">
              <a:off x="437076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1" name="Google Shape;446;p18"/>
            <p:cNvSpPr/>
            <p:nvPr/>
          </p:nvSpPr>
          <p:spPr>
            <a:xfrm rot="5400000">
              <a:off x="405936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2" name="Google Shape;447;p18"/>
            <p:cNvSpPr/>
            <p:nvPr/>
          </p:nvSpPr>
          <p:spPr>
            <a:xfrm rot="5400000">
              <a:off x="374832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3" name="Google Shape;448;p18"/>
            <p:cNvSpPr/>
            <p:nvPr/>
          </p:nvSpPr>
          <p:spPr>
            <a:xfrm rot="5400000">
              <a:off x="530352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4" name="Google Shape;449;p18"/>
            <p:cNvSpPr/>
            <p:nvPr/>
          </p:nvSpPr>
          <p:spPr>
            <a:xfrm rot="5400000">
              <a:off x="499284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5" name="Google Shape;450;p18"/>
            <p:cNvSpPr/>
            <p:nvPr/>
          </p:nvSpPr>
          <p:spPr>
            <a:xfrm rot="5400000">
              <a:off x="4681800" y="4928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6" name="Google Shape;451;p18"/>
            <p:cNvSpPr/>
            <p:nvPr/>
          </p:nvSpPr>
          <p:spPr>
            <a:xfrm rot="5400000">
              <a:off x="437076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7" name="Google Shape;452;p18"/>
            <p:cNvSpPr/>
            <p:nvPr/>
          </p:nvSpPr>
          <p:spPr>
            <a:xfrm rot="5400000">
              <a:off x="405936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8" name="Google Shape;453;p18"/>
            <p:cNvSpPr/>
            <p:nvPr/>
          </p:nvSpPr>
          <p:spPr>
            <a:xfrm rot="5400000">
              <a:off x="374832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9" name="Google Shape;454;p18"/>
            <p:cNvSpPr/>
            <p:nvPr/>
          </p:nvSpPr>
          <p:spPr>
            <a:xfrm rot="5400000">
              <a:off x="530352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0" name="Google Shape;455;p18"/>
            <p:cNvSpPr/>
            <p:nvPr/>
          </p:nvSpPr>
          <p:spPr>
            <a:xfrm rot="5400000">
              <a:off x="499284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Google Shape;456;p18"/>
            <p:cNvSpPr/>
            <p:nvPr/>
          </p:nvSpPr>
          <p:spPr>
            <a:xfrm rot="5400000">
              <a:off x="4681800" y="236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" name="Google Shape;457;p18"/>
            <p:cNvSpPr/>
            <p:nvPr/>
          </p:nvSpPr>
          <p:spPr>
            <a:xfrm rot="5400000">
              <a:off x="437076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3" name="Google Shape;458;p18"/>
            <p:cNvSpPr/>
            <p:nvPr/>
          </p:nvSpPr>
          <p:spPr>
            <a:xfrm rot="5400000">
              <a:off x="405936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4" name="Google Shape;459;p18"/>
            <p:cNvSpPr/>
            <p:nvPr/>
          </p:nvSpPr>
          <p:spPr>
            <a:xfrm rot="5400000">
              <a:off x="374832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15" name="Google Shape;460;p18"/>
          <p:cNvGrpSpPr/>
          <p:nvPr/>
        </p:nvGrpSpPr>
        <p:grpSpPr>
          <a:xfrm>
            <a:off x="455760" y="4301280"/>
            <a:ext cx="1648080" cy="604800"/>
            <a:chOff x="455760" y="4301280"/>
            <a:chExt cx="1648080" cy="604800"/>
          </a:xfrm>
        </p:grpSpPr>
        <p:sp>
          <p:nvSpPr>
            <p:cNvPr id="316" name="Google Shape;461;p18"/>
            <p:cNvSpPr/>
            <p:nvPr/>
          </p:nvSpPr>
          <p:spPr>
            <a:xfrm rot="5400000">
              <a:off x="2010960" y="4813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7" name="Google Shape;462;p18"/>
            <p:cNvSpPr/>
            <p:nvPr/>
          </p:nvSpPr>
          <p:spPr>
            <a:xfrm rot="5400000">
              <a:off x="170028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8" name="Google Shape;463;p18"/>
            <p:cNvSpPr/>
            <p:nvPr/>
          </p:nvSpPr>
          <p:spPr>
            <a:xfrm rot="5400000">
              <a:off x="1389240" y="481356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9" name="Google Shape;464;p18"/>
            <p:cNvSpPr/>
            <p:nvPr/>
          </p:nvSpPr>
          <p:spPr>
            <a:xfrm rot="5400000">
              <a:off x="107820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0" name="Google Shape;465;p18"/>
            <p:cNvSpPr/>
            <p:nvPr/>
          </p:nvSpPr>
          <p:spPr>
            <a:xfrm rot="5400000">
              <a:off x="766800" y="4813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1" name="Google Shape;466;p18"/>
            <p:cNvSpPr/>
            <p:nvPr/>
          </p:nvSpPr>
          <p:spPr>
            <a:xfrm rot="5400000">
              <a:off x="45576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2" name="Google Shape;467;p18"/>
            <p:cNvSpPr/>
            <p:nvPr/>
          </p:nvSpPr>
          <p:spPr>
            <a:xfrm rot="5400000">
              <a:off x="2010960" y="4557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3" name="Google Shape;468;p18"/>
            <p:cNvSpPr/>
            <p:nvPr/>
          </p:nvSpPr>
          <p:spPr>
            <a:xfrm rot="5400000">
              <a:off x="170028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4" name="Google Shape;469;p18"/>
            <p:cNvSpPr/>
            <p:nvPr/>
          </p:nvSpPr>
          <p:spPr>
            <a:xfrm rot="5400000">
              <a:off x="1389240" y="45576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5" name="Google Shape;470;p18"/>
            <p:cNvSpPr/>
            <p:nvPr/>
          </p:nvSpPr>
          <p:spPr>
            <a:xfrm rot="5400000">
              <a:off x="107820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6" name="Google Shape;471;p18"/>
            <p:cNvSpPr/>
            <p:nvPr/>
          </p:nvSpPr>
          <p:spPr>
            <a:xfrm rot="5400000">
              <a:off x="766800" y="4557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7" name="Google Shape;472;p18"/>
            <p:cNvSpPr/>
            <p:nvPr/>
          </p:nvSpPr>
          <p:spPr>
            <a:xfrm rot="5400000">
              <a:off x="45576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8" name="Google Shape;473;p18"/>
            <p:cNvSpPr/>
            <p:nvPr/>
          </p:nvSpPr>
          <p:spPr>
            <a:xfrm rot="5400000">
              <a:off x="2010960" y="4301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9" name="Google Shape;474;p18"/>
            <p:cNvSpPr/>
            <p:nvPr/>
          </p:nvSpPr>
          <p:spPr>
            <a:xfrm rot="5400000">
              <a:off x="170028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0" name="Google Shape;475;p18"/>
            <p:cNvSpPr/>
            <p:nvPr/>
          </p:nvSpPr>
          <p:spPr>
            <a:xfrm rot="5400000">
              <a:off x="1389240" y="43016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" name="Google Shape;476;p18"/>
            <p:cNvSpPr/>
            <p:nvPr/>
          </p:nvSpPr>
          <p:spPr>
            <a:xfrm rot="5400000">
              <a:off x="107820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2" name="Google Shape;477;p18"/>
            <p:cNvSpPr/>
            <p:nvPr/>
          </p:nvSpPr>
          <p:spPr>
            <a:xfrm rot="5400000">
              <a:off x="766800" y="4301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3" name="Google Shape;478;p18"/>
            <p:cNvSpPr/>
            <p:nvPr/>
          </p:nvSpPr>
          <p:spPr>
            <a:xfrm rot="5400000">
              <a:off x="45576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34" name="Google Shape;479;p18"/>
          <p:cNvSpPr/>
          <p:nvPr/>
        </p:nvSpPr>
        <p:spPr>
          <a:xfrm>
            <a:off x="380520" y="207000"/>
            <a:ext cx="664200" cy="6642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Google Shape;480;p18"/>
          <p:cNvSpPr/>
          <p:nvPr/>
        </p:nvSpPr>
        <p:spPr>
          <a:xfrm>
            <a:off x="4598640" y="4271400"/>
            <a:ext cx="664200" cy="6642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53;p3"/>
          <p:cNvSpPr/>
          <p:nvPr/>
        </p:nvSpPr>
        <p:spPr>
          <a:xfrm>
            <a:off x="0" y="0"/>
            <a:ext cx="5533920" cy="5142600"/>
          </a:xfrm>
          <a:custGeom>
            <a:avLst/>
            <a:gdLst/>
            <a:ahLst/>
            <a:rect l="l" t="t" r="r" b="b"/>
            <a:pathLst>
              <a:path w="96050" h="56121">
                <a:moveTo>
                  <a:pt x="1" y="0"/>
                </a:moveTo>
                <a:lnTo>
                  <a:pt x="1" y="56120"/>
                </a:lnTo>
                <a:lnTo>
                  <a:pt x="94561" y="56120"/>
                </a:lnTo>
                <a:lnTo>
                  <a:pt x="86842" y="39807"/>
                </a:lnTo>
                <a:lnTo>
                  <a:pt x="96050" y="0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Google Shape;57;p3"/>
          <p:cNvSpPr/>
          <p:nvPr/>
        </p:nvSpPr>
        <p:spPr>
          <a:xfrm>
            <a:off x="3499200" y="4286520"/>
            <a:ext cx="634680" cy="6346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Google Shape;58;p3"/>
          <p:cNvSpPr/>
          <p:nvPr/>
        </p:nvSpPr>
        <p:spPr>
          <a:xfrm>
            <a:off x="187920" y="308880"/>
            <a:ext cx="460080" cy="4600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Google Shape;59;p3"/>
          <p:cNvSpPr/>
          <p:nvPr/>
        </p:nvSpPr>
        <p:spPr>
          <a:xfrm>
            <a:off x="575640" y="4755240"/>
            <a:ext cx="273960" cy="2739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320;p14"/>
          <p:cNvSpPr/>
          <p:nvPr/>
        </p:nvSpPr>
        <p:spPr>
          <a:xfrm flipH="1">
            <a:off x="3608640" y="0"/>
            <a:ext cx="5533920" cy="5142600"/>
          </a:xfrm>
          <a:custGeom>
            <a:avLst/>
            <a:gdLst/>
            <a:ahLst/>
            <a:rect l="l" t="t" r="r" b="b"/>
            <a:pathLst>
              <a:path w="96050" h="56121">
                <a:moveTo>
                  <a:pt x="1" y="0"/>
                </a:moveTo>
                <a:lnTo>
                  <a:pt x="1" y="56120"/>
                </a:lnTo>
                <a:lnTo>
                  <a:pt x="94561" y="56120"/>
                </a:lnTo>
                <a:lnTo>
                  <a:pt x="86842" y="39807"/>
                </a:lnTo>
                <a:lnTo>
                  <a:pt x="96050" y="0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Google Shape;324;p14"/>
          <p:cNvSpPr/>
          <p:nvPr/>
        </p:nvSpPr>
        <p:spPr>
          <a:xfrm flipH="1">
            <a:off x="5008680" y="4286520"/>
            <a:ext cx="634680" cy="6346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Google Shape;325;p14"/>
          <p:cNvSpPr/>
          <p:nvPr/>
        </p:nvSpPr>
        <p:spPr>
          <a:xfrm flipH="1">
            <a:off x="8494200" y="308880"/>
            <a:ext cx="460080" cy="4600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Google Shape;326;p14"/>
          <p:cNvSpPr/>
          <p:nvPr/>
        </p:nvSpPr>
        <p:spPr>
          <a:xfrm flipH="1">
            <a:off x="8292960" y="4755240"/>
            <a:ext cx="273960" cy="2739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89;p20"/>
          <p:cNvSpPr/>
          <p:nvPr/>
        </p:nvSpPr>
        <p:spPr>
          <a:xfrm rot="10800000">
            <a:off x="2796840" y="360"/>
            <a:ext cx="6347160" cy="5142600"/>
          </a:xfrm>
          <a:custGeom>
            <a:avLst/>
            <a:gdLst/>
            <a:ahLst/>
            <a:rect l="l" t="t" r="r" b="b"/>
            <a:pathLst>
              <a:path w="96050" h="56121">
                <a:moveTo>
                  <a:pt x="1" y="0"/>
                </a:moveTo>
                <a:lnTo>
                  <a:pt x="1" y="56120"/>
                </a:lnTo>
                <a:lnTo>
                  <a:pt x="94561" y="56120"/>
                </a:lnTo>
                <a:lnTo>
                  <a:pt x="86842" y="39807"/>
                </a:lnTo>
                <a:lnTo>
                  <a:pt x="96050" y="0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Google Shape;490;p20"/>
          <p:cNvSpPr/>
          <p:nvPr/>
        </p:nvSpPr>
        <p:spPr>
          <a:xfrm>
            <a:off x="3309120" y="4505400"/>
            <a:ext cx="430560" cy="4305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0" name="Google Shape;491;p20"/>
          <p:cNvSpPr/>
          <p:nvPr/>
        </p:nvSpPr>
        <p:spPr>
          <a:xfrm>
            <a:off x="8531640" y="394200"/>
            <a:ext cx="430560" cy="4305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Google Shape;492;p20"/>
          <p:cNvSpPr/>
          <p:nvPr/>
        </p:nvSpPr>
        <p:spPr>
          <a:xfrm>
            <a:off x="8175600" y="3937680"/>
            <a:ext cx="844200" cy="8442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496;p21"/>
          <p:cNvSpPr/>
          <p:nvPr/>
        </p:nvSpPr>
        <p:spPr>
          <a:xfrm flipH="1">
            <a:off x="4514760" y="0"/>
            <a:ext cx="4627800" cy="5142600"/>
          </a:xfrm>
          <a:custGeom>
            <a:avLst/>
            <a:gdLst/>
            <a:ahLst/>
            <a:rect l="l" t="t" r="r" b="b"/>
            <a:pathLst>
              <a:path w="96050" h="56121">
                <a:moveTo>
                  <a:pt x="1" y="0"/>
                </a:moveTo>
                <a:lnTo>
                  <a:pt x="1" y="56120"/>
                </a:lnTo>
                <a:lnTo>
                  <a:pt x="94561" y="56120"/>
                </a:lnTo>
                <a:lnTo>
                  <a:pt x="86842" y="39807"/>
                </a:lnTo>
                <a:lnTo>
                  <a:pt x="96050" y="0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1" name="Google Shape;499;p21"/>
          <p:cNvSpPr/>
          <p:nvPr/>
        </p:nvSpPr>
        <p:spPr>
          <a:xfrm>
            <a:off x="5166720" y="4388400"/>
            <a:ext cx="430560" cy="4305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Google Shape;500;p21"/>
          <p:cNvSpPr/>
          <p:nvPr/>
        </p:nvSpPr>
        <p:spPr>
          <a:xfrm>
            <a:off x="8531640" y="394200"/>
            <a:ext cx="430560" cy="4305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3" name="Google Shape;501;p21"/>
          <p:cNvSpPr/>
          <p:nvPr/>
        </p:nvSpPr>
        <p:spPr>
          <a:xfrm>
            <a:off x="8175600" y="3937680"/>
            <a:ext cx="844200" cy="8442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04" name="Google Shape;502;p21"/>
          <p:cNvGrpSpPr/>
          <p:nvPr/>
        </p:nvGrpSpPr>
        <p:grpSpPr>
          <a:xfrm>
            <a:off x="4948920" y="236520"/>
            <a:ext cx="1648080" cy="604800"/>
            <a:chOff x="4948920" y="236520"/>
            <a:chExt cx="1648080" cy="604800"/>
          </a:xfrm>
        </p:grpSpPr>
        <p:sp>
          <p:nvSpPr>
            <p:cNvPr id="505" name="Google Shape;503;p21"/>
            <p:cNvSpPr/>
            <p:nvPr/>
          </p:nvSpPr>
          <p:spPr>
            <a:xfrm rot="5400000">
              <a:off x="650412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6" name="Google Shape;504;p21"/>
            <p:cNvSpPr/>
            <p:nvPr/>
          </p:nvSpPr>
          <p:spPr>
            <a:xfrm rot="5400000">
              <a:off x="619344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7" name="Google Shape;505;p21"/>
            <p:cNvSpPr/>
            <p:nvPr/>
          </p:nvSpPr>
          <p:spPr>
            <a:xfrm rot="5400000">
              <a:off x="5882400" y="7488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8" name="Google Shape;506;p21"/>
            <p:cNvSpPr/>
            <p:nvPr/>
          </p:nvSpPr>
          <p:spPr>
            <a:xfrm rot="5400000">
              <a:off x="557136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9" name="Google Shape;507;p21"/>
            <p:cNvSpPr/>
            <p:nvPr/>
          </p:nvSpPr>
          <p:spPr>
            <a:xfrm rot="5400000">
              <a:off x="525996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0" name="Google Shape;508;p21"/>
            <p:cNvSpPr/>
            <p:nvPr/>
          </p:nvSpPr>
          <p:spPr>
            <a:xfrm rot="5400000">
              <a:off x="494892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1" name="Google Shape;509;p21"/>
            <p:cNvSpPr/>
            <p:nvPr/>
          </p:nvSpPr>
          <p:spPr>
            <a:xfrm rot="5400000">
              <a:off x="650412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2" name="Google Shape;510;p21"/>
            <p:cNvSpPr/>
            <p:nvPr/>
          </p:nvSpPr>
          <p:spPr>
            <a:xfrm rot="5400000">
              <a:off x="619344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3" name="Google Shape;511;p21"/>
            <p:cNvSpPr/>
            <p:nvPr/>
          </p:nvSpPr>
          <p:spPr>
            <a:xfrm rot="5400000">
              <a:off x="5882400" y="4928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4" name="Google Shape;512;p21"/>
            <p:cNvSpPr/>
            <p:nvPr/>
          </p:nvSpPr>
          <p:spPr>
            <a:xfrm rot="5400000">
              <a:off x="557136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5" name="Google Shape;513;p21"/>
            <p:cNvSpPr/>
            <p:nvPr/>
          </p:nvSpPr>
          <p:spPr>
            <a:xfrm rot="5400000">
              <a:off x="525996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6" name="Google Shape;514;p21"/>
            <p:cNvSpPr/>
            <p:nvPr/>
          </p:nvSpPr>
          <p:spPr>
            <a:xfrm rot="5400000">
              <a:off x="494892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7" name="Google Shape;515;p21"/>
            <p:cNvSpPr/>
            <p:nvPr/>
          </p:nvSpPr>
          <p:spPr>
            <a:xfrm rot="5400000">
              <a:off x="650412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8" name="Google Shape;516;p21"/>
            <p:cNvSpPr/>
            <p:nvPr/>
          </p:nvSpPr>
          <p:spPr>
            <a:xfrm rot="5400000">
              <a:off x="619344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9" name="Google Shape;517;p21"/>
            <p:cNvSpPr/>
            <p:nvPr/>
          </p:nvSpPr>
          <p:spPr>
            <a:xfrm rot="5400000">
              <a:off x="5882400" y="236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0" name="Google Shape;518;p21"/>
            <p:cNvSpPr/>
            <p:nvPr/>
          </p:nvSpPr>
          <p:spPr>
            <a:xfrm rot="5400000">
              <a:off x="557136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1" name="Google Shape;519;p21"/>
            <p:cNvSpPr/>
            <p:nvPr/>
          </p:nvSpPr>
          <p:spPr>
            <a:xfrm rot="5400000">
              <a:off x="525996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2" name="Google Shape;520;p21"/>
            <p:cNvSpPr/>
            <p:nvPr/>
          </p:nvSpPr>
          <p:spPr>
            <a:xfrm rot="5400000">
              <a:off x="494892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61;p4"/>
          <p:cNvSpPr/>
          <p:nvPr/>
        </p:nvSpPr>
        <p:spPr>
          <a:xfrm flipH="1">
            <a:off x="-720" y="0"/>
            <a:ext cx="9143280" cy="6771960"/>
          </a:xfrm>
          <a:custGeom>
            <a:avLst/>
            <a:gdLst/>
            <a:ahLst/>
            <a:rect l="l" t="t" r="r" b="b"/>
            <a:pathLst>
              <a:path w="35969" h="18513">
                <a:moveTo>
                  <a:pt x="1" y="1"/>
                </a:moveTo>
                <a:lnTo>
                  <a:pt x="1" y="12266"/>
                </a:lnTo>
                <a:lnTo>
                  <a:pt x="35969" y="18512"/>
                </a:lnTo>
                <a:lnTo>
                  <a:pt x="35969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2" name="Google Shape;64;p4"/>
          <p:cNvSpPr/>
          <p:nvPr/>
        </p:nvSpPr>
        <p:spPr>
          <a:xfrm>
            <a:off x="202320" y="4896000"/>
            <a:ext cx="343080" cy="3430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63" name="Google Shape;65;p4"/>
          <p:cNvGrpSpPr/>
          <p:nvPr/>
        </p:nvGrpSpPr>
        <p:grpSpPr>
          <a:xfrm>
            <a:off x="7159680" y="236520"/>
            <a:ext cx="1648080" cy="604800"/>
            <a:chOff x="7159680" y="236520"/>
            <a:chExt cx="1648080" cy="604800"/>
          </a:xfrm>
        </p:grpSpPr>
        <p:sp>
          <p:nvSpPr>
            <p:cNvPr id="564" name="Google Shape;66;p4"/>
            <p:cNvSpPr/>
            <p:nvPr/>
          </p:nvSpPr>
          <p:spPr>
            <a:xfrm rot="5400000">
              <a:off x="871488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5" name="Google Shape;67;p4"/>
            <p:cNvSpPr/>
            <p:nvPr/>
          </p:nvSpPr>
          <p:spPr>
            <a:xfrm rot="5400000">
              <a:off x="840384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6" name="Google Shape;68;p4"/>
            <p:cNvSpPr/>
            <p:nvPr/>
          </p:nvSpPr>
          <p:spPr>
            <a:xfrm rot="5400000">
              <a:off x="8092800" y="7488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7" name="Google Shape;69;p4"/>
            <p:cNvSpPr/>
            <p:nvPr/>
          </p:nvSpPr>
          <p:spPr>
            <a:xfrm rot="5400000">
              <a:off x="778176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8" name="Google Shape;70;p4"/>
            <p:cNvSpPr/>
            <p:nvPr/>
          </p:nvSpPr>
          <p:spPr>
            <a:xfrm rot="5400000">
              <a:off x="747036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9" name="Google Shape;71;p4"/>
            <p:cNvSpPr/>
            <p:nvPr/>
          </p:nvSpPr>
          <p:spPr>
            <a:xfrm rot="5400000">
              <a:off x="715968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0" name="Google Shape;72;p4"/>
            <p:cNvSpPr/>
            <p:nvPr/>
          </p:nvSpPr>
          <p:spPr>
            <a:xfrm rot="5400000">
              <a:off x="871488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1" name="Google Shape;73;p4"/>
            <p:cNvSpPr/>
            <p:nvPr/>
          </p:nvSpPr>
          <p:spPr>
            <a:xfrm rot="5400000">
              <a:off x="840384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2" name="Google Shape;74;p4"/>
            <p:cNvSpPr/>
            <p:nvPr/>
          </p:nvSpPr>
          <p:spPr>
            <a:xfrm rot="5400000">
              <a:off x="8092800" y="4928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3" name="Google Shape;75;p4"/>
            <p:cNvSpPr/>
            <p:nvPr/>
          </p:nvSpPr>
          <p:spPr>
            <a:xfrm rot="5400000">
              <a:off x="778176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4" name="Google Shape;76;p4"/>
            <p:cNvSpPr/>
            <p:nvPr/>
          </p:nvSpPr>
          <p:spPr>
            <a:xfrm rot="5400000">
              <a:off x="747036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5" name="Google Shape;77;p4"/>
            <p:cNvSpPr/>
            <p:nvPr/>
          </p:nvSpPr>
          <p:spPr>
            <a:xfrm rot="5400000">
              <a:off x="715968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6" name="Google Shape;78;p4"/>
            <p:cNvSpPr/>
            <p:nvPr/>
          </p:nvSpPr>
          <p:spPr>
            <a:xfrm rot="5400000">
              <a:off x="871488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7" name="Google Shape;79;p4"/>
            <p:cNvSpPr/>
            <p:nvPr/>
          </p:nvSpPr>
          <p:spPr>
            <a:xfrm rot="5400000">
              <a:off x="840384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8" name="Google Shape;80;p4"/>
            <p:cNvSpPr/>
            <p:nvPr/>
          </p:nvSpPr>
          <p:spPr>
            <a:xfrm rot="5400000">
              <a:off x="8092800" y="236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9" name="Google Shape;81;p4"/>
            <p:cNvSpPr/>
            <p:nvPr/>
          </p:nvSpPr>
          <p:spPr>
            <a:xfrm rot="5400000">
              <a:off x="778176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0" name="Google Shape;82;p4"/>
            <p:cNvSpPr/>
            <p:nvPr/>
          </p:nvSpPr>
          <p:spPr>
            <a:xfrm rot="5400000">
              <a:off x="747036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1" name="Google Shape;83;p4"/>
            <p:cNvSpPr/>
            <p:nvPr/>
          </p:nvSpPr>
          <p:spPr>
            <a:xfrm rot="5400000">
              <a:off x="715968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latin typeface="Arial"/>
              </a:rPr>
              <a:t>Cliq</a:t>
            </a:r>
            <a:r>
              <a:rPr b="0" lang="pt-BR" sz="1800" spc="-1" strike="noStrike">
                <a:latin typeface="Arial"/>
              </a:rPr>
              <a:t>ue </a:t>
            </a:r>
            <a:r>
              <a:rPr b="0" lang="pt-BR" sz="1800" spc="-1" strike="noStrike">
                <a:latin typeface="Arial"/>
              </a:rPr>
              <a:t>par</a:t>
            </a:r>
            <a:r>
              <a:rPr b="0" lang="pt-BR" sz="1800" spc="-1" strike="noStrike">
                <a:latin typeface="Arial"/>
              </a:rPr>
              <a:t>a </a:t>
            </a:r>
            <a:r>
              <a:rPr b="0" lang="pt-BR" sz="1800" spc="-1" strike="noStrike">
                <a:latin typeface="Arial"/>
              </a:rPr>
              <a:t>edit</a:t>
            </a:r>
            <a:r>
              <a:rPr b="0" lang="pt-BR" sz="1800" spc="-1" strike="noStrike">
                <a:latin typeface="Arial"/>
              </a:rPr>
              <a:t>ar o </a:t>
            </a:r>
            <a:r>
              <a:rPr b="0" lang="pt-BR" sz="1800" spc="-1" strike="noStrike">
                <a:latin typeface="Arial"/>
              </a:rPr>
              <a:t>for</a:t>
            </a:r>
            <a:r>
              <a:rPr b="0" lang="pt-BR" sz="1800" spc="-1" strike="noStrike">
                <a:latin typeface="Arial"/>
              </a:rPr>
              <a:t>mat</a:t>
            </a:r>
            <a:r>
              <a:rPr b="0" lang="pt-BR" sz="1800" spc="-1" strike="noStrike">
                <a:latin typeface="Arial"/>
              </a:rPr>
              <a:t>o </a:t>
            </a:r>
            <a:r>
              <a:rPr b="0" lang="pt-BR" sz="1800" spc="-1" strike="noStrike">
                <a:latin typeface="Arial"/>
              </a:rPr>
              <a:t>do </a:t>
            </a:r>
            <a:r>
              <a:rPr b="0" lang="pt-BR" sz="1800" spc="-1" strike="noStrike">
                <a:latin typeface="Arial"/>
              </a:rPr>
              <a:t>text</a:t>
            </a:r>
            <a:r>
              <a:rPr b="0" lang="pt-BR" sz="1800" spc="-1" strike="noStrike">
                <a:latin typeface="Arial"/>
              </a:rPr>
              <a:t>o </a:t>
            </a:r>
            <a:r>
              <a:rPr b="0" lang="pt-BR" sz="1800" spc="-1" strike="noStrike">
                <a:latin typeface="Arial"/>
              </a:rPr>
              <a:t>do </a:t>
            </a:r>
            <a:r>
              <a:rPr b="0" lang="pt-BR" sz="1800" spc="-1" strike="noStrike">
                <a:latin typeface="Arial"/>
              </a:rPr>
              <a:t>títul</a:t>
            </a:r>
            <a:r>
              <a:rPr b="0" lang="pt-BR" sz="1800" spc="-1" strike="noStrike">
                <a:latin typeface="Arial"/>
              </a:rPr>
              <a:t>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Clique para editar o formato do texto da estrutura de tópicos</a:t>
            </a:r>
            <a:endParaRPr b="0" lang="pt-BR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2.º nível da estrutura de tópicos</a:t>
            </a:r>
            <a:endParaRPr b="0" lang="pt-BR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3.º nível da estrutura de tópicos</a:t>
            </a:r>
            <a:endParaRPr b="0" lang="pt-BR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4.º nível da estrutura de tópicos</a:t>
            </a:r>
            <a:endParaRPr b="0" lang="pt-BR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5.º nível da estrutura de tópicos</a:t>
            </a:r>
            <a:endParaRPr b="0" lang="pt-BR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6.º nível da estrutura de tópicos</a:t>
            </a:r>
            <a:endParaRPr b="0" lang="pt-BR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7.º nível da estrutura de tópicos</a:t>
            </a:r>
            <a:endParaRPr b="0" lang="pt-BR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374;p16"/>
          <p:cNvSpPr/>
          <p:nvPr/>
        </p:nvSpPr>
        <p:spPr>
          <a:xfrm>
            <a:off x="-59040" y="-513000"/>
            <a:ext cx="9434520" cy="5655960"/>
          </a:xfrm>
          <a:custGeom>
            <a:avLst/>
            <a:gdLst/>
            <a:ahLst/>
            <a:rect l="l" t="t" r="r" b="b"/>
            <a:pathLst>
              <a:path w="103553" h="56121">
                <a:moveTo>
                  <a:pt x="0" y="1"/>
                </a:moveTo>
                <a:lnTo>
                  <a:pt x="0" y="56121"/>
                </a:lnTo>
                <a:lnTo>
                  <a:pt x="94560" y="56121"/>
                </a:lnTo>
                <a:lnTo>
                  <a:pt x="103552" y="42877"/>
                </a:lnTo>
                <a:lnTo>
                  <a:pt x="92289" y="23787"/>
                </a:lnTo>
                <a:lnTo>
                  <a:pt x="96049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621" name="Google Shape;375;p16"/>
          <p:cNvGrpSpPr/>
          <p:nvPr/>
        </p:nvGrpSpPr>
        <p:grpSpPr>
          <a:xfrm>
            <a:off x="5983560" y="152280"/>
            <a:ext cx="1648080" cy="604800"/>
            <a:chOff x="5983560" y="152280"/>
            <a:chExt cx="1648080" cy="604800"/>
          </a:xfrm>
        </p:grpSpPr>
        <p:sp>
          <p:nvSpPr>
            <p:cNvPr id="622" name="Google Shape;376;p16"/>
            <p:cNvSpPr/>
            <p:nvPr/>
          </p:nvSpPr>
          <p:spPr>
            <a:xfrm rot="5400000">
              <a:off x="7538760" y="664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3" name="Google Shape;377;p16"/>
            <p:cNvSpPr/>
            <p:nvPr/>
          </p:nvSpPr>
          <p:spPr>
            <a:xfrm rot="5400000">
              <a:off x="7227720" y="664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4" name="Google Shape;378;p16"/>
            <p:cNvSpPr/>
            <p:nvPr/>
          </p:nvSpPr>
          <p:spPr>
            <a:xfrm rot="5400000">
              <a:off x="6916680" y="66456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5" name="Google Shape;379;p16"/>
            <p:cNvSpPr/>
            <p:nvPr/>
          </p:nvSpPr>
          <p:spPr>
            <a:xfrm rot="5400000">
              <a:off x="6605640" y="664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6" name="Google Shape;380;p16"/>
            <p:cNvSpPr/>
            <p:nvPr/>
          </p:nvSpPr>
          <p:spPr>
            <a:xfrm rot="5400000">
              <a:off x="6294240" y="664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7" name="Google Shape;381;p16"/>
            <p:cNvSpPr/>
            <p:nvPr/>
          </p:nvSpPr>
          <p:spPr>
            <a:xfrm rot="5400000">
              <a:off x="5983560" y="664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8" name="Google Shape;382;p16"/>
            <p:cNvSpPr/>
            <p:nvPr/>
          </p:nvSpPr>
          <p:spPr>
            <a:xfrm rot="5400000">
              <a:off x="7538760" y="408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9" name="Google Shape;383;p16"/>
            <p:cNvSpPr/>
            <p:nvPr/>
          </p:nvSpPr>
          <p:spPr>
            <a:xfrm rot="5400000">
              <a:off x="7227720" y="408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0" name="Google Shape;384;p16"/>
            <p:cNvSpPr/>
            <p:nvPr/>
          </p:nvSpPr>
          <p:spPr>
            <a:xfrm rot="5400000">
              <a:off x="6916680" y="4086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1" name="Google Shape;385;p16"/>
            <p:cNvSpPr/>
            <p:nvPr/>
          </p:nvSpPr>
          <p:spPr>
            <a:xfrm rot="5400000">
              <a:off x="6605640" y="408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2" name="Google Shape;386;p16"/>
            <p:cNvSpPr/>
            <p:nvPr/>
          </p:nvSpPr>
          <p:spPr>
            <a:xfrm rot="5400000">
              <a:off x="6294240" y="408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3" name="Google Shape;387;p16"/>
            <p:cNvSpPr/>
            <p:nvPr/>
          </p:nvSpPr>
          <p:spPr>
            <a:xfrm rot="5400000">
              <a:off x="5983560" y="408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4" name="Google Shape;388;p16"/>
            <p:cNvSpPr/>
            <p:nvPr/>
          </p:nvSpPr>
          <p:spPr>
            <a:xfrm rot="5400000">
              <a:off x="7538760" y="152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5" name="Google Shape;389;p16"/>
            <p:cNvSpPr/>
            <p:nvPr/>
          </p:nvSpPr>
          <p:spPr>
            <a:xfrm rot="5400000">
              <a:off x="7227720" y="152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6" name="Google Shape;390;p16"/>
            <p:cNvSpPr/>
            <p:nvPr/>
          </p:nvSpPr>
          <p:spPr>
            <a:xfrm rot="5400000">
              <a:off x="6916680" y="1526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7" name="Google Shape;391;p16"/>
            <p:cNvSpPr/>
            <p:nvPr/>
          </p:nvSpPr>
          <p:spPr>
            <a:xfrm rot="5400000">
              <a:off x="6605640" y="152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8" name="Google Shape;392;p16"/>
            <p:cNvSpPr/>
            <p:nvPr/>
          </p:nvSpPr>
          <p:spPr>
            <a:xfrm rot="5400000">
              <a:off x="6294240" y="152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9" name="Google Shape;393;p16"/>
            <p:cNvSpPr/>
            <p:nvPr/>
          </p:nvSpPr>
          <p:spPr>
            <a:xfrm rot="5400000">
              <a:off x="5983560" y="152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40" name="Google Shape;394;p16"/>
          <p:cNvSpPr/>
          <p:nvPr/>
        </p:nvSpPr>
        <p:spPr>
          <a:xfrm>
            <a:off x="121680" y="4681800"/>
            <a:ext cx="331920" cy="33192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1" name="Google Shape;395;p16"/>
          <p:cNvSpPr/>
          <p:nvPr/>
        </p:nvSpPr>
        <p:spPr>
          <a:xfrm>
            <a:off x="8606520" y="3565800"/>
            <a:ext cx="331920" cy="33192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574;p24"/>
          <p:cNvSpPr/>
          <p:nvPr/>
        </p:nvSpPr>
        <p:spPr>
          <a:xfrm>
            <a:off x="0" y="0"/>
            <a:ext cx="9143280" cy="5142600"/>
          </a:xfrm>
          <a:custGeom>
            <a:avLst/>
            <a:gdLst/>
            <a:ahLst/>
            <a:rect l="l" t="t" r="r" b="b"/>
            <a:pathLst>
              <a:path w="100116" h="56121">
                <a:moveTo>
                  <a:pt x="0" y="1"/>
                </a:moveTo>
                <a:lnTo>
                  <a:pt x="0" y="56121"/>
                </a:lnTo>
                <a:lnTo>
                  <a:pt x="94576" y="56121"/>
                </a:lnTo>
                <a:lnTo>
                  <a:pt x="100115" y="19398"/>
                </a:lnTo>
                <a:lnTo>
                  <a:pt x="89036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681" name="Google Shape;575;p24"/>
          <p:cNvGrpSpPr/>
          <p:nvPr/>
        </p:nvGrpSpPr>
        <p:grpSpPr>
          <a:xfrm>
            <a:off x="207360" y="222480"/>
            <a:ext cx="604800" cy="1648080"/>
            <a:chOff x="207360" y="222480"/>
            <a:chExt cx="604800" cy="1648080"/>
          </a:xfrm>
        </p:grpSpPr>
        <p:sp>
          <p:nvSpPr>
            <p:cNvPr id="682" name="Google Shape;576;p24"/>
            <p:cNvSpPr/>
            <p:nvPr/>
          </p:nvSpPr>
          <p:spPr>
            <a:xfrm rot="10800000">
              <a:off x="207360" y="17780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3" name="Google Shape;577;p24"/>
            <p:cNvSpPr/>
            <p:nvPr/>
          </p:nvSpPr>
          <p:spPr>
            <a:xfrm rot="10800000">
              <a:off x="207360" y="1467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4" name="Google Shape;578;p24"/>
            <p:cNvSpPr/>
            <p:nvPr/>
          </p:nvSpPr>
          <p:spPr>
            <a:xfrm rot="10800000">
              <a:off x="207360" y="11563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5" name="Google Shape;579;p24"/>
            <p:cNvSpPr/>
            <p:nvPr/>
          </p:nvSpPr>
          <p:spPr>
            <a:xfrm rot="10800000">
              <a:off x="207360" y="8445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6" name="Google Shape;580;p24"/>
            <p:cNvSpPr/>
            <p:nvPr/>
          </p:nvSpPr>
          <p:spPr>
            <a:xfrm rot="10800000">
              <a:off x="207360" y="533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7" name="Google Shape;581;p24"/>
            <p:cNvSpPr/>
            <p:nvPr/>
          </p:nvSpPr>
          <p:spPr>
            <a:xfrm rot="10800000">
              <a:off x="207360" y="22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8" name="Google Shape;582;p24"/>
            <p:cNvSpPr/>
            <p:nvPr/>
          </p:nvSpPr>
          <p:spPr>
            <a:xfrm rot="10800000">
              <a:off x="463320" y="17780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9" name="Google Shape;583;p24"/>
            <p:cNvSpPr/>
            <p:nvPr/>
          </p:nvSpPr>
          <p:spPr>
            <a:xfrm rot="10800000">
              <a:off x="463320" y="1467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0" name="Google Shape;584;p24"/>
            <p:cNvSpPr/>
            <p:nvPr/>
          </p:nvSpPr>
          <p:spPr>
            <a:xfrm rot="10800000">
              <a:off x="463320" y="11563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1" name="Google Shape;585;p24"/>
            <p:cNvSpPr/>
            <p:nvPr/>
          </p:nvSpPr>
          <p:spPr>
            <a:xfrm rot="10800000">
              <a:off x="463320" y="8445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2" name="Google Shape;586;p24"/>
            <p:cNvSpPr/>
            <p:nvPr/>
          </p:nvSpPr>
          <p:spPr>
            <a:xfrm rot="10800000">
              <a:off x="463320" y="533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3" name="Google Shape;587;p24"/>
            <p:cNvSpPr/>
            <p:nvPr/>
          </p:nvSpPr>
          <p:spPr>
            <a:xfrm rot="10800000">
              <a:off x="463320" y="22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4" name="Google Shape;588;p24"/>
            <p:cNvSpPr/>
            <p:nvPr/>
          </p:nvSpPr>
          <p:spPr>
            <a:xfrm rot="10800000">
              <a:off x="719280" y="17780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5" name="Google Shape;589;p24"/>
            <p:cNvSpPr/>
            <p:nvPr/>
          </p:nvSpPr>
          <p:spPr>
            <a:xfrm rot="10800000">
              <a:off x="719280" y="1467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6" name="Google Shape;590;p24"/>
            <p:cNvSpPr/>
            <p:nvPr/>
          </p:nvSpPr>
          <p:spPr>
            <a:xfrm rot="10800000">
              <a:off x="719280" y="11563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7" name="Google Shape;591;p24"/>
            <p:cNvSpPr/>
            <p:nvPr/>
          </p:nvSpPr>
          <p:spPr>
            <a:xfrm rot="10800000">
              <a:off x="719280" y="8445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8" name="Google Shape;592;p24"/>
            <p:cNvSpPr/>
            <p:nvPr/>
          </p:nvSpPr>
          <p:spPr>
            <a:xfrm rot="10800000">
              <a:off x="719280" y="533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9" name="Google Shape;593;p24"/>
            <p:cNvSpPr/>
            <p:nvPr/>
          </p:nvSpPr>
          <p:spPr>
            <a:xfrm rot="10800000">
              <a:off x="719280" y="22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00" name="Google Shape;594;p24"/>
          <p:cNvSpPr/>
          <p:nvPr/>
        </p:nvSpPr>
        <p:spPr>
          <a:xfrm>
            <a:off x="8424000" y="1760760"/>
            <a:ext cx="473040" cy="47304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1" name="Google Shape;595;p24"/>
          <p:cNvSpPr/>
          <p:nvPr/>
        </p:nvSpPr>
        <p:spPr>
          <a:xfrm>
            <a:off x="7315560" y="4480200"/>
            <a:ext cx="719640" cy="71964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295;p13"/>
          <p:cNvSpPr/>
          <p:nvPr/>
        </p:nvSpPr>
        <p:spPr>
          <a:xfrm flipH="1" rot="10800000">
            <a:off x="0" y="720"/>
            <a:ext cx="9143280" cy="5142600"/>
          </a:xfrm>
          <a:custGeom>
            <a:avLst/>
            <a:gdLst/>
            <a:ahLst/>
            <a:rect l="l" t="t" r="r" b="b"/>
            <a:pathLst>
              <a:path w="100116" h="56121">
                <a:moveTo>
                  <a:pt x="0" y="1"/>
                </a:moveTo>
                <a:lnTo>
                  <a:pt x="0" y="56121"/>
                </a:lnTo>
                <a:lnTo>
                  <a:pt x="94576" y="56121"/>
                </a:lnTo>
                <a:lnTo>
                  <a:pt x="100115" y="19398"/>
                </a:lnTo>
                <a:lnTo>
                  <a:pt x="89036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8106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1" name="Google Shape;297;p13"/>
          <p:cNvSpPr/>
          <p:nvPr/>
        </p:nvSpPr>
        <p:spPr>
          <a:xfrm>
            <a:off x="395280" y="350280"/>
            <a:ext cx="634680" cy="6346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2" name="Google Shape;298;p13"/>
          <p:cNvSpPr/>
          <p:nvPr/>
        </p:nvSpPr>
        <p:spPr>
          <a:xfrm>
            <a:off x="8239320" y="1670040"/>
            <a:ext cx="382320" cy="38232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43" name="Google Shape;299;p13"/>
          <p:cNvGrpSpPr/>
          <p:nvPr/>
        </p:nvGrpSpPr>
        <p:grpSpPr>
          <a:xfrm>
            <a:off x="-246600" y="4301280"/>
            <a:ext cx="1647720" cy="604800"/>
            <a:chOff x="-246600" y="4301280"/>
            <a:chExt cx="1647720" cy="604800"/>
          </a:xfrm>
        </p:grpSpPr>
        <p:sp>
          <p:nvSpPr>
            <p:cNvPr id="744" name="Google Shape;300;p13"/>
            <p:cNvSpPr/>
            <p:nvPr/>
          </p:nvSpPr>
          <p:spPr>
            <a:xfrm rot="5400000">
              <a:off x="1308240" y="4813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5" name="Google Shape;301;p13"/>
            <p:cNvSpPr/>
            <p:nvPr/>
          </p:nvSpPr>
          <p:spPr>
            <a:xfrm rot="5400000">
              <a:off x="99756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6" name="Google Shape;302;p13"/>
            <p:cNvSpPr/>
            <p:nvPr/>
          </p:nvSpPr>
          <p:spPr>
            <a:xfrm rot="5400000">
              <a:off x="686520" y="481356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7" name="Google Shape;303;p13"/>
            <p:cNvSpPr/>
            <p:nvPr/>
          </p:nvSpPr>
          <p:spPr>
            <a:xfrm rot="5400000">
              <a:off x="37548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8" name="Google Shape;304;p13"/>
            <p:cNvSpPr/>
            <p:nvPr/>
          </p:nvSpPr>
          <p:spPr>
            <a:xfrm rot="5400000">
              <a:off x="64080" y="4813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9" name="Google Shape;305;p13"/>
            <p:cNvSpPr/>
            <p:nvPr/>
          </p:nvSpPr>
          <p:spPr>
            <a:xfrm rot="5400000">
              <a:off x="-24660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0" name="Google Shape;306;p13"/>
            <p:cNvSpPr/>
            <p:nvPr/>
          </p:nvSpPr>
          <p:spPr>
            <a:xfrm rot="5400000">
              <a:off x="1308240" y="4557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1" name="Google Shape;307;p13"/>
            <p:cNvSpPr/>
            <p:nvPr/>
          </p:nvSpPr>
          <p:spPr>
            <a:xfrm rot="5400000">
              <a:off x="99756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2" name="Google Shape;308;p13"/>
            <p:cNvSpPr/>
            <p:nvPr/>
          </p:nvSpPr>
          <p:spPr>
            <a:xfrm rot="5400000">
              <a:off x="686520" y="45576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3" name="Google Shape;309;p13"/>
            <p:cNvSpPr/>
            <p:nvPr/>
          </p:nvSpPr>
          <p:spPr>
            <a:xfrm rot="5400000">
              <a:off x="37548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4" name="Google Shape;310;p13"/>
            <p:cNvSpPr/>
            <p:nvPr/>
          </p:nvSpPr>
          <p:spPr>
            <a:xfrm rot="5400000">
              <a:off x="64080" y="4557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5" name="Google Shape;311;p13"/>
            <p:cNvSpPr/>
            <p:nvPr/>
          </p:nvSpPr>
          <p:spPr>
            <a:xfrm rot="5400000">
              <a:off x="-24660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6" name="Google Shape;312;p13"/>
            <p:cNvSpPr/>
            <p:nvPr/>
          </p:nvSpPr>
          <p:spPr>
            <a:xfrm rot="5400000">
              <a:off x="1308240" y="4301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7" name="Google Shape;313;p13"/>
            <p:cNvSpPr/>
            <p:nvPr/>
          </p:nvSpPr>
          <p:spPr>
            <a:xfrm rot="5400000">
              <a:off x="99756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8" name="Google Shape;314;p13"/>
            <p:cNvSpPr/>
            <p:nvPr/>
          </p:nvSpPr>
          <p:spPr>
            <a:xfrm rot="5400000">
              <a:off x="686520" y="43016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9" name="Google Shape;315;p13"/>
            <p:cNvSpPr/>
            <p:nvPr/>
          </p:nvSpPr>
          <p:spPr>
            <a:xfrm rot="5400000">
              <a:off x="37548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0" name="Google Shape;316;p13"/>
            <p:cNvSpPr/>
            <p:nvPr/>
          </p:nvSpPr>
          <p:spPr>
            <a:xfrm rot="5400000">
              <a:off x="64080" y="4301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1" name="Google Shape;317;p13"/>
            <p:cNvSpPr/>
            <p:nvPr/>
          </p:nvSpPr>
          <p:spPr>
            <a:xfrm rot="5400000">
              <a:off x="-24660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62" name="Google Shape;318;p13"/>
          <p:cNvSpPr/>
          <p:nvPr/>
        </p:nvSpPr>
        <p:spPr>
          <a:xfrm>
            <a:off x="7530840" y="4286520"/>
            <a:ext cx="634680" cy="6346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7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113;p6"/>
          <p:cNvSpPr/>
          <p:nvPr/>
        </p:nvSpPr>
        <p:spPr>
          <a:xfrm flipH="1">
            <a:off x="-720" y="0"/>
            <a:ext cx="9143280" cy="5142600"/>
          </a:xfrm>
          <a:custGeom>
            <a:avLst/>
            <a:gdLst/>
            <a:ahLst/>
            <a:rect l="l" t="t" r="r" b="b"/>
            <a:pathLst>
              <a:path w="100116" h="56121">
                <a:moveTo>
                  <a:pt x="0" y="1"/>
                </a:moveTo>
                <a:lnTo>
                  <a:pt x="0" y="56121"/>
                </a:lnTo>
                <a:lnTo>
                  <a:pt x="94576" y="56121"/>
                </a:lnTo>
                <a:lnTo>
                  <a:pt x="100115" y="19398"/>
                </a:lnTo>
                <a:lnTo>
                  <a:pt x="89036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2" name="Google Shape;115;p6"/>
          <p:cNvSpPr/>
          <p:nvPr/>
        </p:nvSpPr>
        <p:spPr>
          <a:xfrm>
            <a:off x="8424000" y="4286520"/>
            <a:ext cx="634680" cy="6346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3" name="Google Shape;116;p6"/>
          <p:cNvSpPr/>
          <p:nvPr/>
        </p:nvSpPr>
        <p:spPr>
          <a:xfrm>
            <a:off x="1068480" y="347760"/>
            <a:ext cx="382320" cy="38232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04" name="Google Shape;117;p6"/>
          <p:cNvGrpSpPr/>
          <p:nvPr/>
        </p:nvGrpSpPr>
        <p:grpSpPr>
          <a:xfrm>
            <a:off x="8128080" y="1440"/>
            <a:ext cx="604800" cy="1336680"/>
            <a:chOff x="8128080" y="1440"/>
            <a:chExt cx="604800" cy="1336680"/>
          </a:xfrm>
        </p:grpSpPr>
        <p:sp>
          <p:nvSpPr>
            <p:cNvPr id="805" name="Google Shape;118;p6"/>
            <p:cNvSpPr/>
            <p:nvPr/>
          </p:nvSpPr>
          <p:spPr>
            <a:xfrm>
              <a:off x="8640000" y="1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6" name="Google Shape;119;p6"/>
            <p:cNvSpPr/>
            <p:nvPr/>
          </p:nvSpPr>
          <p:spPr>
            <a:xfrm>
              <a:off x="8640000" y="3121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7" name="Google Shape;120;p6"/>
            <p:cNvSpPr/>
            <p:nvPr/>
          </p:nvSpPr>
          <p:spPr>
            <a:xfrm>
              <a:off x="8640000" y="6235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8" name="Google Shape;121;p6"/>
            <p:cNvSpPr/>
            <p:nvPr/>
          </p:nvSpPr>
          <p:spPr>
            <a:xfrm>
              <a:off x="8640000" y="934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9" name="Google Shape;122;p6"/>
            <p:cNvSpPr/>
            <p:nvPr/>
          </p:nvSpPr>
          <p:spPr>
            <a:xfrm>
              <a:off x="8640000" y="12456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0" name="Google Shape;123;p6"/>
            <p:cNvSpPr/>
            <p:nvPr/>
          </p:nvSpPr>
          <p:spPr>
            <a:xfrm>
              <a:off x="8384040" y="1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1" name="Google Shape;124;p6"/>
            <p:cNvSpPr/>
            <p:nvPr/>
          </p:nvSpPr>
          <p:spPr>
            <a:xfrm>
              <a:off x="8384040" y="3121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2" name="Google Shape;125;p6"/>
            <p:cNvSpPr/>
            <p:nvPr/>
          </p:nvSpPr>
          <p:spPr>
            <a:xfrm>
              <a:off x="8384040" y="6235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3" name="Google Shape;126;p6"/>
            <p:cNvSpPr/>
            <p:nvPr/>
          </p:nvSpPr>
          <p:spPr>
            <a:xfrm>
              <a:off x="8384040" y="934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4" name="Google Shape;127;p6"/>
            <p:cNvSpPr/>
            <p:nvPr/>
          </p:nvSpPr>
          <p:spPr>
            <a:xfrm>
              <a:off x="8384040" y="12456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5" name="Google Shape;128;p6"/>
            <p:cNvSpPr/>
            <p:nvPr/>
          </p:nvSpPr>
          <p:spPr>
            <a:xfrm>
              <a:off x="8128080" y="1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6" name="Google Shape;129;p6"/>
            <p:cNvSpPr/>
            <p:nvPr/>
          </p:nvSpPr>
          <p:spPr>
            <a:xfrm>
              <a:off x="8128080" y="3121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7" name="Google Shape;130;p6"/>
            <p:cNvSpPr/>
            <p:nvPr/>
          </p:nvSpPr>
          <p:spPr>
            <a:xfrm>
              <a:off x="8128080" y="6235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8" name="Google Shape;131;p6"/>
            <p:cNvSpPr/>
            <p:nvPr/>
          </p:nvSpPr>
          <p:spPr>
            <a:xfrm>
              <a:off x="8128080" y="934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9" name="Google Shape;132;p6"/>
            <p:cNvSpPr/>
            <p:nvPr/>
          </p:nvSpPr>
          <p:spPr>
            <a:xfrm>
              <a:off x="8128080" y="12456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latin typeface="Arial"/>
              </a:rPr>
              <a:t>Cliq</a:t>
            </a:r>
            <a:r>
              <a:rPr b="0" lang="pt-BR" sz="1800" spc="-1" strike="noStrike">
                <a:latin typeface="Arial"/>
              </a:rPr>
              <a:t>ue </a:t>
            </a:r>
            <a:r>
              <a:rPr b="0" lang="pt-BR" sz="1800" spc="-1" strike="noStrike">
                <a:latin typeface="Arial"/>
              </a:rPr>
              <a:t>par</a:t>
            </a:r>
            <a:r>
              <a:rPr b="0" lang="pt-BR" sz="1800" spc="-1" strike="noStrike">
                <a:latin typeface="Arial"/>
              </a:rPr>
              <a:t>a </a:t>
            </a:r>
            <a:r>
              <a:rPr b="0" lang="pt-BR" sz="1800" spc="-1" strike="noStrike">
                <a:latin typeface="Arial"/>
              </a:rPr>
              <a:t>edit</a:t>
            </a:r>
            <a:r>
              <a:rPr b="0" lang="pt-BR" sz="1800" spc="-1" strike="noStrike">
                <a:latin typeface="Arial"/>
              </a:rPr>
              <a:t>ar o </a:t>
            </a:r>
            <a:r>
              <a:rPr b="0" lang="pt-BR" sz="1800" spc="-1" strike="noStrike">
                <a:latin typeface="Arial"/>
              </a:rPr>
              <a:t>for</a:t>
            </a:r>
            <a:r>
              <a:rPr b="0" lang="pt-BR" sz="1800" spc="-1" strike="noStrike">
                <a:latin typeface="Arial"/>
              </a:rPr>
              <a:t>mat</a:t>
            </a:r>
            <a:r>
              <a:rPr b="0" lang="pt-BR" sz="1800" spc="-1" strike="noStrike">
                <a:latin typeface="Arial"/>
              </a:rPr>
              <a:t>o </a:t>
            </a:r>
            <a:r>
              <a:rPr b="0" lang="pt-BR" sz="1800" spc="-1" strike="noStrike">
                <a:latin typeface="Arial"/>
              </a:rPr>
              <a:t>do </a:t>
            </a:r>
            <a:r>
              <a:rPr b="0" lang="pt-BR" sz="1800" spc="-1" strike="noStrike">
                <a:latin typeface="Arial"/>
              </a:rPr>
              <a:t>text</a:t>
            </a:r>
            <a:r>
              <a:rPr b="0" lang="pt-BR" sz="1800" spc="-1" strike="noStrike">
                <a:latin typeface="Arial"/>
              </a:rPr>
              <a:t>o </a:t>
            </a:r>
            <a:r>
              <a:rPr b="0" lang="pt-BR" sz="1800" spc="-1" strike="noStrike">
                <a:latin typeface="Arial"/>
              </a:rPr>
              <a:t>do </a:t>
            </a:r>
            <a:r>
              <a:rPr b="0" lang="pt-BR" sz="1800" spc="-1" strike="noStrike">
                <a:latin typeface="Arial"/>
              </a:rPr>
              <a:t>títul</a:t>
            </a:r>
            <a:r>
              <a:rPr b="0" lang="pt-BR" sz="1800" spc="-1" strike="noStrike">
                <a:latin typeface="Arial"/>
              </a:rPr>
              <a:t>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634;p26"/>
          <p:cNvSpPr/>
          <p:nvPr/>
        </p:nvSpPr>
        <p:spPr>
          <a:xfrm rot="10800000">
            <a:off x="720" y="0"/>
            <a:ext cx="9143280" cy="5142960"/>
          </a:xfrm>
          <a:custGeom>
            <a:avLst/>
            <a:gdLst/>
            <a:ahLst/>
            <a:rect l="l" t="t" r="r" b="b"/>
            <a:pathLst>
              <a:path w="98444" h="56120">
                <a:moveTo>
                  <a:pt x="1" y="1"/>
                </a:moveTo>
                <a:lnTo>
                  <a:pt x="1" y="56119"/>
                </a:lnTo>
                <a:lnTo>
                  <a:pt x="89313" y="56119"/>
                </a:lnTo>
                <a:lnTo>
                  <a:pt x="98444" y="36922"/>
                </a:lnTo>
                <a:lnTo>
                  <a:pt x="89313" y="19889"/>
                </a:lnTo>
                <a:lnTo>
                  <a:pt x="98444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9" name="Google Shape;648;p26"/>
          <p:cNvSpPr/>
          <p:nvPr/>
        </p:nvSpPr>
        <p:spPr>
          <a:xfrm>
            <a:off x="8175600" y="3937680"/>
            <a:ext cx="844200" cy="8442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0" name="Google Shape;649;p26"/>
          <p:cNvSpPr/>
          <p:nvPr/>
        </p:nvSpPr>
        <p:spPr>
          <a:xfrm>
            <a:off x="501120" y="4375440"/>
            <a:ext cx="421560" cy="4215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61" name="Google Shape;650;p26"/>
          <p:cNvGrpSpPr/>
          <p:nvPr/>
        </p:nvGrpSpPr>
        <p:grpSpPr>
          <a:xfrm>
            <a:off x="8128080" y="497160"/>
            <a:ext cx="604800" cy="1647720"/>
            <a:chOff x="8128080" y="497160"/>
            <a:chExt cx="604800" cy="1647720"/>
          </a:xfrm>
        </p:grpSpPr>
        <p:sp>
          <p:nvSpPr>
            <p:cNvPr id="862" name="Google Shape;651;p26"/>
            <p:cNvSpPr/>
            <p:nvPr/>
          </p:nvSpPr>
          <p:spPr>
            <a:xfrm>
              <a:off x="8640000" y="4971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3" name="Google Shape;652;p26"/>
            <p:cNvSpPr/>
            <p:nvPr/>
          </p:nvSpPr>
          <p:spPr>
            <a:xfrm>
              <a:off x="8640000" y="8078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4" name="Google Shape;653;p26"/>
            <p:cNvSpPr/>
            <p:nvPr/>
          </p:nvSpPr>
          <p:spPr>
            <a:xfrm>
              <a:off x="8640000" y="11192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5" name="Google Shape;654;p26"/>
            <p:cNvSpPr/>
            <p:nvPr/>
          </p:nvSpPr>
          <p:spPr>
            <a:xfrm>
              <a:off x="8640000" y="14299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6" name="Google Shape;655;p26"/>
            <p:cNvSpPr/>
            <p:nvPr/>
          </p:nvSpPr>
          <p:spPr>
            <a:xfrm>
              <a:off x="8640000" y="17413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7" name="Google Shape;656;p26"/>
            <p:cNvSpPr/>
            <p:nvPr/>
          </p:nvSpPr>
          <p:spPr>
            <a:xfrm>
              <a:off x="8640000" y="2052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8" name="Google Shape;657;p26"/>
            <p:cNvSpPr/>
            <p:nvPr/>
          </p:nvSpPr>
          <p:spPr>
            <a:xfrm>
              <a:off x="8384040" y="4971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9" name="Google Shape;658;p26"/>
            <p:cNvSpPr/>
            <p:nvPr/>
          </p:nvSpPr>
          <p:spPr>
            <a:xfrm>
              <a:off x="8384040" y="8078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0" name="Google Shape;659;p26"/>
            <p:cNvSpPr/>
            <p:nvPr/>
          </p:nvSpPr>
          <p:spPr>
            <a:xfrm>
              <a:off x="8384040" y="11192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1" name="Google Shape;660;p26"/>
            <p:cNvSpPr/>
            <p:nvPr/>
          </p:nvSpPr>
          <p:spPr>
            <a:xfrm>
              <a:off x="8384040" y="14299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2" name="Google Shape;661;p26"/>
            <p:cNvSpPr/>
            <p:nvPr/>
          </p:nvSpPr>
          <p:spPr>
            <a:xfrm>
              <a:off x="8384040" y="17413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3" name="Google Shape;662;p26"/>
            <p:cNvSpPr/>
            <p:nvPr/>
          </p:nvSpPr>
          <p:spPr>
            <a:xfrm>
              <a:off x="8384040" y="2052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4" name="Google Shape;663;p26"/>
            <p:cNvSpPr/>
            <p:nvPr/>
          </p:nvSpPr>
          <p:spPr>
            <a:xfrm>
              <a:off x="8128080" y="4971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5" name="Google Shape;664;p26"/>
            <p:cNvSpPr/>
            <p:nvPr/>
          </p:nvSpPr>
          <p:spPr>
            <a:xfrm>
              <a:off x="8128080" y="8078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6" name="Google Shape;665;p26"/>
            <p:cNvSpPr/>
            <p:nvPr/>
          </p:nvSpPr>
          <p:spPr>
            <a:xfrm>
              <a:off x="8128080" y="11192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7" name="Google Shape;666;p26"/>
            <p:cNvSpPr/>
            <p:nvPr/>
          </p:nvSpPr>
          <p:spPr>
            <a:xfrm>
              <a:off x="8128080" y="14299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8" name="Google Shape;667;p26"/>
            <p:cNvSpPr/>
            <p:nvPr/>
          </p:nvSpPr>
          <p:spPr>
            <a:xfrm>
              <a:off x="8128080" y="17413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9" name="Google Shape;668;p26"/>
            <p:cNvSpPr/>
            <p:nvPr/>
          </p:nvSpPr>
          <p:spPr>
            <a:xfrm>
              <a:off x="8128080" y="2052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88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670;p27"/>
          <p:cNvSpPr/>
          <p:nvPr/>
        </p:nvSpPr>
        <p:spPr>
          <a:xfrm>
            <a:off x="0" y="0"/>
            <a:ext cx="6143040" cy="5142960"/>
          </a:xfrm>
          <a:custGeom>
            <a:avLst/>
            <a:gdLst/>
            <a:ahLst/>
            <a:rect l="l" t="t" r="r" b="b"/>
            <a:pathLst>
              <a:path w="98444" h="56120">
                <a:moveTo>
                  <a:pt x="1" y="1"/>
                </a:moveTo>
                <a:lnTo>
                  <a:pt x="1" y="56119"/>
                </a:lnTo>
                <a:lnTo>
                  <a:pt x="89313" y="56119"/>
                </a:lnTo>
                <a:lnTo>
                  <a:pt x="98444" y="36922"/>
                </a:lnTo>
                <a:lnTo>
                  <a:pt x="89313" y="19889"/>
                </a:lnTo>
                <a:lnTo>
                  <a:pt x="98444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9" name="Google Shape;672;p27"/>
          <p:cNvSpPr/>
          <p:nvPr/>
        </p:nvSpPr>
        <p:spPr>
          <a:xfrm>
            <a:off x="4192920" y="4674600"/>
            <a:ext cx="351360" cy="3513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0" name="Google Shape;673;p27"/>
          <p:cNvSpPr/>
          <p:nvPr/>
        </p:nvSpPr>
        <p:spPr>
          <a:xfrm>
            <a:off x="-192600" y="4181760"/>
            <a:ext cx="844200" cy="8442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1" name="Google Shape;678;p27"/>
          <p:cNvSpPr/>
          <p:nvPr/>
        </p:nvSpPr>
        <p:spPr>
          <a:xfrm>
            <a:off x="3085920" y="72720"/>
            <a:ext cx="465840" cy="46584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328;p15"/>
          <p:cNvSpPr/>
          <p:nvPr/>
        </p:nvSpPr>
        <p:spPr>
          <a:xfrm flipH="1" rot="16200000">
            <a:off x="1934640" y="-2066760"/>
            <a:ext cx="5239080" cy="9180720"/>
          </a:xfrm>
          <a:custGeom>
            <a:avLst/>
            <a:gdLst/>
            <a:ahLst/>
            <a:rect l="l" t="t" r="r" b="b"/>
            <a:pathLst>
              <a:path w="96050" h="56121">
                <a:moveTo>
                  <a:pt x="1" y="0"/>
                </a:moveTo>
                <a:lnTo>
                  <a:pt x="1" y="56120"/>
                </a:lnTo>
                <a:lnTo>
                  <a:pt x="94561" y="56120"/>
                </a:lnTo>
                <a:lnTo>
                  <a:pt x="86842" y="39807"/>
                </a:lnTo>
                <a:lnTo>
                  <a:pt x="96050" y="0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961" name="Google Shape;332;p15"/>
          <p:cNvGrpSpPr/>
          <p:nvPr/>
        </p:nvGrpSpPr>
        <p:grpSpPr>
          <a:xfrm>
            <a:off x="410400" y="167040"/>
            <a:ext cx="604800" cy="1648800"/>
            <a:chOff x="410400" y="167040"/>
            <a:chExt cx="604800" cy="1648800"/>
          </a:xfrm>
        </p:grpSpPr>
        <p:sp>
          <p:nvSpPr>
            <p:cNvPr id="962" name="Google Shape;333;p15"/>
            <p:cNvSpPr/>
            <p:nvPr/>
          </p:nvSpPr>
          <p:spPr>
            <a:xfrm flipV="1">
              <a:off x="922320" y="17229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3" name="Google Shape;334;p15"/>
            <p:cNvSpPr/>
            <p:nvPr/>
          </p:nvSpPr>
          <p:spPr>
            <a:xfrm flipV="1">
              <a:off x="922320" y="14115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4" name="Google Shape;335;p15"/>
            <p:cNvSpPr/>
            <p:nvPr/>
          </p:nvSpPr>
          <p:spPr>
            <a:xfrm flipV="1">
              <a:off x="922320" y="1100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5" name="Google Shape;336;p15"/>
            <p:cNvSpPr/>
            <p:nvPr/>
          </p:nvSpPr>
          <p:spPr>
            <a:xfrm flipV="1">
              <a:off x="922320" y="789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6" name="Google Shape;337;p15"/>
            <p:cNvSpPr/>
            <p:nvPr/>
          </p:nvSpPr>
          <p:spPr>
            <a:xfrm flipV="1">
              <a:off x="922320" y="47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7" name="Google Shape;338;p15"/>
            <p:cNvSpPr/>
            <p:nvPr/>
          </p:nvSpPr>
          <p:spPr>
            <a:xfrm flipV="1">
              <a:off x="922320" y="1670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8" name="Google Shape;339;p15"/>
            <p:cNvSpPr/>
            <p:nvPr/>
          </p:nvSpPr>
          <p:spPr>
            <a:xfrm flipV="1">
              <a:off x="666360" y="17229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9" name="Google Shape;340;p15"/>
            <p:cNvSpPr/>
            <p:nvPr/>
          </p:nvSpPr>
          <p:spPr>
            <a:xfrm flipV="1">
              <a:off x="666360" y="14115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0" name="Google Shape;341;p15"/>
            <p:cNvSpPr/>
            <p:nvPr/>
          </p:nvSpPr>
          <p:spPr>
            <a:xfrm flipV="1">
              <a:off x="666360" y="1100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1" name="Google Shape;342;p15"/>
            <p:cNvSpPr/>
            <p:nvPr/>
          </p:nvSpPr>
          <p:spPr>
            <a:xfrm flipV="1">
              <a:off x="666360" y="789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2" name="Google Shape;343;p15"/>
            <p:cNvSpPr/>
            <p:nvPr/>
          </p:nvSpPr>
          <p:spPr>
            <a:xfrm flipV="1">
              <a:off x="666360" y="47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3" name="Google Shape;344;p15"/>
            <p:cNvSpPr/>
            <p:nvPr/>
          </p:nvSpPr>
          <p:spPr>
            <a:xfrm flipV="1">
              <a:off x="666360" y="1670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4" name="Google Shape;345;p15"/>
            <p:cNvSpPr/>
            <p:nvPr/>
          </p:nvSpPr>
          <p:spPr>
            <a:xfrm flipV="1">
              <a:off x="410400" y="17229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5" name="Google Shape;346;p15"/>
            <p:cNvSpPr/>
            <p:nvPr/>
          </p:nvSpPr>
          <p:spPr>
            <a:xfrm flipV="1">
              <a:off x="410400" y="14115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6" name="Google Shape;347;p15"/>
            <p:cNvSpPr/>
            <p:nvPr/>
          </p:nvSpPr>
          <p:spPr>
            <a:xfrm flipV="1">
              <a:off x="410400" y="1100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7" name="Google Shape;348;p15"/>
            <p:cNvSpPr/>
            <p:nvPr/>
          </p:nvSpPr>
          <p:spPr>
            <a:xfrm flipV="1">
              <a:off x="410400" y="789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8" name="Google Shape;349;p15"/>
            <p:cNvSpPr/>
            <p:nvPr/>
          </p:nvSpPr>
          <p:spPr>
            <a:xfrm flipV="1">
              <a:off x="410400" y="47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9" name="Google Shape;350;p15"/>
            <p:cNvSpPr/>
            <p:nvPr/>
          </p:nvSpPr>
          <p:spPr>
            <a:xfrm flipV="1">
              <a:off x="410400" y="1670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80" name="Google Shape;351;p15"/>
          <p:cNvSpPr/>
          <p:nvPr/>
        </p:nvSpPr>
        <p:spPr>
          <a:xfrm flipH="1">
            <a:off x="394560" y="4286520"/>
            <a:ext cx="634680" cy="6346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1" name="Google Shape;352;p15"/>
          <p:cNvSpPr/>
          <p:nvPr/>
        </p:nvSpPr>
        <p:spPr>
          <a:xfrm flipH="1">
            <a:off x="8494200" y="308880"/>
            <a:ext cx="460080" cy="4600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2" name="Google Shape;353;p15"/>
          <p:cNvSpPr/>
          <p:nvPr/>
        </p:nvSpPr>
        <p:spPr>
          <a:xfrm flipH="1">
            <a:off x="8292960" y="1029960"/>
            <a:ext cx="273960" cy="2739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983" name="Google Shape;354;p15"/>
          <p:cNvGrpSpPr/>
          <p:nvPr/>
        </p:nvGrpSpPr>
        <p:grpSpPr>
          <a:xfrm>
            <a:off x="8128080" y="2997360"/>
            <a:ext cx="604800" cy="1648440"/>
            <a:chOff x="8128080" y="2997360"/>
            <a:chExt cx="604800" cy="1648440"/>
          </a:xfrm>
        </p:grpSpPr>
        <p:sp>
          <p:nvSpPr>
            <p:cNvPr id="984" name="Google Shape;355;p15"/>
            <p:cNvSpPr/>
            <p:nvPr/>
          </p:nvSpPr>
          <p:spPr>
            <a:xfrm flipV="1">
              <a:off x="8640000" y="45529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5" name="Google Shape;356;p15"/>
            <p:cNvSpPr/>
            <p:nvPr/>
          </p:nvSpPr>
          <p:spPr>
            <a:xfrm flipV="1">
              <a:off x="8640000" y="4241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6" name="Google Shape;357;p15"/>
            <p:cNvSpPr/>
            <p:nvPr/>
          </p:nvSpPr>
          <p:spPr>
            <a:xfrm flipV="1">
              <a:off x="8640000" y="39308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7" name="Google Shape;358;p15"/>
            <p:cNvSpPr/>
            <p:nvPr/>
          </p:nvSpPr>
          <p:spPr>
            <a:xfrm flipV="1">
              <a:off x="8640000" y="3619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8" name="Google Shape;359;p15"/>
            <p:cNvSpPr/>
            <p:nvPr/>
          </p:nvSpPr>
          <p:spPr>
            <a:xfrm flipV="1">
              <a:off x="8640000" y="33087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9" name="Google Shape;360;p15"/>
            <p:cNvSpPr/>
            <p:nvPr/>
          </p:nvSpPr>
          <p:spPr>
            <a:xfrm flipV="1">
              <a:off x="8640000" y="29973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0" name="Google Shape;361;p15"/>
            <p:cNvSpPr/>
            <p:nvPr/>
          </p:nvSpPr>
          <p:spPr>
            <a:xfrm flipV="1">
              <a:off x="8384040" y="45529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1" name="Google Shape;362;p15"/>
            <p:cNvSpPr/>
            <p:nvPr/>
          </p:nvSpPr>
          <p:spPr>
            <a:xfrm flipV="1">
              <a:off x="8384040" y="4241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2" name="Google Shape;363;p15"/>
            <p:cNvSpPr/>
            <p:nvPr/>
          </p:nvSpPr>
          <p:spPr>
            <a:xfrm flipV="1">
              <a:off x="8384040" y="39308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3" name="Google Shape;364;p15"/>
            <p:cNvSpPr/>
            <p:nvPr/>
          </p:nvSpPr>
          <p:spPr>
            <a:xfrm flipV="1">
              <a:off x="8384040" y="3619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4" name="Google Shape;365;p15"/>
            <p:cNvSpPr/>
            <p:nvPr/>
          </p:nvSpPr>
          <p:spPr>
            <a:xfrm flipV="1">
              <a:off x="8384040" y="33087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5" name="Google Shape;366;p15"/>
            <p:cNvSpPr/>
            <p:nvPr/>
          </p:nvSpPr>
          <p:spPr>
            <a:xfrm flipV="1">
              <a:off x="8384040" y="29973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6" name="Google Shape;367;p15"/>
            <p:cNvSpPr/>
            <p:nvPr/>
          </p:nvSpPr>
          <p:spPr>
            <a:xfrm flipV="1">
              <a:off x="8128080" y="45529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7" name="Google Shape;368;p15"/>
            <p:cNvSpPr/>
            <p:nvPr/>
          </p:nvSpPr>
          <p:spPr>
            <a:xfrm flipV="1">
              <a:off x="8128080" y="4241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8" name="Google Shape;369;p15"/>
            <p:cNvSpPr/>
            <p:nvPr/>
          </p:nvSpPr>
          <p:spPr>
            <a:xfrm flipV="1">
              <a:off x="8128080" y="39308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9" name="Google Shape;370;p15"/>
            <p:cNvSpPr/>
            <p:nvPr/>
          </p:nvSpPr>
          <p:spPr>
            <a:xfrm flipV="1">
              <a:off x="8128080" y="3619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0" name="Google Shape;371;p15"/>
            <p:cNvSpPr/>
            <p:nvPr/>
          </p:nvSpPr>
          <p:spPr>
            <a:xfrm flipV="1">
              <a:off x="8128080" y="33087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1" name="Google Shape;372;p15"/>
            <p:cNvSpPr/>
            <p:nvPr/>
          </p:nvSpPr>
          <p:spPr>
            <a:xfrm flipV="1">
              <a:off x="8128080" y="29973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85;p5"/>
          <p:cNvSpPr/>
          <p:nvPr/>
        </p:nvSpPr>
        <p:spPr>
          <a:xfrm flipH="1">
            <a:off x="-720" y="0"/>
            <a:ext cx="9143280" cy="6771960"/>
          </a:xfrm>
          <a:custGeom>
            <a:avLst/>
            <a:gdLst/>
            <a:ahLst/>
            <a:rect l="l" t="t" r="r" b="b"/>
            <a:pathLst>
              <a:path w="35969" h="18513">
                <a:moveTo>
                  <a:pt x="1" y="1"/>
                </a:moveTo>
                <a:lnTo>
                  <a:pt x="1" y="12266"/>
                </a:lnTo>
                <a:lnTo>
                  <a:pt x="35969" y="18512"/>
                </a:lnTo>
                <a:lnTo>
                  <a:pt x="35969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1" name="Google Shape;86;p5"/>
          <p:cNvSpPr/>
          <p:nvPr/>
        </p:nvSpPr>
        <p:spPr>
          <a:xfrm>
            <a:off x="202320" y="4431960"/>
            <a:ext cx="343080" cy="3430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42" name="Google Shape;87;p5"/>
          <p:cNvGrpSpPr/>
          <p:nvPr/>
        </p:nvGrpSpPr>
        <p:grpSpPr>
          <a:xfrm>
            <a:off x="7159680" y="236520"/>
            <a:ext cx="1648080" cy="604800"/>
            <a:chOff x="7159680" y="236520"/>
            <a:chExt cx="1648080" cy="604800"/>
          </a:xfrm>
        </p:grpSpPr>
        <p:sp>
          <p:nvSpPr>
            <p:cNvPr id="1043" name="Google Shape;88;p5"/>
            <p:cNvSpPr/>
            <p:nvPr/>
          </p:nvSpPr>
          <p:spPr>
            <a:xfrm rot="5400000">
              <a:off x="871488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4" name="Google Shape;89;p5"/>
            <p:cNvSpPr/>
            <p:nvPr/>
          </p:nvSpPr>
          <p:spPr>
            <a:xfrm rot="5400000">
              <a:off x="840384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5" name="Google Shape;90;p5"/>
            <p:cNvSpPr/>
            <p:nvPr/>
          </p:nvSpPr>
          <p:spPr>
            <a:xfrm rot="5400000">
              <a:off x="8092800" y="7488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6" name="Google Shape;91;p5"/>
            <p:cNvSpPr/>
            <p:nvPr/>
          </p:nvSpPr>
          <p:spPr>
            <a:xfrm rot="5400000">
              <a:off x="778176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7" name="Google Shape;92;p5"/>
            <p:cNvSpPr/>
            <p:nvPr/>
          </p:nvSpPr>
          <p:spPr>
            <a:xfrm rot="5400000">
              <a:off x="747036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8" name="Google Shape;93;p5"/>
            <p:cNvSpPr/>
            <p:nvPr/>
          </p:nvSpPr>
          <p:spPr>
            <a:xfrm rot="5400000">
              <a:off x="715968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9" name="Google Shape;94;p5"/>
            <p:cNvSpPr/>
            <p:nvPr/>
          </p:nvSpPr>
          <p:spPr>
            <a:xfrm rot="5400000">
              <a:off x="871488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0" name="Google Shape;95;p5"/>
            <p:cNvSpPr/>
            <p:nvPr/>
          </p:nvSpPr>
          <p:spPr>
            <a:xfrm rot="5400000">
              <a:off x="840384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1" name="Google Shape;96;p5"/>
            <p:cNvSpPr/>
            <p:nvPr/>
          </p:nvSpPr>
          <p:spPr>
            <a:xfrm rot="5400000">
              <a:off x="8092800" y="4928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2" name="Google Shape;97;p5"/>
            <p:cNvSpPr/>
            <p:nvPr/>
          </p:nvSpPr>
          <p:spPr>
            <a:xfrm rot="5400000">
              <a:off x="778176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3" name="Google Shape;98;p5"/>
            <p:cNvSpPr/>
            <p:nvPr/>
          </p:nvSpPr>
          <p:spPr>
            <a:xfrm rot="5400000">
              <a:off x="747036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4" name="Google Shape;99;p5"/>
            <p:cNvSpPr/>
            <p:nvPr/>
          </p:nvSpPr>
          <p:spPr>
            <a:xfrm rot="5400000">
              <a:off x="715968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5" name="Google Shape;100;p5"/>
            <p:cNvSpPr/>
            <p:nvPr/>
          </p:nvSpPr>
          <p:spPr>
            <a:xfrm rot="5400000">
              <a:off x="871488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6" name="Google Shape;101;p5"/>
            <p:cNvSpPr/>
            <p:nvPr/>
          </p:nvSpPr>
          <p:spPr>
            <a:xfrm rot="5400000">
              <a:off x="840384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7" name="Google Shape;102;p5"/>
            <p:cNvSpPr/>
            <p:nvPr/>
          </p:nvSpPr>
          <p:spPr>
            <a:xfrm rot="5400000">
              <a:off x="8092800" y="236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8" name="Google Shape;103;p5"/>
            <p:cNvSpPr/>
            <p:nvPr/>
          </p:nvSpPr>
          <p:spPr>
            <a:xfrm rot="5400000">
              <a:off x="778176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9" name="Google Shape;104;p5"/>
            <p:cNvSpPr/>
            <p:nvPr/>
          </p:nvSpPr>
          <p:spPr>
            <a:xfrm rot="5400000">
              <a:off x="747036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0" name="Google Shape;105;p5"/>
            <p:cNvSpPr/>
            <p:nvPr/>
          </p:nvSpPr>
          <p:spPr>
            <a:xfrm rot="5400000">
              <a:off x="715968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61" name="Google Shape;111;p5"/>
          <p:cNvSpPr/>
          <p:nvPr/>
        </p:nvSpPr>
        <p:spPr>
          <a:xfrm>
            <a:off x="321840" y="147960"/>
            <a:ext cx="782280" cy="7822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latin typeface="Arial"/>
              </a:rPr>
              <a:t>Cliq</a:t>
            </a:r>
            <a:r>
              <a:rPr b="0" lang="pt-BR" sz="1800" spc="-1" strike="noStrike">
                <a:latin typeface="Arial"/>
              </a:rPr>
              <a:t>ue </a:t>
            </a:r>
            <a:r>
              <a:rPr b="0" lang="pt-BR" sz="1800" spc="-1" strike="noStrike">
                <a:latin typeface="Arial"/>
              </a:rPr>
              <a:t>par</a:t>
            </a:r>
            <a:r>
              <a:rPr b="0" lang="pt-BR" sz="1800" spc="-1" strike="noStrike">
                <a:latin typeface="Arial"/>
              </a:rPr>
              <a:t>a </a:t>
            </a:r>
            <a:r>
              <a:rPr b="0" lang="pt-BR" sz="1800" spc="-1" strike="noStrike">
                <a:latin typeface="Arial"/>
              </a:rPr>
              <a:t>edit</a:t>
            </a:r>
            <a:r>
              <a:rPr b="0" lang="pt-BR" sz="1800" spc="-1" strike="noStrike">
                <a:latin typeface="Arial"/>
              </a:rPr>
              <a:t>ar o </a:t>
            </a:r>
            <a:r>
              <a:rPr b="0" lang="pt-BR" sz="1800" spc="-1" strike="noStrike">
                <a:latin typeface="Arial"/>
              </a:rPr>
              <a:t>for</a:t>
            </a:r>
            <a:r>
              <a:rPr b="0" lang="pt-BR" sz="1800" spc="-1" strike="noStrike">
                <a:latin typeface="Arial"/>
              </a:rPr>
              <a:t>mat</a:t>
            </a:r>
            <a:r>
              <a:rPr b="0" lang="pt-BR" sz="1800" spc="-1" strike="noStrike">
                <a:latin typeface="Arial"/>
              </a:rPr>
              <a:t>o </a:t>
            </a:r>
            <a:r>
              <a:rPr b="0" lang="pt-BR" sz="1800" spc="-1" strike="noStrike">
                <a:latin typeface="Arial"/>
              </a:rPr>
              <a:t>do </a:t>
            </a:r>
            <a:r>
              <a:rPr b="0" lang="pt-BR" sz="1800" spc="-1" strike="noStrike">
                <a:latin typeface="Arial"/>
              </a:rPr>
              <a:t>text</a:t>
            </a:r>
            <a:r>
              <a:rPr b="0" lang="pt-BR" sz="1800" spc="-1" strike="noStrike">
                <a:latin typeface="Arial"/>
              </a:rPr>
              <a:t>o </a:t>
            </a:r>
            <a:r>
              <a:rPr b="0" lang="pt-BR" sz="1800" spc="-1" strike="noStrike">
                <a:latin typeface="Arial"/>
              </a:rPr>
              <a:t>do </a:t>
            </a:r>
            <a:r>
              <a:rPr b="0" lang="pt-BR" sz="1800" spc="-1" strike="noStrike">
                <a:latin typeface="Arial"/>
              </a:rPr>
              <a:t>títul</a:t>
            </a:r>
            <a:r>
              <a:rPr b="0" lang="pt-BR" sz="1800" spc="-1" strike="noStrike">
                <a:latin typeface="Arial"/>
              </a:rPr>
              <a:t>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0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Clique para editar o formato do texto da estrutura de tópicos</a:t>
            </a:r>
            <a:endParaRPr b="0" lang="pt-BR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2.º nível da estrutura de tópicos</a:t>
            </a:r>
            <a:endParaRPr b="0" lang="pt-BR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3.º nível da estrutura de tópicos</a:t>
            </a:r>
            <a:endParaRPr b="0" lang="pt-BR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4.º nível da estrutura de tópicos</a:t>
            </a:r>
            <a:endParaRPr b="0" lang="pt-BR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5.º nível da estrutura de tópicos</a:t>
            </a:r>
            <a:endParaRPr b="0" lang="pt-BR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6.º nível da estrutura de tópicos</a:t>
            </a:r>
            <a:endParaRPr b="0" lang="pt-BR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7.º nível da estrutura de tópicos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06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Clique para editar o formato do texto da estrutura de tópicos</a:t>
            </a:r>
            <a:endParaRPr b="0" lang="pt-BR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2.º nível da estrutura de tópicos</a:t>
            </a:r>
            <a:endParaRPr b="0" lang="pt-BR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3.º nível da estrutura de tópicos</a:t>
            </a:r>
            <a:endParaRPr b="0" lang="pt-BR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4.º nível da estrutura de tópicos</a:t>
            </a:r>
            <a:endParaRPr b="0" lang="pt-BR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5.º nível da estrutura de tópicos</a:t>
            </a:r>
            <a:endParaRPr b="0" lang="pt-BR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6.º nível da estrutura de tópicos</a:t>
            </a:r>
            <a:endParaRPr b="0" lang="pt-BR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7.º nível da estrutura de tópicos</a:t>
            </a:r>
            <a:endParaRPr b="0" lang="pt-BR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604;p25"/>
          <p:cNvSpPr/>
          <p:nvPr/>
        </p:nvSpPr>
        <p:spPr>
          <a:xfrm>
            <a:off x="0" y="0"/>
            <a:ext cx="9143280" cy="5142600"/>
          </a:xfrm>
          <a:custGeom>
            <a:avLst/>
            <a:gdLst/>
            <a:ahLst/>
            <a:rect l="l" t="t" r="r" b="b"/>
            <a:pathLst>
              <a:path w="100116" h="56121">
                <a:moveTo>
                  <a:pt x="0" y="1"/>
                </a:moveTo>
                <a:lnTo>
                  <a:pt x="0" y="56121"/>
                </a:lnTo>
                <a:lnTo>
                  <a:pt x="94576" y="56121"/>
                </a:lnTo>
                <a:lnTo>
                  <a:pt x="100115" y="19398"/>
                </a:lnTo>
                <a:lnTo>
                  <a:pt x="89036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02" name="Google Shape;605;p25"/>
          <p:cNvGrpSpPr/>
          <p:nvPr/>
        </p:nvGrpSpPr>
        <p:grpSpPr>
          <a:xfrm>
            <a:off x="147600" y="236520"/>
            <a:ext cx="1648080" cy="604800"/>
            <a:chOff x="147600" y="236520"/>
            <a:chExt cx="1648080" cy="604800"/>
          </a:xfrm>
        </p:grpSpPr>
        <p:sp>
          <p:nvSpPr>
            <p:cNvPr id="1103" name="Google Shape;606;p25"/>
            <p:cNvSpPr/>
            <p:nvPr/>
          </p:nvSpPr>
          <p:spPr>
            <a:xfrm rot="5400000">
              <a:off x="170280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4" name="Google Shape;607;p25"/>
            <p:cNvSpPr/>
            <p:nvPr/>
          </p:nvSpPr>
          <p:spPr>
            <a:xfrm rot="5400000">
              <a:off x="139176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5" name="Google Shape;608;p25"/>
            <p:cNvSpPr/>
            <p:nvPr/>
          </p:nvSpPr>
          <p:spPr>
            <a:xfrm rot="5400000">
              <a:off x="1080720" y="7488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6" name="Google Shape;609;p25"/>
            <p:cNvSpPr/>
            <p:nvPr/>
          </p:nvSpPr>
          <p:spPr>
            <a:xfrm rot="5400000">
              <a:off x="76968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7" name="Google Shape;610;p25"/>
            <p:cNvSpPr/>
            <p:nvPr/>
          </p:nvSpPr>
          <p:spPr>
            <a:xfrm rot="5400000">
              <a:off x="45828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8" name="Google Shape;611;p25"/>
            <p:cNvSpPr/>
            <p:nvPr/>
          </p:nvSpPr>
          <p:spPr>
            <a:xfrm rot="5400000">
              <a:off x="14760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9" name="Google Shape;612;p25"/>
            <p:cNvSpPr/>
            <p:nvPr/>
          </p:nvSpPr>
          <p:spPr>
            <a:xfrm rot="5400000">
              <a:off x="170280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0" name="Google Shape;613;p25"/>
            <p:cNvSpPr/>
            <p:nvPr/>
          </p:nvSpPr>
          <p:spPr>
            <a:xfrm rot="5400000">
              <a:off x="139176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1" name="Google Shape;614;p25"/>
            <p:cNvSpPr/>
            <p:nvPr/>
          </p:nvSpPr>
          <p:spPr>
            <a:xfrm rot="5400000">
              <a:off x="1080720" y="4928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2" name="Google Shape;615;p25"/>
            <p:cNvSpPr/>
            <p:nvPr/>
          </p:nvSpPr>
          <p:spPr>
            <a:xfrm rot="5400000">
              <a:off x="76968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3" name="Google Shape;616;p25"/>
            <p:cNvSpPr/>
            <p:nvPr/>
          </p:nvSpPr>
          <p:spPr>
            <a:xfrm rot="5400000">
              <a:off x="45828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4" name="Google Shape;617;p25"/>
            <p:cNvSpPr/>
            <p:nvPr/>
          </p:nvSpPr>
          <p:spPr>
            <a:xfrm rot="5400000">
              <a:off x="14760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5" name="Google Shape;618;p25"/>
            <p:cNvSpPr/>
            <p:nvPr/>
          </p:nvSpPr>
          <p:spPr>
            <a:xfrm rot="5400000">
              <a:off x="170280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6" name="Google Shape;619;p25"/>
            <p:cNvSpPr/>
            <p:nvPr/>
          </p:nvSpPr>
          <p:spPr>
            <a:xfrm rot="5400000">
              <a:off x="139176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7" name="Google Shape;620;p25"/>
            <p:cNvSpPr/>
            <p:nvPr/>
          </p:nvSpPr>
          <p:spPr>
            <a:xfrm rot="5400000">
              <a:off x="1080720" y="236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8" name="Google Shape;621;p25"/>
            <p:cNvSpPr/>
            <p:nvPr/>
          </p:nvSpPr>
          <p:spPr>
            <a:xfrm rot="5400000">
              <a:off x="76968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9" name="Google Shape;622;p25"/>
            <p:cNvSpPr/>
            <p:nvPr/>
          </p:nvSpPr>
          <p:spPr>
            <a:xfrm rot="5400000">
              <a:off x="45828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0" name="Google Shape;623;p25"/>
            <p:cNvSpPr/>
            <p:nvPr/>
          </p:nvSpPr>
          <p:spPr>
            <a:xfrm rot="5400000">
              <a:off x="14760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21" name="Google Shape;624;p25"/>
          <p:cNvSpPr/>
          <p:nvPr/>
        </p:nvSpPr>
        <p:spPr>
          <a:xfrm>
            <a:off x="146520" y="4130640"/>
            <a:ext cx="473040" cy="47304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2" name="Google Shape;625;p25"/>
          <p:cNvSpPr/>
          <p:nvPr/>
        </p:nvSpPr>
        <p:spPr>
          <a:xfrm>
            <a:off x="7454880" y="179280"/>
            <a:ext cx="719640" cy="71964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1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248;p11"/>
          <p:cNvSpPr/>
          <p:nvPr/>
        </p:nvSpPr>
        <p:spPr>
          <a:xfrm>
            <a:off x="0" y="0"/>
            <a:ext cx="9143280" cy="5142960"/>
          </a:xfrm>
          <a:custGeom>
            <a:avLst/>
            <a:gdLst/>
            <a:ahLst/>
            <a:rect l="l" t="t" r="r" b="b"/>
            <a:pathLst>
              <a:path w="102541" h="56120">
                <a:moveTo>
                  <a:pt x="1" y="0"/>
                </a:moveTo>
                <a:lnTo>
                  <a:pt x="1" y="56120"/>
                </a:lnTo>
                <a:lnTo>
                  <a:pt x="99426" y="56120"/>
                </a:lnTo>
                <a:lnTo>
                  <a:pt x="95958" y="49536"/>
                </a:lnTo>
                <a:lnTo>
                  <a:pt x="102540" y="36723"/>
                </a:lnTo>
                <a:lnTo>
                  <a:pt x="94577" y="27362"/>
                </a:lnTo>
                <a:lnTo>
                  <a:pt x="101159" y="13858"/>
                </a:lnTo>
                <a:lnTo>
                  <a:pt x="89036" y="0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2" name="Google Shape;251;p11"/>
          <p:cNvSpPr/>
          <p:nvPr/>
        </p:nvSpPr>
        <p:spPr>
          <a:xfrm>
            <a:off x="8037360" y="962280"/>
            <a:ext cx="786600" cy="7866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3" name="Google Shape;252;p11"/>
          <p:cNvSpPr/>
          <p:nvPr/>
        </p:nvSpPr>
        <p:spPr>
          <a:xfrm>
            <a:off x="218160" y="3401280"/>
            <a:ext cx="1019160" cy="10191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64" name="Google Shape;253;p11"/>
          <p:cNvGrpSpPr/>
          <p:nvPr/>
        </p:nvGrpSpPr>
        <p:grpSpPr>
          <a:xfrm>
            <a:off x="369720" y="236520"/>
            <a:ext cx="1648080" cy="604800"/>
            <a:chOff x="369720" y="236520"/>
            <a:chExt cx="1648080" cy="604800"/>
          </a:xfrm>
        </p:grpSpPr>
        <p:sp>
          <p:nvSpPr>
            <p:cNvPr id="1165" name="Google Shape;254;p11"/>
            <p:cNvSpPr/>
            <p:nvPr/>
          </p:nvSpPr>
          <p:spPr>
            <a:xfrm rot="5400000">
              <a:off x="192492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6" name="Google Shape;255;p11"/>
            <p:cNvSpPr/>
            <p:nvPr/>
          </p:nvSpPr>
          <p:spPr>
            <a:xfrm rot="5400000">
              <a:off x="161424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7" name="Google Shape;256;p11"/>
            <p:cNvSpPr/>
            <p:nvPr/>
          </p:nvSpPr>
          <p:spPr>
            <a:xfrm rot="5400000">
              <a:off x="1303200" y="7488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8" name="Google Shape;257;p11"/>
            <p:cNvSpPr/>
            <p:nvPr/>
          </p:nvSpPr>
          <p:spPr>
            <a:xfrm rot="5400000">
              <a:off x="99216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9" name="Google Shape;258;p11"/>
            <p:cNvSpPr/>
            <p:nvPr/>
          </p:nvSpPr>
          <p:spPr>
            <a:xfrm rot="5400000">
              <a:off x="680400" y="74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0" name="Google Shape;259;p11"/>
            <p:cNvSpPr/>
            <p:nvPr/>
          </p:nvSpPr>
          <p:spPr>
            <a:xfrm rot="5400000">
              <a:off x="369720" y="748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1" name="Google Shape;260;p11"/>
            <p:cNvSpPr/>
            <p:nvPr/>
          </p:nvSpPr>
          <p:spPr>
            <a:xfrm rot="5400000">
              <a:off x="192492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2" name="Google Shape;261;p11"/>
            <p:cNvSpPr/>
            <p:nvPr/>
          </p:nvSpPr>
          <p:spPr>
            <a:xfrm rot="5400000">
              <a:off x="161424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3" name="Google Shape;262;p11"/>
            <p:cNvSpPr/>
            <p:nvPr/>
          </p:nvSpPr>
          <p:spPr>
            <a:xfrm rot="5400000">
              <a:off x="1303200" y="4928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4" name="Google Shape;263;p11"/>
            <p:cNvSpPr/>
            <p:nvPr/>
          </p:nvSpPr>
          <p:spPr>
            <a:xfrm rot="5400000">
              <a:off x="99216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5" name="Google Shape;264;p11"/>
            <p:cNvSpPr/>
            <p:nvPr/>
          </p:nvSpPr>
          <p:spPr>
            <a:xfrm rot="5400000">
              <a:off x="680400" y="4924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6" name="Google Shape;265;p11"/>
            <p:cNvSpPr/>
            <p:nvPr/>
          </p:nvSpPr>
          <p:spPr>
            <a:xfrm rot="5400000">
              <a:off x="369720" y="492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7" name="Google Shape;266;p11"/>
            <p:cNvSpPr/>
            <p:nvPr/>
          </p:nvSpPr>
          <p:spPr>
            <a:xfrm rot="5400000">
              <a:off x="192492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8" name="Google Shape;267;p11"/>
            <p:cNvSpPr/>
            <p:nvPr/>
          </p:nvSpPr>
          <p:spPr>
            <a:xfrm rot="5400000">
              <a:off x="161424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9" name="Google Shape;268;p11"/>
            <p:cNvSpPr/>
            <p:nvPr/>
          </p:nvSpPr>
          <p:spPr>
            <a:xfrm rot="5400000">
              <a:off x="1303200" y="236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0" name="Google Shape;269;p11"/>
            <p:cNvSpPr/>
            <p:nvPr/>
          </p:nvSpPr>
          <p:spPr>
            <a:xfrm rot="5400000">
              <a:off x="99216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1" name="Google Shape;270;p11"/>
            <p:cNvSpPr/>
            <p:nvPr/>
          </p:nvSpPr>
          <p:spPr>
            <a:xfrm rot="5400000">
              <a:off x="680400" y="236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2" name="Google Shape;271;p11"/>
            <p:cNvSpPr/>
            <p:nvPr/>
          </p:nvSpPr>
          <p:spPr>
            <a:xfrm rot="5400000">
              <a:off x="369720" y="236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83" name="Google Shape;272;p11"/>
          <p:cNvGrpSpPr/>
          <p:nvPr/>
        </p:nvGrpSpPr>
        <p:grpSpPr>
          <a:xfrm>
            <a:off x="6046920" y="4301280"/>
            <a:ext cx="1648080" cy="604800"/>
            <a:chOff x="6046920" y="4301280"/>
            <a:chExt cx="1648080" cy="604800"/>
          </a:xfrm>
        </p:grpSpPr>
        <p:sp>
          <p:nvSpPr>
            <p:cNvPr id="1184" name="Google Shape;273;p11"/>
            <p:cNvSpPr/>
            <p:nvPr/>
          </p:nvSpPr>
          <p:spPr>
            <a:xfrm rot="5400000">
              <a:off x="7602120" y="4813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5" name="Google Shape;274;p11"/>
            <p:cNvSpPr/>
            <p:nvPr/>
          </p:nvSpPr>
          <p:spPr>
            <a:xfrm rot="5400000">
              <a:off x="729144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6" name="Google Shape;275;p11"/>
            <p:cNvSpPr/>
            <p:nvPr/>
          </p:nvSpPr>
          <p:spPr>
            <a:xfrm rot="5400000">
              <a:off x="6980040" y="481356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7" name="Google Shape;276;p11"/>
            <p:cNvSpPr/>
            <p:nvPr/>
          </p:nvSpPr>
          <p:spPr>
            <a:xfrm rot="5400000">
              <a:off x="666900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8" name="Google Shape;277;p11"/>
            <p:cNvSpPr/>
            <p:nvPr/>
          </p:nvSpPr>
          <p:spPr>
            <a:xfrm rot="5400000">
              <a:off x="6357600" y="4813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9" name="Google Shape;278;p11"/>
            <p:cNvSpPr/>
            <p:nvPr/>
          </p:nvSpPr>
          <p:spPr>
            <a:xfrm rot="5400000">
              <a:off x="604692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0" name="Google Shape;279;p11"/>
            <p:cNvSpPr/>
            <p:nvPr/>
          </p:nvSpPr>
          <p:spPr>
            <a:xfrm rot="5400000">
              <a:off x="7602120" y="4557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1" name="Google Shape;280;p11"/>
            <p:cNvSpPr/>
            <p:nvPr/>
          </p:nvSpPr>
          <p:spPr>
            <a:xfrm rot="5400000">
              <a:off x="729144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2" name="Google Shape;281;p11"/>
            <p:cNvSpPr/>
            <p:nvPr/>
          </p:nvSpPr>
          <p:spPr>
            <a:xfrm rot="5400000">
              <a:off x="6980040" y="45576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3" name="Google Shape;282;p11"/>
            <p:cNvSpPr/>
            <p:nvPr/>
          </p:nvSpPr>
          <p:spPr>
            <a:xfrm rot="5400000">
              <a:off x="666900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4" name="Google Shape;283;p11"/>
            <p:cNvSpPr/>
            <p:nvPr/>
          </p:nvSpPr>
          <p:spPr>
            <a:xfrm rot="5400000">
              <a:off x="6357600" y="4557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5" name="Google Shape;284;p11"/>
            <p:cNvSpPr/>
            <p:nvPr/>
          </p:nvSpPr>
          <p:spPr>
            <a:xfrm rot="5400000">
              <a:off x="604692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6" name="Google Shape;285;p11"/>
            <p:cNvSpPr/>
            <p:nvPr/>
          </p:nvSpPr>
          <p:spPr>
            <a:xfrm rot="5400000">
              <a:off x="7602120" y="4301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7" name="Google Shape;286;p11"/>
            <p:cNvSpPr/>
            <p:nvPr/>
          </p:nvSpPr>
          <p:spPr>
            <a:xfrm rot="5400000">
              <a:off x="729144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8" name="Google Shape;287;p11"/>
            <p:cNvSpPr/>
            <p:nvPr/>
          </p:nvSpPr>
          <p:spPr>
            <a:xfrm rot="5400000">
              <a:off x="6980040" y="43016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9" name="Google Shape;288;p11"/>
            <p:cNvSpPr/>
            <p:nvPr/>
          </p:nvSpPr>
          <p:spPr>
            <a:xfrm rot="5400000">
              <a:off x="666900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0" name="Google Shape;289;p11"/>
            <p:cNvSpPr/>
            <p:nvPr/>
          </p:nvSpPr>
          <p:spPr>
            <a:xfrm rot="5400000">
              <a:off x="6357600" y="4301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1" name="Google Shape;290;p11"/>
            <p:cNvSpPr/>
            <p:nvPr/>
          </p:nvSpPr>
          <p:spPr>
            <a:xfrm rot="5400000">
              <a:off x="604692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02" name="Google Shape;291;p11"/>
          <p:cNvSpPr/>
          <p:nvPr/>
        </p:nvSpPr>
        <p:spPr>
          <a:xfrm>
            <a:off x="7464240" y="290880"/>
            <a:ext cx="496440" cy="49644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3" name="Google Shape;292;p11"/>
          <p:cNvSpPr/>
          <p:nvPr/>
        </p:nvSpPr>
        <p:spPr>
          <a:xfrm>
            <a:off x="1852560" y="4210560"/>
            <a:ext cx="786600" cy="7866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2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705;p29"/>
          <p:cNvSpPr/>
          <p:nvPr/>
        </p:nvSpPr>
        <p:spPr>
          <a:xfrm flipH="1">
            <a:off x="-720" y="0"/>
            <a:ext cx="9143280" cy="5142600"/>
          </a:xfrm>
          <a:custGeom>
            <a:avLst/>
            <a:gdLst/>
            <a:ahLst/>
            <a:rect l="l" t="t" r="r" b="b"/>
            <a:pathLst>
              <a:path w="101851" h="56121">
                <a:moveTo>
                  <a:pt x="0" y="0"/>
                </a:moveTo>
                <a:lnTo>
                  <a:pt x="0" y="56120"/>
                </a:lnTo>
                <a:lnTo>
                  <a:pt x="99425" y="56120"/>
                </a:lnTo>
                <a:lnTo>
                  <a:pt x="96310" y="43997"/>
                </a:lnTo>
                <a:lnTo>
                  <a:pt x="101850" y="20088"/>
                </a:lnTo>
                <a:lnTo>
                  <a:pt x="89036" y="0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3" name="Google Shape;712;p29"/>
          <p:cNvSpPr/>
          <p:nvPr/>
        </p:nvSpPr>
        <p:spPr>
          <a:xfrm>
            <a:off x="8008560" y="389880"/>
            <a:ext cx="844200" cy="8442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4" name="Google Shape;713;p29"/>
          <p:cNvSpPr/>
          <p:nvPr/>
        </p:nvSpPr>
        <p:spPr>
          <a:xfrm>
            <a:off x="1746720" y="-506160"/>
            <a:ext cx="962280" cy="9622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245" name="Google Shape;714;p29"/>
          <p:cNvGrpSpPr/>
          <p:nvPr/>
        </p:nvGrpSpPr>
        <p:grpSpPr>
          <a:xfrm>
            <a:off x="1256760" y="4302000"/>
            <a:ext cx="1648080" cy="604800"/>
            <a:chOff x="1256760" y="4302000"/>
            <a:chExt cx="1648080" cy="604800"/>
          </a:xfrm>
        </p:grpSpPr>
        <p:sp>
          <p:nvSpPr>
            <p:cNvPr id="1246" name="Google Shape;715;p29"/>
            <p:cNvSpPr/>
            <p:nvPr/>
          </p:nvSpPr>
          <p:spPr>
            <a:xfrm rot="16200000">
              <a:off x="1256400" y="43020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7" name="Google Shape;716;p29"/>
            <p:cNvSpPr/>
            <p:nvPr/>
          </p:nvSpPr>
          <p:spPr>
            <a:xfrm rot="16200000">
              <a:off x="1567440" y="4302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8" name="Google Shape;717;p29"/>
            <p:cNvSpPr/>
            <p:nvPr/>
          </p:nvSpPr>
          <p:spPr>
            <a:xfrm rot="16200000">
              <a:off x="1878480" y="430236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9" name="Google Shape;718;p29"/>
            <p:cNvSpPr/>
            <p:nvPr/>
          </p:nvSpPr>
          <p:spPr>
            <a:xfrm rot="16200000">
              <a:off x="2189520" y="4302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0" name="Google Shape;719;p29"/>
            <p:cNvSpPr/>
            <p:nvPr/>
          </p:nvSpPr>
          <p:spPr>
            <a:xfrm rot="16200000">
              <a:off x="2500560" y="43020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1" name="Google Shape;720;p29"/>
            <p:cNvSpPr/>
            <p:nvPr/>
          </p:nvSpPr>
          <p:spPr>
            <a:xfrm rot="16200000">
              <a:off x="2811960" y="4302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2" name="Google Shape;721;p29"/>
            <p:cNvSpPr/>
            <p:nvPr/>
          </p:nvSpPr>
          <p:spPr>
            <a:xfrm rot="16200000">
              <a:off x="1256400" y="45579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3" name="Google Shape;722;p29"/>
            <p:cNvSpPr/>
            <p:nvPr/>
          </p:nvSpPr>
          <p:spPr>
            <a:xfrm rot="16200000">
              <a:off x="1567440" y="45579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4" name="Google Shape;723;p29"/>
            <p:cNvSpPr/>
            <p:nvPr/>
          </p:nvSpPr>
          <p:spPr>
            <a:xfrm rot="16200000">
              <a:off x="1878480" y="45583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5" name="Google Shape;724;p29"/>
            <p:cNvSpPr/>
            <p:nvPr/>
          </p:nvSpPr>
          <p:spPr>
            <a:xfrm rot="16200000">
              <a:off x="2189520" y="45579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6" name="Google Shape;725;p29"/>
            <p:cNvSpPr/>
            <p:nvPr/>
          </p:nvSpPr>
          <p:spPr>
            <a:xfrm rot="16200000">
              <a:off x="2500560" y="45579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7" name="Google Shape;726;p29"/>
            <p:cNvSpPr/>
            <p:nvPr/>
          </p:nvSpPr>
          <p:spPr>
            <a:xfrm rot="16200000">
              <a:off x="2811960" y="45579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8" name="Google Shape;727;p29"/>
            <p:cNvSpPr/>
            <p:nvPr/>
          </p:nvSpPr>
          <p:spPr>
            <a:xfrm rot="16200000">
              <a:off x="1256400" y="48139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9" name="Google Shape;728;p29"/>
            <p:cNvSpPr/>
            <p:nvPr/>
          </p:nvSpPr>
          <p:spPr>
            <a:xfrm rot="16200000">
              <a:off x="1567440" y="48139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0" name="Google Shape;729;p29"/>
            <p:cNvSpPr/>
            <p:nvPr/>
          </p:nvSpPr>
          <p:spPr>
            <a:xfrm rot="16200000">
              <a:off x="1878480" y="48142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1" name="Google Shape;730;p29"/>
            <p:cNvSpPr/>
            <p:nvPr/>
          </p:nvSpPr>
          <p:spPr>
            <a:xfrm rot="16200000">
              <a:off x="2189520" y="48139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2" name="Google Shape;731;p29"/>
            <p:cNvSpPr/>
            <p:nvPr/>
          </p:nvSpPr>
          <p:spPr>
            <a:xfrm rot="16200000">
              <a:off x="2500560" y="48139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3" name="Google Shape;732;p29"/>
            <p:cNvSpPr/>
            <p:nvPr/>
          </p:nvSpPr>
          <p:spPr>
            <a:xfrm rot="16200000">
              <a:off x="2811960" y="48139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64" name="Google Shape;733;p29"/>
          <p:cNvGrpSpPr/>
          <p:nvPr/>
        </p:nvGrpSpPr>
        <p:grpSpPr>
          <a:xfrm>
            <a:off x="6063840" y="237600"/>
            <a:ext cx="1647720" cy="604800"/>
            <a:chOff x="6063840" y="237600"/>
            <a:chExt cx="1647720" cy="604800"/>
          </a:xfrm>
        </p:grpSpPr>
        <p:sp>
          <p:nvSpPr>
            <p:cNvPr id="1265" name="Google Shape;734;p29"/>
            <p:cNvSpPr/>
            <p:nvPr/>
          </p:nvSpPr>
          <p:spPr>
            <a:xfrm rot="16200000">
              <a:off x="6063480" y="2376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6" name="Google Shape;735;p29"/>
            <p:cNvSpPr/>
            <p:nvPr/>
          </p:nvSpPr>
          <p:spPr>
            <a:xfrm rot="16200000">
              <a:off x="6374520" y="2376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7" name="Google Shape;736;p29"/>
            <p:cNvSpPr/>
            <p:nvPr/>
          </p:nvSpPr>
          <p:spPr>
            <a:xfrm rot="16200000">
              <a:off x="6685560" y="23796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8" name="Google Shape;737;p29"/>
            <p:cNvSpPr/>
            <p:nvPr/>
          </p:nvSpPr>
          <p:spPr>
            <a:xfrm rot="16200000">
              <a:off x="6996600" y="2376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9" name="Google Shape;738;p29"/>
            <p:cNvSpPr/>
            <p:nvPr/>
          </p:nvSpPr>
          <p:spPr>
            <a:xfrm rot="16200000">
              <a:off x="7307640" y="2376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0" name="Google Shape;739;p29"/>
            <p:cNvSpPr/>
            <p:nvPr/>
          </p:nvSpPr>
          <p:spPr>
            <a:xfrm rot="16200000">
              <a:off x="7618680" y="2376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1" name="Google Shape;740;p29"/>
            <p:cNvSpPr/>
            <p:nvPr/>
          </p:nvSpPr>
          <p:spPr>
            <a:xfrm rot="16200000">
              <a:off x="6063480" y="4935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2" name="Google Shape;741;p29"/>
            <p:cNvSpPr/>
            <p:nvPr/>
          </p:nvSpPr>
          <p:spPr>
            <a:xfrm rot="16200000">
              <a:off x="6374520" y="4935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3" name="Google Shape;742;p29"/>
            <p:cNvSpPr/>
            <p:nvPr/>
          </p:nvSpPr>
          <p:spPr>
            <a:xfrm rot="16200000">
              <a:off x="6685560" y="4939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4" name="Google Shape;743;p29"/>
            <p:cNvSpPr/>
            <p:nvPr/>
          </p:nvSpPr>
          <p:spPr>
            <a:xfrm rot="16200000">
              <a:off x="6996600" y="4935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5" name="Google Shape;744;p29"/>
            <p:cNvSpPr/>
            <p:nvPr/>
          </p:nvSpPr>
          <p:spPr>
            <a:xfrm rot="16200000">
              <a:off x="7307640" y="4935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6" name="Google Shape;745;p29"/>
            <p:cNvSpPr/>
            <p:nvPr/>
          </p:nvSpPr>
          <p:spPr>
            <a:xfrm rot="16200000">
              <a:off x="7618680" y="4935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7" name="Google Shape;746;p29"/>
            <p:cNvSpPr/>
            <p:nvPr/>
          </p:nvSpPr>
          <p:spPr>
            <a:xfrm rot="16200000">
              <a:off x="6063480" y="749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8" name="Google Shape;747;p29"/>
            <p:cNvSpPr/>
            <p:nvPr/>
          </p:nvSpPr>
          <p:spPr>
            <a:xfrm rot="16200000">
              <a:off x="6374520" y="749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9" name="Google Shape;748;p29"/>
            <p:cNvSpPr/>
            <p:nvPr/>
          </p:nvSpPr>
          <p:spPr>
            <a:xfrm rot="16200000">
              <a:off x="6685560" y="749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0" name="Google Shape;749;p29"/>
            <p:cNvSpPr/>
            <p:nvPr/>
          </p:nvSpPr>
          <p:spPr>
            <a:xfrm rot="16200000">
              <a:off x="6996600" y="749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1" name="Google Shape;750;p29"/>
            <p:cNvSpPr/>
            <p:nvPr/>
          </p:nvSpPr>
          <p:spPr>
            <a:xfrm rot="16200000">
              <a:off x="7307640" y="7495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2" name="Google Shape;751;p29"/>
            <p:cNvSpPr/>
            <p:nvPr/>
          </p:nvSpPr>
          <p:spPr>
            <a:xfrm rot="16200000">
              <a:off x="7618680" y="7495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2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  <p:sldLayoutId id="2147483920" r:id="rId1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77;p8"/>
          <p:cNvSpPr/>
          <p:nvPr/>
        </p:nvSpPr>
        <p:spPr>
          <a:xfrm>
            <a:off x="0" y="0"/>
            <a:ext cx="9143280" cy="5142600"/>
          </a:xfrm>
          <a:custGeom>
            <a:avLst/>
            <a:gdLst/>
            <a:ahLst/>
            <a:rect l="l" t="t" r="r" b="b"/>
            <a:pathLst>
              <a:path w="100116" h="56121">
                <a:moveTo>
                  <a:pt x="0" y="1"/>
                </a:moveTo>
                <a:lnTo>
                  <a:pt x="0" y="56121"/>
                </a:lnTo>
                <a:lnTo>
                  <a:pt x="94576" y="56121"/>
                </a:lnTo>
                <a:lnTo>
                  <a:pt x="100115" y="19398"/>
                </a:lnTo>
                <a:lnTo>
                  <a:pt x="89036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2" name="Google Shape;179;p8"/>
          <p:cNvSpPr/>
          <p:nvPr/>
        </p:nvSpPr>
        <p:spPr>
          <a:xfrm>
            <a:off x="7668360" y="4286520"/>
            <a:ext cx="634680" cy="6346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3" name="Google Shape;180;p8"/>
          <p:cNvSpPr/>
          <p:nvPr/>
        </p:nvSpPr>
        <p:spPr>
          <a:xfrm>
            <a:off x="218160" y="260280"/>
            <a:ext cx="1019160" cy="10191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324" name="Google Shape;181;p8"/>
          <p:cNvGrpSpPr/>
          <p:nvPr/>
        </p:nvGrpSpPr>
        <p:grpSpPr>
          <a:xfrm>
            <a:off x="425160" y="3335040"/>
            <a:ext cx="604800" cy="1648080"/>
            <a:chOff x="425160" y="3335040"/>
            <a:chExt cx="604800" cy="1648080"/>
          </a:xfrm>
        </p:grpSpPr>
        <p:sp>
          <p:nvSpPr>
            <p:cNvPr id="1325" name="Google Shape;182;p8"/>
            <p:cNvSpPr/>
            <p:nvPr/>
          </p:nvSpPr>
          <p:spPr>
            <a:xfrm>
              <a:off x="937080" y="33350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6" name="Google Shape;183;p8"/>
            <p:cNvSpPr/>
            <p:nvPr/>
          </p:nvSpPr>
          <p:spPr>
            <a:xfrm>
              <a:off x="937080" y="36457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7" name="Google Shape;184;p8"/>
            <p:cNvSpPr/>
            <p:nvPr/>
          </p:nvSpPr>
          <p:spPr>
            <a:xfrm>
              <a:off x="937080" y="39571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8" name="Google Shape;185;p8"/>
            <p:cNvSpPr/>
            <p:nvPr/>
          </p:nvSpPr>
          <p:spPr>
            <a:xfrm>
              <a:off x="937080" y="42678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9" name="Google Shape;186;p8"/>
            <p:cNvSpPr/>
            <p:nvPr/>
          </p:nvSpPr>
          <p:spPr>
            <a:xfrm>
              <a:off x="937080" y="4579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0" name="Google Shape;187;p8"/>
            <p:cNvSpPr/>
            <p:nvPr/>
          </p:nvSpPr>
          <p:spPr>
            <a:xfrm>
              <a:off x="937080" y="4890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1" name="Google Shape;188;p8"/>
            <p:cNvSpPr/>
            <p:nvPr/>
          </p:nvSpPr>
          <p:spPr>
            <a:xfrm>
              <a:off x="681120" y="33350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2" name="Google Shape;189;p8"/>
            <p:cNvSpPr/>
            <p:nvPr/>
          </p:nvSpPr>
          <p:spPr>
            <a:xfrm>
              <a:off x="681120" y="36457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3" name="Google Shape;190;p8"/>
            <p:cNvSpPr/>
            <p:nvPr/>
          </p:nvSpPr>
          <p:spPr>
            <a:xfrm>
              <a:off x="681120" y="39571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4" name="Google Shape;191;p8"/>
            <p:cNvSpPr/>
            <p:nvPr/>
          </p:nvSpPr>
          <p:spPr>
            <a:xfrm>
              <a:off x="681120" y="42678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5" name="Google Shape;192;p8"/>
            <p:cNvSpPr/>
            <p:nvPr/>
          </p:nvSpPr>
          <p:spPr>
            <a:xfrm>
              <a:off x="681120" y="4579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6" name="Google Shape;193;p8"/>
            <p:cNvSpPr/>
            <p:nvPr/>
          </p:nvSpPr>
          <p:spPr>
            <a:xfrm>
              <a:off x="681120" y="4890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7" name="Google Shape;194;p8"/>
            <p:cNvSpPr/>
            <p:nvPr/>
          </p:nvSpPr>
          <p:spPr>
            <a:xfrm>
              <a:off x="425160" y="33350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8" name="Google Shape;195;p8"/>
            <p:cNvSpPr/>
            <p:nvPr/>
          </p:nvSpPr>
          <p:spPr>
            <a:xfrm>
              <a:off x="425160" y="36457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9" name="Google Shape;196;p8"/>
            <p:cNvSpPr/>
            <p:nvPr/>
          </p:nvSpPr>
          <p:spPr>
            <a:xfrm>
              <a:off x="425160" y="39571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0" name="Google Shape;197;p8"/>
            <p:cNvSpPr/>
            <p:nvPr/>
          </p:nvSpPr>
          <p:spPr>
            <a:xfrm>
              <a:off x="425160" y="42678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1" name="Google Shape;198;p8"/>
            <p:cNvSpPr/>
            <p:nvPr/>
          </p:nvSpPr>
          <p:spPr>
            <a:xfrm>
              <a:off x="425160" y="4579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2" name="Google Shape;199;p8"/>
            <p:cNvSpPr/>
            <p:nvPr/>
          </p:nvSpPr>
          <p:spPr>
            <a:xfrm>
              <a:off x="425160" y="4890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3" name="Google Shape;200;p8"/>
          <p:cNvSpPr/>
          <p:nvPr/>
        </p:nvSpPr>
        <p:spPr>
          <a:xfrm>
            <a:off x="8113320" y="1570320"/>
            <a:ext cx="634680" cy="6346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3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2" r:id="rId12"/>
    <p:sldLayoutId id="2147483933" r:id="rId1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680;p28"/>
          <p:cNvSpPr/>
          <p:nvPr/>
        </p:nvSpPr>
        <p:spPr>
          <a:xfrm rot="10800000">
            <a:off x="720" y="0"/>
            <a:ext cx="9143280" cy="5142600"/>
          </a:xfrm>
          <a:custGeom>
            <a:avLst/>
            <a:gdLst/>
            <a:ahLst/>
            <a:rect l="l" t="t" r="r" b="b"/>
            <a:pathLst>
              <a:path w="101851" h="56121">
                <a:moveTo>
                  <a:pt x="0" y="0"/>
                </a:moveTo>
                <a:lnTo>
                  <a:pt x="0" y="56120"/>
                </a:lnTo>
                <a:lnTo>
                  <a:pt x="99425" y="56120"/>
                </a:lnTo>
                <a:lnTo>
                  <a:pt x="96310" y="43997"/>
                </a:lnTo>
                <a:lnTo>
                  <a:pt x="101850" y="20088"/>
                </a:lnTo>
                <a:lnTo>
                  <a:pt x="89036" y="0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3" name="Google Shape;694;p28"/>
          <p:cNvSpPr/>
          <p:nvPr/>
        </p:nvSpPr>
        <p:spPr>
          <a:xfrm>
            <a:off x="7983000" y="4340160"/>
            <a:ext cx="527040" cy="52704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4" name="Google Shape;695;p28"/>
          <p:cNvSpPr/>
          <p:nvPr/>
        </p:nvSpPr>
        <p:spPr>
          <a:xfrm>
            <a:off x="708480" y="306000"/>
            <a:ext cx="465840" cy="46584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5" name="Google Shape;696;p28"/>
          <p:cNvSpPr/>
          <p:nvPr/>
        </p:nvSpPr>
        <p:spPr>
          <a:xfrm>
            <a:off x="313200" y="2873160"/>
            <a:ext cx="799200" cy="7992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6" name="Google Shape;697;p28"/>
          <p:cNvSpPr/>
          <p:nvPr/>
        </p:nvSpPr>
        <p:spPr>
          <a:xfrm>
            <a:off x="8030880" y="1111680"/>
            <a:ext cx="799200" cy="7992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it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38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di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4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  <p:sldLayoutId id="2147483959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522;p22"/>
          <p:cNvSpPr/>
          <p:nvPr/>
        </p:nvSpPr>
        <p:spPr>
          <a:xfrm>
            <a:off x="0" y="0"/>
            <a:ext cx="4627800" cy="5142600"/>
          </a:xfrm>
          <a:custGeom>
            <a:avLst/>
            <a:gdLst/>
            <a:ahLst/>
            <a:rect l="l" t="t" r="r" b="b"/>
            <a:pathLst>
              <a:path w="96050" h="56121">
                <a:moveTo>
                  <a:pt x="1" y="0"/>
                </a:moveTo>
                <a:lnTo>
                  <a:pt x="1" y="56120"/>
                </a:lnTo>
                <a:lnTo>
                  <a:pt x="94561" y="56120"/>
                </a:lnTo>
                <a:lnTo>
                  <a:pt x="86842" y="39807"/>
                </a:lnTo>
                <a:lnTo>
                  <a:pt x="96050" y="0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4" name="Google Shape;523;p22"/>
          <p:cNvSpPr/>
          <p:nvPr/>
        </p:nvSpPr>
        <p:spPr>
          <a:xfrm flipH="1">
            <a:off x="3545280" y="4388400"/>
            <a:ext cx="430560" cy="4305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5" name="Google Shape;524;p22"/>
          <p:cNvSpPr/>
          <p:nvPr/>
        </p:nvSpPr>
        <p:spPr>
          <a:xfrm flipH="1">
            <a:off x="180360" y="394200"/>
            <a:ext cx="430560" cy="4305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6" name="Google Shape;525;p22"/>
          <p:cNvSpPr/>
          <p:nvPr/>
        </p:nvSpPr>
        <p:spPr>
          <a:xfrm flipH="1">
            <a:off x="122760" y="3937680"/>
            <a:ext cx="844200" cy="8442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467" name="Google Shape;526;p22"/>
          <p:cNvGrpSpPr/>
          <p:nvPr/>
        </p:nvGrpSpPr>
        <p:grpSpPr>
          <a:xfrm>
            <a:off x="2547000" y="236880"/>
            <a:ext cx="1648080" cy="604800"/>
            <a:chOff x="2547000" y="236880"/>
            <a:chExt cx="1648080" cy="604800"/>
          </a:xfrm>
        </p:grpSpPr>
        <p:sp>
          <p:nvSpPr>
            <p:cNvPr id="1468" name="Google Shape;527;p22"/>
            <p:cNvSpPr/>
            <p:nvPr/>
          </p:nvSpPr>
          <p:spPr>
            <a:xfrm flipV="1" rot="5400000">
              <a:off x="2546640" y="7488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69" name="Google Shape;528;p22"/>
            <p:cNvSpPr/>
            <p:nvPr/>
          </p:nvSpPr>
          <p:spPr>
            <a:xfrm flipV="1" rot="5400000">
              <a:off x="2857680" y="7488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0" name="Google Shape;529;p22"/>
            <p:cNvSpPr/>
            <p:nvPr/>
          </p:nvSpPr>
          <p:spPr>
            <a:xfrm flipV="1" rot="5400000">
              <a:off x="3168720" y="74916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1" name="Google Shape;530;p22"/>
            <p:cNvSpPr/>
            <p:nvPr/>
          </p:nvSpPr>
          <p:spPr>
            <a:xfrm flipV="1" rot="5400000">
              <a:off x="3479760" y="7488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2" name="Google Shape;531;p22"/>
            <p:cNvSpPr/>
            <p:nvPr/>
          </p:nvSpPr>
          <p:spPr>
            <a:xfrm flipV="1" rot="5400000">
              <a:off x="3790800" y="7488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3" name="Google Shape;532;p22"/>
            <p:cNvSpPr/>
            <p:nvPr/>
          </p:nvSpPr>
          <p:spPr>
            <a:xfrm flipV="1" rot="5400000">
              <a:off x="4102200" y="7488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4" name="Google Shape;533;p22"/>
            <p:cNvSpPr/>
            <p:nvPr/>
          </p:nvSpPr>
          <p:spPr>
            <a:xfrm flipV="1" rot="5400000">
              <a:off x="2546640" y="4928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5" name="Google Shape;534;p22"/>
            <p:cNvSpPr/>
            <p:nvPr/>
          </p:nvSpPr>
          <p:spPr>
            <a:xfrm flipV="1" rot="5400000">
              <a:off x="2857680" y="4928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6" name="Google Shape;535;p22"/>
            <p:cNvSpPr/>
            <p:nvPr/>
          </p:nvSpPr>
          <p:spPr>
            <a:xfrm flipV="1" rot="5400000">
              <a:off x="3168720" y="4932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7" name="Google Shape;536;p22"/>
            <p:cNvSpPr/>
            <p:nvPr/>
          </p:nvSpPr>
          <p:spPr>
            <a:xfrm flipV="1" rot="5400000">
              <a:off x="3479760" y="4928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8" name="Google Shape;537;p22"/>
            <p:cNvSpPr/>
            <p:nvPr/>
          </p:nvSpPr>
          <p:spPr>
            <a:xfrm flipV="1" rot="5400000">
              <a:off x="3790800" y="4928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9" name="Google Shape;538;p22"/>
            <p:cNvSpPr/>
            <p:nvPr/>
          </p:nvSpPr>
          <p:spPr>
            <a:xfrm flipV="1" rot="5400000">
              <a:off x="4102200" y="4928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0" name="Google Shape;539;p22"/>
            <p:cNvSpPr/>
            <p:nvPr/>
          </p:nvSpPr>
          <p:spPr>
            <a:xfrm flipV="1" rot="5400000">
              <a:off x="2546640" y="2368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1" name="Google Shape;540;p22"/>
            <p:cNvSpPr/>
            <p:nvPr/>
          </p:nvSpPr>
          <p:spPr>
            <a:xfrm flipV="1" rot="5400000">
              <a:off x="2857680" y="2368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2" name="Google Shape;541;p22"/>
            <p:cNvSpPr/>
            <p:nvPr/>
          </p:nvSpPr>
          <p:spPr>
            <a:xfrm flipV="1" rot="5400000">
              <a:off x="3168720" y="2372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3" name="Google Shape;542;p22"/>
            <p:cNvSpPr/>
            <p:nvPr/>
          </p:nvSpPr>
          <p:spPr>
            <a:xfrm flipV="1" rot="5400000">
              <a:off x="3479760" y="2368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4" name="Google Shape;543;p22"/>
            <p:cNvSpPr/>
            <p:nvPr/>
          </p:nvSpPr>
          <p:spPr>
            <a:xfrm flipV="1" rot="5400000">
              <a:off x="3790800" y="2368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5" name="Google Shape;544;p22"/>
            <p:cNvSpPr/>
            <p:nvPr/>
          </p:nvSpPr>
          <p:spPr>
            <a:xfrm flipV="1" rot="5400000">
              <a:off x="4102200" y="2368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di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4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  <p:sldLayoutId id="2147483971" r:id="rId12"/>
    <p:sldLayoutId id="2147483972" r:id="rId1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755;p30"/>
          <p:cNvSpPr/>
          <p:nvPr/>
        </p:nvSpPr>
        <p:spPr>
          <a:xfrm>
            <a:off x="0" y="0"/>
            <a:ext cx="8832240" cy="5142600"/>
          </a:xfrm>
          <a:custGeom>
            <a:avLst/>
            <a:gdLst/>
            <a:ahLst/>
            <a:rect l="l" t="t" r="r" b="b"/>
            <a:pathLst>
              <a:path w="100116" h="56121">
                <a:moveTo>
                  <a:pt x="0" y="1"/>
                </a:moveTo>
                <a:lnTo>
                  <a:pt x="0" y="56121"/>
                </a:lnTo>
                <a:lnTo>
                  <a:pt x="94576" y="56121"/>
                </a:lnTo>
                <a:lnTo>
                  <a:pt x="100115" y="19398"/>
                </a:lnTo>
                <a:lnTo>
                  <a:pt x="89036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5" name="Google Shape;758;p30"/>
          <p:cNvSpPr/>
          <p:nvPr/>
        </p:nvSpPr>
        <p:spPr>
          <a:xfrm>
            <a:off x="2550600" y="3917880"/>
            <a:ext cx="40420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434343"/>
                </a:solidFill>
                <a:latin typeface="Open Sans"/>
                <a:ea typeface="Open Sans"/>
              </a:rPr>
              <a:t>CREDITS: This presentation template was created by </a:t>
            </a:r>
            <a:r>
              <a:rPr b="1" lang="en" sz="1000" spc="-1" strike="noStrike" u="sng">
                <a:solidFill>
                  <a:srgbClr val="434343"/>
                </a:solidFill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b="0" lang="en" sz="1000" spc="-1" strike="noStrike">
                <a:solidFill>
                  <a:srgbClr val="434343"/>
                </a:solidFill>
                <a:latin typeface="Open Sans"/>
                <a:ea typeface="Open Sans"/>
              </a:rPr>
              <a:t>, including icons by </a:t>
            </a:r>
            <a:r>
              <a:rPr b="1" lang="en" sz="1000" spc="-1" strike="noStrike" u="sng">
                <a:solidFill>
                  <a:srgbClr val="434343"/>
                </a:solidFill>
                <a:uFillTx/>
                <a:latin typeface="Open Sans"/>
                <a:ea typeface="Open Sans"/>
                <a:hlinkClick r:id="rId3"/>
              </a:rPr>
              <a:t>Flaticon</a:t>
            </a:r>
            <a:r>
              <a:rPr b="0" lang="en" sz="1000" spc="-1" strike="noStrike">
                <a:solidFill>
                  <a:srgbClr val="434343"/>
                </a:solidFill>
                <a:latin typeface="Open Sans"/>
                <a:ea typeface="Open Sans"/>
              </a:rPr>
              <a:t> and infographics &amp; images by </a:t>
            </a:r>
            <a:r>
              <a:rPr b="1" lang="en" sz="1000" spc="-1" strike="noStrike" u="sng">
                <a:solidFill>
                  <a:srgbClr val="434343"/>
                </a:solidFill>
                <a:uFillTx/>
                <a:latin typeface="Open Sans"/>
                <a:ea typeface="Open Sans"/>
                <a:hlinkClick r:id="rId4"/>
              </a:rPr>
              <a:t>Freepik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526" name="Google Shape;759;p30"/>
          <p:cNvSpPr/>
          <p:nvPr/>
        </p:nvSpPr>
        <p:spPr>
          <a:xfrm>
            <a:off x="231480" y="755640"/>
            <a:ext cx="962280" cy="9622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527" name="Google Shape;760;p30"/>
          <p:cNvGrpSpPr/>
          <p:nvPr/>
        </p:nvGrpSpPr>
        <p:grpSpPr>
          <a:xfrm>
            <a:off x="410400" y="2955240"/>
            <a:ext cx="604800" cy="1648080"/>
            <a:chOff x="410400" y="2955240"/>
            <a:chExt cx="604800" cy="1648080"/>
          </a:xfrm>
        </p:grpSpPr>
        <p:sp>
          <p:nvSpPr>
            <p:cNvPr id="1528" name="Google Shape;761;p30"/>
            <p:cNvSpPr/>
            <p:nvPr/>
          </p:nvSpPr>
          <p:spPr>
            <a:xfrm>
              <a:off x="922320" y="2955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9" name="Google Shape;762;p30"/>
            <p:cNvSpPr/>
            <p:nvPr/>
          </p:nvSpPr>
          <p:spPr>
            <a:xfrm>
              <a:off x="922320" y="32659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0" name="Google Shape;763;p30"/>
            <p:cNvSpPr/>
            <p:nvPr/>
          </p:nvSpPr>
          <p:spPr>
            <a:xfrm>
              <a:off x="922320" y="35773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1" name="Google Shape;764;p30"/>
            <p:cNvSpPr/>
            <p:nvPr/>
          </p:nvSpPr>
          <p:spPr>
            <a:xfrm>
              <a:off x="922320" y="3888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2" name="Google Shape;765;p30"/>
            <p:cNvSpPr/>
            <p:nvPr/>
          </p:nvSpPr>
          <p:spPr>
            <a:xfrm>
              <a:off x="922320" y="41994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3" name="Google Shape;766;p30"/>
            <p:cNvSpPr/>
            <p:nvPr/>
          </p:nvSpPr>
          <p:spPr>
            <a:xfrm>
              <a:off x="922320" y="4510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4" name="Google Shape;767;p30"/>
            <p:cNvSpPr/>
            <p:nvPr/>
          </p:nvSpPr>
          <p:spPr>
            <a:xfrm>
              <a:off x="666360" y="2955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5" name="Google Shape;768;p30"/>
            <p:cNvSpPr/>
            <p:nvPr/>
          </p:nvSpPr>
          <p:spPr>
            <a:xfrm>
              <a:off x="666360" y="32659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6" name="Google Shape;769;p30"/>
            <p:cNvSpPr/>
            <p:nvPr/>
          </p:nvSpPr>
          <p:spPr>
            <a:xfrm>
              <a:off x="666360" y="35773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7" name="Google Shape;770;p30"/>
            <p:cNvSpPr/>
            <p:nvPr/>
          </p:nvSpPr>
          <p:spPr>
            <a:xfrm>
              <a:off x="666360" y="3888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8" name="Google Shape;771;p30"/>
            <p:cNvSpPr/>
            <p:nvPr/>
          </p:nvSpPr>
          <p:spPr>
            <a:xfrm>
              <a:off x="666360" y="41994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9" name="Google Shape;772;p30"/>
            <p:cNvSpPr/>
            <p:nvPr/>
          </p:nvSpPr>
          <p:spPr>
            <a:xfrm>
              <a:off x="666360" y="4510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0" name="Google Shape;773;p30"/>
            <p:cNvSpPr/>
            <p:nvPr/>
          </p:nvSpPr>
          <p:spPr>
            <a:xfrm>
              <a:off x="410400" y="2955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1" name="Google Shape;774;p30"/>
            <p:cNvSpPr/>
            <p:nvPr/>
          </p:nvSpPr>
          <p:spPr>
            <a:xfrm>
              <a:off x="410400" y="32659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2" name="Google Shape;775;p30"/>
            <p:cNvSpPr/>
            <p:nvPr/>
          </p:nvSpPr>
          <p:spPr>
            <a:xfrm>
              <a:off x="410400" y="35773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3" name="Google Shape;776;p30"/>
            <p:cNvSpPr/>
            <p:nvPr/>
          </p:nvSpPr>
          <p:spPr>
            <a:xfrm>
              <a:off x="410400" y="3888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4" name="Google Shape;777;p30"/>
            <p:cNvSpPr/>
            <p:nvPr/>
          </p:nvSpPr>
          <p:spPr>
            <a:xfrm>
              <a:off x="410400" y="41994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5" name="Google Shape;778;p30"/>
            <p:cNvSpPr/>
            <p:nvPr/>
          </p:nvSpPr>
          <p:spPr>
            <a:xfrm>
              <a:off x="410400" y="45104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di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5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484;p19"/>
          <p:cNvSpPr/>
          <p:nvPr/>
        </p:nvSpPr>
        <p:spPr>
          <a:xfrm flipH="1" rot="10800000">
            <a:off x="-726840" y="720"/>
            <a:ext cx="5891760" cy="5142600"/>
          </a:xfrm>
          <a:custGeom>
            <a:avLst/>
            <a:gdLst/>
            <a:ahLst/>
            <a:rect l="l" t="t" r="r" b="b"/>
            <a:pathLst>
              <a:path w="103553" h="56121">
                <a:moveTo>
                  <a:pt x="0" y="1"/>
                </a:moveTo>
                <a:lnTo>
                  <a:pt x="0" y="56121"/>
                </a:lnTo>
                <a:lnTo>
                  <a:pt x="94560" y="56121"/>
                </a:lnTo>
                <a:lnTo>
                  <a:pt x="103552" y="42877"/>
                </a:lnTo>
                <a:lnTo>
                  <a:pt x="92289" y="23787"/>
                </a:lnTo>
                <a:lnTo>
                  <a:pt x="96049" y="1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8106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5" name="Google Shape;485;p19"/>
          <p:cNvSpPr/>
          <p:nvPr/>
        </p:nvSpPr>
        <p:spPr>
          <a:xfrm>
            <a:off x="251280" y="4271400"/>
            <a:ext cx="664200" cy="6642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di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5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8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  <p:sldLayoutId id="2147483997" r:id="rId12"/>
    <p:sldLayoutId id="2147483998" r:id="rId13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548;p23"/>
          <p:cNvSpPr/>
          <p:nvPr/>
        </p:nvSpPr>
        <p:spPr>
          <a:xfrm>
            <a:off x="0" y="0"/>
            <a:ext cx="9143280" cy="5142600"/>
          </a:xfrm>
          <a:custGeom>
            <a:avLst/>
            <a:gdLst/>
            <a:ahLst/>
            <a:rect l="l" t="t" r="r" b="b"/>
            <a:pathLst>
              <a:path w="96050" h="56121">
                <a:moveTo>
                  <a:pt x="1" y="0"/>
                </a:moveTo>
                <a:lnTo>
                  <a:pt x="1" y="56120"/>
                </a:lnTo>
                <a:lnTo>
                  <a:pt x="94561" y="56120"/>
                </a:lnTo>
                <a:lnTo>
                  <a:pt x="86842" y="39807"/>
                </a:lnTo>
                <a:lnTo>
                  <a:pt x="96050" y="0"/>
                </a:lnTo>
                <a:close/>
              </a:path>
            </a:pathLst>
          </a:custGeom>
          <a:gradFill rotWithShape="0">
            <a:gsLst>
              <a:gs pos="0">
                <a:srgbClr val="f3e83c"/>
              </a:gs>
              <a:gs pos="100000">
                <a:srgbClr val="efc63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5" name="Google Shape;552;p23"/>
          <p:cNvSpPr/>
          <p:nvPr/>
        </p:nvSpPr>
        <p:spPr>
          <a:xfrm flipH="1">
            <a:off x="290160" y="117000"/>
            <a:ext cx="844200" cy="8442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626" name="Google Shape;553;p23"/>
          <p:cNvGrpSpPr/>
          <p:nvPr/>
        </p:nvGrpSpPr>
        <p:grpSpPr>
          <a:xfrm>
            <a:off x="6086880" y="4301280"/>
            <a:ext cx="1648080" cy="604800"/>
            <a:chOff x="6086880" y="4301280"/>
            <a:chExt cx="1648080" cy="604800"/>
          </a:xfrm>
        </p:grpSpPr>
        <p:sp>
          <p:nvSpPr>
            <p:cNvPr id="1627" name="Google Shape;554;p23"/>
            <p:cNvSpPr/>
            <p:nvPr/>
          </p:nvSpPr>
          <p:spPr>
            <a:xfrm flipV="1" rot="5400000">
              <a:off x="6086520" y="4813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8" name="Google Shape;555;p23"/>
            <p:cNvSpPr/>
            <p:nvPr/>
          </p:nvSpPr>
          <p:spPr>
            <a:xfrm flipV="1" rot="5400000">
              <a:off x="639756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9" name="Google Shape;556;p23"/>
            <p:cNvSpPr/>
            <p:nvPr/>
          </p:nvSpPr>
          <p:spPr>
            <a:xfrm flipV="1" rot="5400000">
              <a:off x="6708600" y="481356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0" name="Google Shape;557;p23"/>
            <p:cNvSpPr/>
            <p:nvPr/>
          </p:nvSpPr>
          <p:spPr>
            <a:xfrm flipV="1" rot="5400000">
              <a:off x="701964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1" name="Google Shape;558;p23"/>
            <p:cNvSpPr/>
            <p:nvPr/>
          </p:nvSpPr>
          <p:spPr>
            <a:xfrm flipV="1" rot="5400000">
              <a:off x="7330680" y="481320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2" name="Google Shape;559;p23"/>
            <p:cNvSpPr/>
            <p:nvPr/>
          </p:nvSpPr>
          <p:spPr>
            <a:xfrm flipV="1" rot="5400000">
              <a:off x="7642080" y="48132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3" name="Google Shape;560;p23"/>
            <p:cNvSpPr/>
            <p:nvPr/>
          </p:nvSpPr>
          <p:spPr>
            <a:xfrm flipV="1" rot="5400000">
              <a:off x="6086520" y="4557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4" name="Google Shape;561;p23"/>
            <p:cNvSpPr/>
            <p:nvPr/>
          </p:nvSpPr>
          <p:spPr>
            <a:xfrm flipV="1" rot="5400000">
              <a:off x="639756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5" name="Google Shape;562;p23"/>
            <p:cNvSpPr/>
            <p:nvPr/>
          </p:nvSpPr>
          <p:spPr>
            <a:xfrm flipV="1" rot="5400000">
              <a:off x="6708600" y="45576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6" name="Google Shape;563;p23"/>
            <p:cNvSpPr/>
            <p:nvPr/>
          </p:nvSpPr>
          <p:spPr>
            <a:xfrm flipV="1" rot="5400000">
              <a:off x="701964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7" name="Google Shape;564;p23"/>
            <p:cNvSpPr/>
            <p:nvPr/>
          </p:nvSpPr>
          <p:spPr>
            <a:xfrm flipV="1" rot="5400000">
              <a:off x="7330680" y="45572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8" name="Google Shape;565;p23"/>
            <p:cNvSpPr/>
            <p:nvPr/>
          </p:nvSpPr>
          <p:spPr>
            <a:xfrm flipV="1" rot="5400000">
              <a:off x="7642080" y="45572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9" name="Google Shape;566;p23"/>
            <p:cNvSpPr/>
            <p:nvPr/>
          </p:nvSpPr>
          <p:spPr>
            <a:xfrm flipV="1" rot="5400000">
              <a:off x="6086520" y="4301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0" name="Google Shape;567;p23"/>
            <p:cNvSpPr/>
            <p:nvPr/>
          </p:nvSpPr>
          <p:spPr>
            <a:xfrm flipV="1" rot="5400000">
              <a:off x="639756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1" name="Google Shape;568;p23"/>
            <p:cNvSpPr/>
            <p:nvPr/>
          </p:nvSpPr>
          <p:spPr>
            <a:xfrm flipV="1" rot="5400000">
              <a:off x="6708600" y="43016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2" name="Google Shape;569;p23"/>
            <p:cNvSpPr/>
            <p:nvPr/>
          </p:nvSpPr>
          <p:spPr>
            <a:xfrm flipV="1" rot="5400000">
              <a:off x="701964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3" name="Google Shape;570;p23"/>
            <p:cNvSpPr/>
            <p:nvPr/>
          </p:nvSpPr>
          <p:spPr>
            <a:xfrm flipV="1" rot="5400000">
              <a:off x="7330680" y="43012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4" name="Google Shape;571;p23"/>
            <p:cNvSpPr/>
            <p:nvPr/>
          </p:nvSpPr>
          <p:spPr>
            <a:xfrm flipV="1" rot="5400000">
              <a:off x="7642080" y="43012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645" name="Google Shape;572;p23"/>
          <p:cNvSpPr/>
          <p:nvPr/>
        </p:nvSpPr>
        <p:spPr>
          <a:xfrm flipH="1">
            <a:off x="474120" y="4365720"/>
            <a:ext cx="475920" cy="47592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di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6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  <p:sldLayoutId id="2147484011" r:id="rId13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li</a:t>
            </a:r>
            <a:r>
              <a:rPr b="0" lang="pt-BR" sz="4400" spc="-1" strike="noStrike">
                <a:latin typeface="Arial"/>
              </a:rPr>
              <a:t>q</a:t>
            </a:r>
            <a:r>
              <a:rPr b="0" lang="pt-BR" sz="4400" spc="-1" strike="noStrike">
                <a:latin typeface="Arial"/>
              </a:rPr>
              <a:t>u</a:t>
            </a:r>
            <a:r>
              <a:rPr b="0" lang="pt-BR" sz="4400" spc="-1" strike="noStrike">
                <a:latin typeface="Arial"/>
              </a:rPr>
              <a:t>e </a:t>
            </a:r>
            <a:r>
              <a:rPr b="0" lang="pt-BR" sz="4400" spc="-1" strike="noStrike">
                <a:latin typeface="Arial"/>
              </a:rPr>
              <a:t>p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a 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di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r 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f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r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a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xt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o </a:t>
            </a:r>
            <a:r>
              <a:rPr b="0" lang="pt-BR" sz="4400" spc="-1" strike="noStrike">
                <a:latin typeface="Arial"/>
              </a:rPr>
              <a:t>tí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ul</a:t>
            </a:r>
            <a:r>
              <a:rPr b="0" lang="pt-BR" sz="4400" spc="-1" strike="noStrike">
                <a:latin typeface="Arial"/>
              </a:rPr>
              <a:t>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6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8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8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4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6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6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6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4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9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PlaceHolder 1"/>
          <p:cNvSpPr>
            <a:spLocks noGrp="1"/>
          </p:cNvSpPr>
          <p:nvPr>
            <p:ph type="title"/>
          </p:nvPr>
        </p:nvSpPr>
        <p:spPr>
          <a:xfrm>
            <a:off x="718920" y="1156680"/>
            <a:ext cx="4834440" cy="1722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M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at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ri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z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e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s 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e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n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er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g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ét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ic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a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s 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br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a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si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le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ir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a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s: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pr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o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d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u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ç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ã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o, 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d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e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m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a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n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d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a, 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c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u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st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o 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e 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c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o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n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s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u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m</a:t>
            </a:r>
            <a:r>
              <a:rPr b="1" lang="en" sz="2800" spc="-1" strike="noStrike">
                <a:solidFill>
                  <a:srgbClr val="434343"/>
                </a:solidFill>
                <a:latin typeface="Lexend Deca"/>
                <a:ea typeface="Lexend Deca"/>
              </a:rPr>
              <a:t>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1723" name="PlaceHolder 2"/>
          <p:cNvSpPr>
            <a:spLocks noGrp="1"/>
          </p:cNvSpPr>
          <p:nvPr>
            <p:ph type="subTitle"/>
          </p:nvPr>
        </p:nvSpPr>
        <p:spPr>
          <a:xfrm>
            <a:off x="718920" y="3243600"/>
            <a:ext cx="452808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Alu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nos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: 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Will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yan 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Pap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ros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ki, 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Yas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min 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Pric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hoa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, 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Vit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or 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Bor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din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hon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, 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Vini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ciu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s 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Felí</a:t>
            </a:r>
            <a:r>
              <a:rPr b="0" lang="en" sz="1800" spc="-1" strike="noStrike">
                <a:solidFill>
                  <a:srgbClr val="434343"/>
                </a:solidFill>
                <a:latin typeface="Open Sans"/>
                <a:ea typeface="Open Sans"/>
              </a:rPr>
              <a:t>cio.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724" name="Google Shape;854;p35"/>
          <p:cNvSpPr/>
          <p:nvPr/>
        </p:nvSpPr>
        <p:spPr>
          <a:xfrm>
            <a:off x="5591520" y="1405440"/>
            <a:ext cx="388440" cy="38844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725" name="Google Shape;855;p35"/>
          <p:cNvGrpSpPr/>
          <p:nvPr/>
        </p:nvGrpSpPr>
        <p:grpSpPr>
          <a:xfrm>
            <a:off x="6427800" y="917640"/>
            <a:ext cx="2715120" cy="3685680"/>
            <a:chOff x="6427800" y="917640"/>
            <a:chExt cx="2715120" cy="3685680"/>
          </a:xfrm>
        </p:grpSpPr>
        <p:sp>
          <p:nvSpPr>
            <p:cNvPr id="1726" name="Google Shape;856;p35"/>
            <p:cNvSpPr/>
            <p:nvPr/>
          </p:nvSpPr>
          <p:spPr>
            <a:xfrm>
              <a:off x="6563520" y="1565640"/>
              <a:ext cx="399600" cy="707400"/>
            </a:xfrm>
            <a:custGeom>
              <a:avLst/>
              <a:gdLst/>
              <a:ahLst/>
              <a:rect l="l" t="t" r="r" b="b"/>
              <a:pathLst>
                <a:path w="6965" h="12324">
                  <a:moveTo>
                    <a:pt x="5407" y="1"/>
                  </a:moveTo>
                  <a:cubicBezTo>
                    <a:pt x="4861" y="1"/>
                    <a:pt x="4349" y="329"/>
                    <a:pt x="4132" y="860"/>
                  </a:cubicBezTo>
                  <a:lnTo>
                    <a:pt x="285" y="10436"/>
                  </a:lnTo>
                  <a:cubicBezTo>
                    <a:pt x="0" y="11133"/>
                    <a:pt x="348" y="11939"/>
                    <a:pt x="1045" y="12224"/>
                  </a:cubicBezTo>
                  <a:cubicBezTo>
                    <a:pt x="1214" y="12292"/>
                    <a:pt x="1388" y="12324"/>
                    <a:pt x="1559" y="12324"/>
                  </a:cubicBezTo>
                  <a:cubicBezTo>
                    <a:pt x="2105" y="12324"/>
                    <a:pt x="2617" y="11995"/>
                    <a:pt x="2834" y="11465"/>
                  </a:cubicBezTo>
                  <a:lnTo>
                    <a:pt x="6679" y="1889"/>
                  </a:lnTo>
                  <a:cubicBezTo>
                    <a:pt x="6964" y="1177"/>
                    <a:pt x="6616" y="385"/>
                    <a:pt x="5920" y="100"/>
                  </a:cubicBezTo>
                  <a:cubicBezTo>
                    <a:pt x="5751" y="33"/>
                    <a:pt x="5577" y="1"/>
                    <a:pt x="540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7" name="Google Shape;857;p35"/>
            <p:cNvSpPr/>
            <p:nvPr/>
          </p:nvSpPr>
          <p:spPr>
            <a:xfrm>
              <a:off x="6716160" y="1420920"/>
              <a:ext cx="425880" cy="459720"/>
            </a:xfrm>
            <a:custGeom>
              <a:avLst/>
              <a:gdLst/>
              <a:ahLst/>
              <a:rect l="l" t="t" r="r" b="b"/>
              <a:pathLst>
                <a:path w="7425" h="8016">
                  <a:moveTo>
                    <a:pt x="4375" y="1"/>
                  </a:moveTo>
                  <a:cubicBezTo>
                    <a:pt x="3348" y="1"/>
                    <a:pt x="2368" y="587"/>
                    <a:pt x="1916" y="1573"/>
                  </a:cubicBezTo>
                  <a:lnTo>
                    <a:pt x="0" y="5768"/>
                  </a:lnTo>
                  <a:lnTo>
                    <a:pt x="4875" y="8015"/>
                  </a:lnTo>
                  <a:lnTo>
                    <a:pt x="6806" y="3805"/>
                  </a:lnTo>
                  <a:cubicBezTo>
                    <a:pt x="7424" y="2459"/>
                    <a:pt x="6838" y="861"/>
                    <a:pt x="5493" y="243"/>
                  </a:cubicBezTo>
                  <a:cubicBezTo>
                    <a:pt x="5130" y="79"/>
                    <a:pt x="4749" y="1"/>
                    <a:pt x="437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8" name="Google Shape;858;p35"/>
            <p:cNvSpPr/>
            <p:nvPr/>
          </p:nvSpPr>
          <p:spPr>
            <a:xfrm>
              <a:off x="7610760" y="1557000"/>
              <a:ext cx="388440" cy="536400"/>
            </a:xfrm>
            <a:custGeom>
              <a:avLst/>
              <a:gdLst/>
              <a:ahLst/>
              <a:rect l="l" t="t" r="r" b="b"/>
              <a:pathLst>
                <a:path w="6775" h="9347">
                  <a:moveTo>
                    <a:pt x="2455" y="0"/>
                  </a:moveTo>
                  <a:lnTo>
                    <a:pt x="1" y="1346"/>
                  </a:lnTo>
                  <a:lnTo>
                    <a:pt x="3942" y="8610"/>
                  </a:lnTo>
                  <a:cubicBezTo>
                    <a:pt x="4205" y="9080"/>
                    <a:pt x="4685" y="9347"/>
                    <a:pt x="5182" y="9347"/>
                  </a:cubicBezTo>
                  <a:cubicBezTo>
                    <a:pt x="5404" y="9347"/>
                    <a:pt x="5631" y="9293"/>
                    <a:pt x="5842" y="9180"/>
                  </a:cubicBezTo>
                  <a:cubicBezTo>
                    <a:pt x="6522" y="8800"/>
                    <a:pt x="6775" y="7962"/>
                    <a:pt x="6411" y="7281"/>
                  </a:cubicBezTo>
                  <a:lnTo>
                    <a:pt x="245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9" name="Google Shape;859;p35"/>
            <p:cNvSpPr/>
            <p:nvPr/>
          </p:nvSpPr>
          <p:spPr>
            <a:xfrm>
              <a:off x="7825320" y="1648800"/>
              <a:ext cx="507600" cy="444960"/>
            </a:xfrm>
            <a:custGeom>
              <a:avLst/>
              <a:gdLst/>
              <a:ahLst/>
              <a:rect l="l" t="t" r="r" b="b"/>
              <a:pathLst>
                <a:path w="8850" h="7760">
                  <a:moveTo>
                    <a:pt x="7060" y="0"/>
                  </a:moveTo>
                  <a:lnTo>
                    <a:pt x="682" y="5287"/>
                  </a:lnTo>
                  <a:cubicBezTo>
                    <a:pt x="96" y="5777"/>
                    <a:pt x="1" y="6663"/>
                    <a:pt x="492" y="7249"/>
                  </a:cubicBezTo>
                  <a:cubicBezTo>
                    <a:pt x="767" y="7587"/>
                    <a:pt x="1167" y="7760"/>
                    <a:pt x="1572" y="7760"/>
                  </a:cubicBezTo>
                  <a:cubicBezTo>
                    <a:pt x="1888" y="7760"/>
                    <a:pt x="2206" y="7654"/>
                    <a:pt x="2470" y="7439"/>
                  </a:cubicBezTo>
                  <a:lnTo>
                    <a:pt x="8849" y="2153"/>
                  </a:lnTo>
                  <a:lnTo>
                    <a:pt x="706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0" name="Google Shape;860;p35"/>
            <p:cNvSpPr/>
            <p:nvPr/>
          </p:nvSpPr>
          <p:spPr>
            <a:xfrm>
              <a:off x="7471800" y="1441080"/>
              <a:ext cx="426600" cy="459720"/>
            </a:xfrm>
            <a:custGeom>
              <a:avLst/>
              <a:gdLst/>
              <a:ahLst/>
              <a:rect l="l" t="t" r="r" b="b"/>
              <a:pathLst>
                <a:path w="7440" h="8016">
                  <a:moveTo>
                    <a:pt x="3055" y="1"/>
                  </a:moveTo>
                  <a:cubicBezTo>
                    <a:pt x="2684" y="1"/>
                    <a:pt x="2306" y="79"/>
                    <a:pt x="1947" y="243"/>
                  </a:cubicBezTo>
                  <a:cubicBezTo>
                    <a:pt x="586" y="861"/>
                    <a:pt x="1" y="2459"/>
                    <a:pt x="617" y="3805"/>
                  </a:cubicBezTo>
                  <a:lnTo>
                    <a:pt x="2548" y="8015"/>
                  </a:lnTo>
                  <a:lnTo>
                    <a:pt x="7440" y="5768"/>
                  </a:lnTo>
                  <a:lnTo>
                    <a:pt x="5509" y="1573"/>
                  </a:lnTo>
                  <a:cubicBezTo>
                    <a:pt x="5056" y="587"/>
                    <a:pt x="4076" y="1"/>
                    <a:pt x="305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1" name="Google Shape;861;p35"/>
            <p:cNvSpPr/>
            <p:nvPr/>
          </p:nvSpPr>
          <p:spPr>
            <a:xfrm>
              <a:off x="7166160" y="998640"/>
              <a:ext cx="249480" cy="286560"/>
            </a:xfrm>
            <a:custGeom>
              <a:avLst/>
              <a:gdLst/>
              <a:ahLst/>
              <a:rect l="l" t="t" r="r" b="b"/>
              <a:pathLst>
                <a:path w="4353" h="5003">
                  <a:moveTo>
                    <a:pt x="2168" y="1"/>
                  </a:moveTo>
                  <a:cubicBezTo>
                    <a:pt x="965" y="1"/>
                    <a:pt x="1" y="1125"/>
                    <a:pt x="1" y="2502"/>
                  </a:cubicBezTo>
                  <a:cubicBezTo>
                    <a:pt x="1" y="3879"/>
                    <a:pt x="965" y="5002"/>
                    <a:pt x="2168" y="5002"/>
                  </a:cubicBezTo>
                  <a:cubicBezTo>
                    <a:pt x="3371" y="5002"/>
                    <a:pt x="4353" y="3879"/>
                    <a:pt x="4353" y="2502"/>
                  </a:cubicBezTo>
                  <a:cubicBezTo>
                    <a:pt x="4353" y="1125"/>
                    <a:pt x="3371" y="1"/>
                    <a:pt x="216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2" name="Google Shape;862;p35"/>
            <p:cNvSpPr/>
            <p:nvPr/>
          </p:nvSpPr>
          <p:spPr>
            <a:xfrm>
              <a:off x="7255440" y="1272240"/>
              <a:ext cx="133920" cy="204840"/>
            </a:xfrm>
            <a:custGeom>
              <a:avLst/>
              <a:gdLst/>
              <a:ahLst/>
              <a:rect l="l" t="t" r="r" b="b"/>
              <a:pathLst>
                <a:path w="2344" h="3578">
                  <a:moveTo>
                    <a:pt x="1" y="1"/>
                  </a:moveTo>
                  <a:lnTo>
                    <a:pt x="1" y="3578"/>
                  </a:lnTo>
                  <a:lnTo>
                    <a:pt x="2343" y="3578"/>
                  </a:lnTo>
                  <a:lnTo>
                    <a:pt x="2343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3" name="Google Shape;863;p35"/>
            <p:cNvSpPr/>
            <p:nvPr/>
          </p:nvSpPr>
          <p:spPr>
            <a:xfrm>
              <a:off x="7255440" y="1244880"/>
              <a:ext cx="133920" cy="114480"/>
            </a:xfrm>
            <a:custGeom>
              <a:avLst/>
              <a:gdLst/>
              <a:ahLst/>
              <a:rect l="l" t="t" r="r" b="b"/>
              <a:pathLst>
                <a:path w="2344" h="2006">
                  <a:moveTo>
                    <a:pt x="1" y="1"/>
                  </a:moveTo>
                  <a:lnTo>
                    <a:pt x="1" y="649"/>
                  </a:lnTo>
                  <a:cubicBezTo>
                    <a:pt x="64" y="807"/>
                    <a:pt x="381" y="1489"/>
                    <a:pt x="1140" y="1820"/>
                  </a:cubicBezTo>
                  <a:cubicBezTo>
                    <a:pt x="1462" y="1967"/>
                    <a:pt x="1767" y="2005"/>
                    <a:pt x="2001" y="2005"/>
                  </a:cubicBezTo>
                  <a:cubicBezTo>
                    <a:pt x="2146" y="2005"/>
                    <a:pt x="2264" y="1991"/>
                    <a:pt x="2343" y="1979"/>
                  </a:cubicBezTo>
                  <a:lnTo>
                    <a:pt x="2343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4" name="Google Shape;864;p35"/>
            <p:cNvSpPr/>
            <p:nvPr/>
          </p:nvSpPr>
          <p:spPr>
            <a:xfrm>
              <a:off x="7194600" y="1049040"/>
              <a:ext cx="249480" cy="279720"/>
            </a:xfrm>
            <a:custGeom>
              <a:avLst/>
              <a:gdLst/>
              <a:ahLst/>
              <a:rect l="l" t="t" r="r" b="b"/>
              <a:pathLst>
                <a:path w="4354" h="4883">
                  <a:moveTo>
                    <a:pt x="1855" y="0"/>
                  </a:moveTo>
                  <a:cubicBezTo>
                    <a:pt x="1721" y="0"/>
                    <a:pt x="1588" y="18"/>
                    <a:pt x="1457" y="56"/>
                  </a:cubicBezTo>
                  <a:cubicBezTo>
                    <a:pt x="475" y="356"/>
                    <a:pt x="1" y="1671"/>
                    <a:pt x="397" y="2984"/>
                  </a:cubicBezTo>
                  <a:cubicBezTo>
                    <a:pt x="737" y="4115"/>
                    <a:pt x="1617" y="4882"/>
                    <a:pt x="2481" y="4882"/>
                  </a:cubicBezTo>
                  <a:cubicBezTo>
                    <a:pt x="2621" y="4882"/>
                    <a:pt x="2761" y="4862"/>
                    <a:pt x="2898" y="4820"/>
                  </a:cubicBezTo>
                  <a:cubicBezTo>
                    <a:pt x="3879" y="4535"/>
                    <a:pt x="4354" y="3222"/>
                    <a:pt x="3957" y="1908"/>
                  </a:cubicBezTo>
                  <a:cubicBezTo>
                    <a:pt x="3615" y="770"/>
                    <a:pt x="2725" y="0"/>
                    <a:pt x="185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5" name="Google Shape;865;p35"/>
            <p:cNvSpPr/>
            <p:nvPr/>
          </p:nvSpPr>
          <p:spPr>
            <a:xfrm>
              <a:off x="7137360" y="1177560"/>
              <a:ext cx="99360" cy="96120"/>
            </a:xfrm>
            <a:custGeom>
              <a:avLst/>
              <a:gdLst/>
              <a:ahLst/>
              <a:rect l="l" t="t" r="r" b="b"/>
              <a:pathLst>
                <a:path w="1742" h="1687">
                  <a:moveTo>
                    <a:pt x="645" y="0"/>
                  </a:moveTo>
                  <a:cubicBezTo>
                    <a:pt x="518" y="0"/>
                    <a:pt x="399" y="37"/>
                    <a:pt x="300" y="115"/>
                  </a:cubicBezTo>
                  <a:cubicBezTo>
                    <a:pt x="0" y="353"/>
                    <a:pt x="15" y="859"/>
                    <a:pt x="332" y="1254"/>
                  </a:cubicBezTo>
                  <a:cubicBezTo>
                    <a:pt x="544" y="1531"/>
                    <a:pt x="836" y="1686"/>
                    <a:pt x="1095" y="1686"/>
                  </a:cubicBezTo>
                  <a:cubicBezTo>
                    <a:pt x="1222" y="1686"/>
                    <a:pt x="1341" y="1649"/>
                    <a:pt x="1440" y="1571"/>
                  </a:cubicBezTo>
                  <a:cubicBezTo>
                    <a:pt x="1741" y="1349"/>
                    <a:pt x="1725" y="828"/>
                    <a:pt x="1408" y="431"/>
                  </a:cubicBezTo>
                  <a:cubicBezTo>
                    <a:pt x="1195" y="155"/>
                    <a:pt x="905" y="0"/>
                    <a:pt x="64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6" name="Google Shape;866;p35"/>
            <p:cNvSpPr/>
            <p:nvPr/>
          </p:nvSpPr>
          <p:spPr>
            <a:xfrm>
              <a:off x="7305480" y="1248480"/>
              <a:ext cx="40320" cy="11880"/>
            </a:xfrm>
            <a:custGeom>
              <a:avLst/>
              <a:gdLst/>
              <a:ahLst/>
              <a:rect l="l" t="t" r="r" b="b"/>
              <a:pathLst>
                <a:path w="714" h="222">
                  <a:moveTo>
                    <a:pt x="32" y="0"/>
                  </a:moveTo>
                  <a:lnTo>
                    <a:pt x="1" y="32"/>
                  </a:lnTo>
                  <a:cubicBezTo>
                    <a:pt x="112" y="142"/>
                    <a:pt x="222" y="205"/>
                    <a:pt x="349" y="205"/>
                  </a:cubicBezTo>
                  <a:cubicBezTo>
                    <a:pt x="365" y="205"/>
                    <a:pt x="380" y="222"/>
                    <a:pt x="380" y="222"/>
                  </a:cubicBezTo>
                  <a:cubicBezTo>
                    <a:pt x="492" y="222"/>
                    <a:pt x="602" y="174"/>
                    <a:pt x="713" y="110"/>
                  </a:cubicBezTo>
                  <a:lnTo>
                    <a:pt x="682" y="63"/>
                  </a:lnTo>
                  <a:cubicBezTo>
                    <a:pt x="585" y="119"/>
                    <a:pt x="489" y="161"/>
                    <a:pt x="403" y="161"/>
                  </a:cubicBezTo>
                  <a:cubicBezTo>
                    <a:pt x="390" y="161"/>
                    <a:pt x="377" y="160"/>
                    <a:pt x="365" y="158"/>
                  </a:cubicBezTo>
                  <a:cubicBezTo>
                    <a:pt x="239" y="158"/>
                    <a:pt x="144" y="95"/>
                    <a:pt x="3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7" name="Google Shape;867;p35"/>
            <p:cNvSpPr/>
            <p:nvPr/>
          </p:nvSpPr>
          <p:spPr>
            <a:xfrm>
              <a:off x="7264440" y="1185480"/>
              <a:ext cx="36720" cy="16920"/>
            </a:xfrm>
            <a:custGeom>
              <a:avLst/>
              <a:gdLst/>
              <a:ahLst/>
              <a:rect l="l" t="t" r="r" b="b"/>
              <a:pathLst>
                <a:path w="650" h="305">
                  <a:moveTo>
                    <a:pt x="397" y="0"/>
                  </a:moveTo>
                  <a:cubicBezTo>
                    <a:pt x="358" y="0"/>
                    <a:pt x="315" y="6"/>
                    <a:pt x="269" y="20"/>
                  </a:cubicBezTo>
                  <a:cubicBezTo>
                    <a:pt x="64" y="83"/>
                    <a:pt x="1" y="273"/>
                    <a:pt x="1" y="288"/>
                  </a:cubicBezTo>
                  <a:lnTo>
                    <a:pt x="48" y="305"/>
                  </a:lnTo>
                  <a:cubicBezTo>
                    <a:pt x="48" y="288"/>
                    <a:pt x="111" y="130"/>
                    <a:pt x="286" y="67"/>
                  </a:cubicBezTo>
                  <a:cubicBezTo>
                    <a:pt x="320" y="57"/>
                    <a:pt x="353" y="54"/>
                    <a:pt x="384" y="54"/>
                  </a:cubicBezTo>
                  <a:cubicBezTo>
                    <a:pt x="511" y="54"/>
                    <a:pt x="605" y="115"/>
                    <a:pt x="618" y="115"/>
                  </a:cubicBezTo>
                  <a:lnTo>
                    <a:pt x="649" y="83"/>
                  </a:lnTo>
                  <a:cubicBezTo>
                    <a:pt x="637" y="70"/>
                    <a:pt x="538" y="0"/>
                    <a:pt x="397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8" name="Google Shape;868;p35"/>
            <p:cNvSpPr/>
            <p:nvPr/>
          </p:nvSpPr>
          <p:spPr>
            <a:xfrm>
              <a:off x="7274520" y="1187280"/>
              <a:ext cx="14040" cy="11520"/>
            </a:xfrm>
            <a:custGeom>
              <a:avLst/>
              <a:gdLst/>
              <a:ahLst/>
              <a:rect l="l" t="t" r="r" b="b"/>
              <a:pathLst>
                <a:path w="254" h="215">
                  <a:moveTo>
                    <a:pt x="120" y="0"/>
                  </a:moveTo>
                  <a:cubicBezTo>
                    <a:pt x="112" y="0"/>
                    <a:pt x="103" y="2"/>
                    <a:pt x="95" y="4"/>
                  </a:cubicBezTo>
                  <a:cubicBezTo>
                    <a:pt x="32" y="36"/>
                    <a:pt x="0" y="84"/>
                    <a:pt x="32" y="147"/>
                  </a:cubicBezTo>
                  <a:cubicBezTo>
                    <a:pt x="46" y="186"/>
                    <a:pt x="91" y="214"/>
                    <a:pt x="133" y="214"/>
                  </a:cubicBezTo>
                  <a:cubicBezTo>
                    <a:pt x="142" y="214"/>
                    <a:pt x="151" y="213"/>
                    <a:pt x="159" y="210"/>
                  </a:cubicBezTo>
                  <a:cubicBezTo>
                    <a:pt x="222" y="194"/>
                    <a:pt x="254" y="131"/>
                    <a:pt x="222" y="84"/>
                  </a:cubicBezTo>
                  <a:cubicBezTo>
                    <a:pt x="209" y="31"/>
                    <a:pt x="163" y="0"/>
                    <a:pt x="12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9" name="Google Shape;869;p35"/>
            <p:cNvSpPr/>
            <p:nvPr/>
          </p:nvSpPr>
          <p:spPr>
            <a:xfrm>
              <a:off x="7357320" y="1154520"/>
              <a:ext cx="36720" cy="17640"/>
            </a:xfrm>
            <a:custGeom>
              <a:avLst/>
              <a:gdLst/>
              <a:ahLst/>
              <a:rect l="l" t="t" r="r" b="b"/>
              <a:pathLst>
                <a:path w="649" h="322">
                  <a:moveTo>
                    <a:pt x="399" y="0"/>
                  </a:moveTo>
                  <a:cubicBezTo>
                    <a:pt x="358" y="0"/>
                    <a:pt x="314" y="7"/>
                    <a:pt x="269" y="22"/>
                  </a:cubicBezTo>
                  <a:cubicBezTo>
                    <a:pt x="64" y="85"/>
                    <a:pt x="0" y="275"/>
                    <a:pt x="0" y="307"/>
                  </a:cubicBezTo>
                  <a:lnTo>
                    <a:pt x="47" y="322"/>
                  </a:lnTo>
                  <a:cubicBezTo>
                    <a:pt x="47" y="290"/>
                    <a:pt x="111" y="132"/>
                    <a:pt x="285" y="69"/>
                  </a:cubicBezTo>
                  <a:cubicBezTo>
                    <a:pt x="319" y="59"/>
                    <a:pt x="352" y="56"/>
                    <a:pt x="382" y="56"/>
                  </a:cubicBezTo>
                  <a:cubicBezTo>
                    <a:pt x="510" y="56"/>
                    <a:pt x="605" y="120"/>
                    <a:pt x="617" y="132"/>
                  </a:cubicBezTo>
                  <a:lnTo>
                    <a:pt x="649" y="85"/>
                  </a:lnTo>
                  <a:cubicBezTo>
                    <a:pt x="625" y="61"/>
                    <a:pt x="528" y="0"/>
                    <a:pt x="3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0" name="Google Shape;870;p35"/>
            <p:cNvSpPr/>
            <p:nvPr/>
          </p:nvSpPr>
          <p:spPr>
            <a:xfrm>
              <a:off x="7367040" y="1156680"/>
              <a:ext cx="12960" cy="11520"/>
            </a:xfrm>
            <a:custGeom>
              <a:avLst/>
              <a:gdLst/>
              <a:ahLst/>
              <a:rect l="l" t="t" r="r" b="b"/>
              <a:pathLst>
                <a:path w="239" h="216">
                  <a:moveTo>
                    <a:pt x="121" y="0"/>
                  </a:moveTo>
                  <a:cubicBezTo>
                    <a:pt x="112" y="0"/>
                    <a:pt x="104" y="1"/>
                    <a:pt x="96" y="4"/>
                  </a:cubicBezTo>
                  <a:cubicBezTo>
                    <a:pt x="32" y="36"/>
                    <a:pt x="1" y="84"/>
                    <a:pt x="17" y="147"/>
                  </a:cubicBezTo>
                  <a:cubicBezTo>
                    <a:pt x="29" y="196"/>
                    <a:pt x="69" y="216"/>
                    <a:pt x="115" y="216"/>
                  </a:cubicBezTo>
                  <a:cubicBezTo>
                    <a:pt x="129" y="216"/>
                    <a:pt x="144" y="214"/>
                    <a:pt x="159" y="210"/>
                  </a:cubicBezTo>
                  <a:cubicBezTo>
                    <a:pt x="207" y="194"/>
                    <a:pt x="239" y="131"/>
                    <a:pt x="222" y="84"/>
                  </a:cubicBezTo>
                  <a:cubicBezTo>
                    <a:pt x="210" y="31"/>
                    <a:pt x="164" y="0"/>
                    <a:pt x="12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1" name="Google Shape;871;p35"/>
            <p:cNvSpPr/>
            <p:nvPr/>
          </p:nvSpPr>
          <p:spPr>
            <a:xfrm>
              <a:off x="7333560" y="1162080"/>
              <a:ext cx="33120" cy="68400"/>
            </a:xfrm>
            <a:custGeom>
              <a:avLst/>
              <a:gdLst/>
              <a:ahLst/>
              <a:rect l="l" t="t" r="r" b="b"/>
              <a:pathLst>
                <a:path w="586" h="1204">
                  <a:moveTo>
                    <a:pt x="1" y="1"/>
                  </a:moveTo>
                  <a:lnTo>
                    <a:pt x="96" y="1204"/>
                  </a:lnTo>
                  <a:lnTo>
                    <a:pt x="586" y="10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2" name="Google Shape;872;p35"/>
            <p:cNvSpPr/>
            <p:nvPr/>
          </p:nvSpPr>
          <p:spPr>
            <a:xfrm>
              <a:off x="7227000" y="1145880"/>
              <a:ext cx="64080" cy="27720"/>
            </a:xfrm>
            <a:custGeom>
              <a:avLst/>
              <a:gdLst/>
              <a:ahLst/>
              <a:rect l="l" t="t" r="r" b="b"/>
              <a:pathLst>
                <a:path w="1125" h="492">
                  <a:moveTo>
                    <a:pt x="1007" y="0"/>
                  </a:moveTo>
                  <a:cubicBezTo>
                    <a:pt x="993" y="0"/>
                    <a:pt x="979" y="4"/>
                    <a:pt x="967" y="12"/>
                  </a:cubicBezTo>
                  <a:lnTo>
                    <a:pt x="95" y="266"/>
                  </a:lnTo>
                  <a:cubicBezTo>
                    <a:pt x="32" y="297"/>
                    <a:pt x="0" y="361"/>
                    <a:pt x="17" y="408"/>
                  </a:cubicBezTo>
                  <a:cubicBezTo>
                    <a:pt x="30" y="460"/>
                    <a:pt x="76" y="491"/>
                    <a:pt x="127" y="491"/>
                  </a:cubicBezTo>
                  <a:cubicBezTo>
                    <a:pt x="138" y="491"/>
                    <a:pt x="148" y="490"/>
                    <a:pt x="159" y="487"/>
                  </a:cubicBezTo>
                  <a:lnTo>
                    <a:pt x="1030" y="218"/>
                  </a:lnTo>
                  <a:cubicBezTo>
                    <a:pt x="1093" y="202"/>
                    <a:pt x="1125" y="139"/>
                    <a:pt x="1108" y="76"/>
                  </a:cubicBezTo>
                  <a:cubicBezTo>
                    <a:pt x="1085" y="29"/>
                    <a:pt x="1045" y="0"/>
                    <a:pt x="100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3" name="Google Shape;873;p35"/>
            <p:cNvSpPr/>
            <p:nvPr/>
          </p:nvSpPr>
          <p:spPr>
            <a:xfrm>
              <a:off x="7329960" y="1115280"/>
              <a:ext cx="63720" cy="27360"/>
            </a:xfrm>
            <a:custGeom>
              <a:avLst/>
              <a:gdLst/>
              <a:ahLst/>
              <a:rect l="l" t="t" r="r" b="b"/>
              <a:pathLst>
                <a:path w="1124" h="490">
                  <a:moveTo>
                    <a:pt x="1000" y="1"/>
                  </a:moveTo>
                  <a:cubicBezTo>
                    <a:pt x="988" y="1"/>
                    <a:pt x="976" y="4"/>
                    <a:pt x="965" y="11"/>
                  </a:cubicBezTo>
                  <a:lnTo>
                    <a:pt x="96" y="280"/>
                  </a:lnTo>
                  <a:cubicBezTo>
                    <a:pt x="32" y="296"/>
                    <a:pt x="1" y="360"/>
                    <a:pt x="16" y="423"/>
                  </a:cubicBezTo>
                  <a:cubicBezTo>
                    <a:pt x="29" y="462"/>
                    <a:pt x="75" y="490"/>
                    <a:pt x="126" y="490"/>
                  </a:cubicBezTo>
                  <a:cubicBezTo>
                    <a:pt x="137" y="490"/>
                    <a:pt x="148" y="489"/>
                    <a:pt x="159" y="486"/>
                  </a:cubicBezTo>
                  <a:lnTo>
                    <a:pt x="1029" y="216"/>
                  </a:lnTo>
                  <a:cubicBezTo>
                    <a:pt x="1092" y="201"/>
                    <a:pt x="1124" y="138"/>
                    <a:pt x="1108" y="75"/>
                  </a:cubicBezTo>
                  <a:cubicBezTo>
                    <a:pt x="1084" y="37"/>
                    <a:pt x="1041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4" name="Google Shape;874;p35"/>
            <p:cNvSpPr/>
            <p:nvPr/>
          </p:nvSpPr>
          <p:spPr>
            <a:xfrm>
              <a:off x="7247160" y="1212480"/>
              <a:ext cx="56520" cy="47520"/>
            </a:xfrm>
            <a:custGeom>
              <a:avLst/>
              <a:gdLst/>
              <a:ahLst/>
              <a:rect l="l" t="t" r="r" b="b"/>
              <a:pathLst>
                <a:path w="999" h="840">
                  <a:moveTo>
                    <a:pt x="527" y="1"/>
                  </a:moveTo>
                  <a:cubicBezTo>
                    <a:pt x="478" y="1"/>
                    <a:pt x="429" y="8"/>
                    <a:pt x="380" y="25"/>
                  </a:cubicBezTo>
                  <a:cubicBezTo>
                    <a:pt x="144" y="88"/>
                    <a:pt x="1" y="325"/>
                    <a:pt x="64" y="546"/>
                  </a:cubicBezTo>
                  <a:cubicBezTo>
                    <a:pt x="114" y="723"/>
                    <a:pt x="286" y="839"/>
                    <a:pt x="474" y="839"/>
                  </a:cubicBezTo>
                  <a:cubicBezTo>
                    <a:pt x="522" y="839"/>
                    <a:pt x="570" y="832"/>
                    <a:pt x="619" y="816"/>
                  </a:cubicBezTo>
                  <a:cubicBezTo>
                    <a:pt x="855" y="753"/>
                    <a:pt x="998" y="515"/>
                    <a:pt x="935" y="293"/>
                  </a:cubicBezTo>
                  <a:cubicBezTo>
                    <a:pt x="885" y="117"/>
                    <a:pt x="714" y="1"/>
                    <a:pt x="527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5" name="Google Shape;875;p35"/>
            <p:cNvSpPr/>
            <p:nvPr/>
          </p:nvSpPr>
          <p:spPr>
            <a:xfrm>
              <a:off x="7380720" y="1181880"/>
              <a:ext cx="56520" cy="47520"/>
            </a:xfrm>
            <a:custGeom>
              <a:avLst/>
              <a:gdLst/>
              <a:ahLst/>
              <a:rect l="l" t="t" r="r" b="b"/>
              <a:pathLst>
                <a:path w="998" h="840">
                  <a:moveTo>
                    <a:pt x="526" y="1"/>
                  </a:moveTo>
                  <a:cubicBezTo>
                    <a:pt x="478" y="1"/>
                    <a:pt x="429" y="8"/>
                    <a:pt x="381" y="25"/>
                  </a:cubicBezTo>
                  <a:cubicBezTo>
                    <a:pt x="143" y="88"/>
                    <a:pt x="1" y="325"/>
                    <a:pt x="64" y="546"/>
                  </a:cubicBezTo>
                  <a:cubicBezTo>
                    <a:pt x="115" y="723"/>
                    <a:pt x="286" y="839"/>
                    <a:pt x="473" y="839"/>
                  </a:cubicBezTo>
                  <a:cubicBezTo>
                    <a:pt x="521" y="839"/>
                    <a:pt x="570" y="832"/>
                    <a:pt x="618" y="816"/>
                  </a:cubicBezTo>
                  <a:cubicBezTo>
                    <a:pt x="856" y="753"/>
                    <a:pt x="997" y="515"/>
                    <a:pt x="934" y="293"/>
                  </a:cubicBezTo>
                  <a:cubicBezTo>
                    <a:pt x="884" y="117"/>
                    <a:pt x="713" y="1"/>
                    <a:pt x="52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6" name="Google Shape;876;p35"/>
            <p:cNvSpPr/>
            <p:nvPr/>
          </p:nvSpPr>
          <p:spPr>
            <a:xfrm>
              <a:off x="7248240" y="1013040"/>
              <a:ext cx="99360" cy="81000"/>
            </a:xfrm>
            <a:custGeom>
              <a:avLst/>
              <a:gdLst/>
              <a:ahLst/>
              <a:rect l="l" t="t" r="r" b="b"/>
              <a:pathLst>
                <a:path w="1742" h="1425">
                  <a:moveTo>
                    <a:pt x="870" y="0"/>
                  </a:moveTo>
                  <a:cubicBezTo>
                    <a:pt x="395" y="0"/>
                    <a:pt x="0" y="317"/>
                    <a:pt x="0" y="713"/>
                  </a:cubicBezTo>
                  <a:cubicBezTo>
                    <a:pt x="0" y="1108"/>
                    <a:pt x="395" y="1425"/>
                    <a:pt x="870" y="1425"/>
                  </a:cubicBezTo>
                  <a:cubicBezTo>
                    <a:pt x="1345" y="1425"/>
                    <a:pt x="1741" y="1108"/>
                    <a:pt x="1741" y="713"/>
                  </a:cubicBezTo>
                  <a:cubicBezTo>
                    <a:pt x="1741" y="317"/>
                    <a:pt x="1345" y="0"/>
                    <a:pt x="87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7" name="Google Shape;877;p35"/>
            <p:cNvSpPr/>
            <p:nvPr/>
          </p:nvSpPr>
          <p:spPr>
            <a:xfrm>
              <a:off x="7119000" y="917640"/>
              <a:ext cx="270360" cy="200160"/>
            </a:xfrm>
            <a:custGeom>
              <a:avLst/>
              <a:gdLst/>
              <a:ahLst/>
              <a:rect l="l" t="t" r="r" b="b"/>
              <a:pathLst>
                <a:path w="4718" h="3498">
                  <a:moveTo>
                    <a:pt x="2438" y="1"/>
                  </a:moveTo>
                  <a:cubicBezTo>
                    <a:pt x="2229" y="1"/>
                    <a:pt x="2016" y="31"/>
                    <a:pt x="1805" y="95"/>
                  </a:cubicBezTo>
                  <a:cubicBezTo>
                    <a:pt x="649" y="443"/>
                    <a:pt x="1" y="1646"/>
                    <a:pt x="349" y="2801"/>
                  </a:cubicBezTo>
                  <a:lnTo>
                    <a:pt x="554" y="3497"/>
                  </a:lnTo>
                  <a:lnTo>
                    <a:pt x="4717" y="2247"/>
                  </a:lnTo>
                  <a:lnTo>
                    <a:pt x="4511" y="1551"/>
                  </a:lnTo>
                  <a:cubicBezTo>
                    <a:pt x="4226" y="606"/>
                    <a:pt x="3371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8" name="Google Shape;878;p35"/>
            <p:cNvSpPr/>
            <p:nvPr/>
          </p:nvSpPr>
          <p:spPr>
            <a:xfrm>
              <a:off x="7122600" y="1002240"/>
              <a:ext cx="282240" cy="115920"/>
            </a:xfrm>
            <a:custGeom>
              <a:avLst/>
              <a:gdLst/>
              <a:ahLst/>
              <a:rect l="l" t="t" r="r" b="b"/>
              <a:pathLst>
                <a:path w="4923" h="2028">
                  <a:moveTo>
                    <a:pt x="4462" y="0"/>
                  </a:moveTo>
                  <a:cubicBezTo>
                    <a:pt x="4426" y="0"/>
                    <a:pt x="4389" y="6"/>
                    <a:pt x="4353" y="17"/>
                  </a:cubicBezTo>
                  <a:lnTo>
                    <a:pt x="333" y="1235"/>
                  </a:lnTo>
                  <a:cubicBezTo>
                    <a:pt x="127" y="1298"/>
                    <a:pt x="1" y="1520"/>
                    <a:pt x="64" y="1726"/>
                  </a:cubicBezTo>
                  <a:cubicBezTo>
                    <a:pt x="116" y="1909"/>
                    <a:pt x="277" y="2027"/>
                    <a:pt x="456" y="2027"/>
                  </a:cubicBezTo>
                  <a:cubicBezTo>
                    <a:pt x="493" y="2027"/>
                    <a:pt x="532" y="2022"/>
                    <a:pt x="571" y="2011"/>
                  </a:cubicBezTo>
                  <a:lnTo>
                    <a:pt x="4574" y="792"/>
                  </a:lnTo>
                  <a:cubicBezTo>
                    <a:pt x="4796" y="728"/>
                    <a:pt x="4923" y="507"/>
                    <a:pt x="4859" y="285"/>
                  </a:cubicBezTo>
                  <a:cubicBezTo>
                    <a:pt x="4795" y="116"/>
                    <a:pt x="4633" y="0"/>
                    <a:pt x="446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9" name="Google Shape;879;p35"/>
            <p:cNvSpPr/>
            <p:nvPr/>
          </p:nvSpPr>
          <p:spPr>
            <a:xfrm>
              <a:off x="6697800" y="2237760"/>
              <a:ext cx="1251360" cy="2247120"/>
            </a:xfrm>
            <a:custGeom>
              <a:avLst/>
              <a:gdLst/>
              <a:ahLst/>
              <a:rect l="l" t="t" r="r" b="b"/>
              <a:pathLst>
                <a:path w="21796" h="39127">
                  <a:moveTo>
                    <a:pt x="6222" y="1"/>
                  </a:moveTo>
                  <a:lnTo>
                    <a:pt x="1" y="38192"/>
                  </a:lnTo>
                  <a:lnTo>
                    <a:pt x="5730" y="39126"/>
                  </a:lnTo>
                  <a:lnTo>
                    <a:pt x="10907" y="7408"/>
                  </a:lnTo>
                  <a:lnTo>
                    <a:pt x="16066" y="39126"/>
                  </a:lnTo>
                  <a:lnTo>
                    <a:pt x="21796" y="38192"/>
                  </a:lnTo>
                  <a:lnTo>
                    <a:pt x="15575" y="1"/>
                  </a:lnTo>
                  <a:lnTo>
                    <a:pt x="10907" y="760"/>
                  </a:lnTo>
                  <a:lnTo>
                    <a:pt x="62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0" name="Google Shape;880;p35"/>
            <p:cNvSpPr/>
            <p:nvPr/>
          </p:nvSpPr>
          <p:spPr>
            <a:xfrm>
              <a:off x="7047000" y="2143440"/>
              <a:ext cx="543240" cy="493200"/>
            </a:xfrm>
            <a:custGeom>
              <a:avLst/>
              <a:gdLst/>
              <a:ahLst/>
              <a:rect l="l" t="t" r="r" b="b"/>
              <a:pathLst>
                <a:path w="9466" h="8595">
                  <a:moveTo>
                    <a:pt x="1" y="1"/>
                  </a:moveTo>
                  <a:lnTo>
                    <a:pt x="1" y="8136"/>
                  </a:lnTo>
                  <a:cubicBezTo>
                    <a:pt x="1" y="8389"/>
                    <a:pt x="207" y="8594"/>
                    <a:pt x="460" y="8594"/>
                  </a:cubicBezTo>
                  <a:lnTo>
                    <a:pt x="8991" y="8594"/>
                  </a:lnTo>
                  <a:cubicBezTo>
                    <a:pt x="9260" y="8594"/>
                    <a:pt x="9465" y="8389"/>
                    <a:pt x="9465" y="8136"/>
                  </a:cubicBezTo>
                  <a:lnTo>
                    <a:pt x="9465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1" name="Google Shape;881;p35"/>
            <p:cNvSpPr/>
            <p:nvPr/>
          </p:nvSpPr>
          <p:spPr>
            <a:xfrm>
              <a:off x="6427800" y="3605400"/>
              <a:ext cx="759600" cy="986040"/>
            </a:xfrm>
            <a:custGeom>
              <a:avLst/>
              <a:gdLst/>
              <a:ahLst/>
              <a:rect l="l" t="t" r="r" b="b"/>
              <a:pathLst>
                <a:path w="13233" h="17173">
                  <a:moveTo>
                    <a:pt x="5840" y="0"/>
                  </a:moveTo>
                  <a:lnTo>
                    <a:pt x="3863" y="15527"/>
                  </a:lnTo>
                  <a:lnTo>
                    <a:pt x="1" y="17173"/>
                  </a:lnTo>
                  <a:lnTo>
                    <a:pt x="10289" y="17094"/>
                  </a:lnTo>
                  <a:lnTo>
                    <a:pt x="10289" y="16050"/>
                  </a:lnTo>
                  <a:lnTo>
                    <a:pt x="13232" y="1377"/>
                  </a:lnTo>
                  <a:lnTo>
                    <a:pt x="584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2" name="Google Shape;882;p35"/>
            <p:cNvSpPr/>
            <p:nvPr/>
          </p:nvSpPr>
          <p:spPr>
            <a:xfrm>
              <a:off x="7432560" y="3617280"/>
              <a:ext cx="759600" cy="986040"/>
            </a:xfrm>
            <a:custGeom>
              <a:avLst/>
              <a:gdLst/>
              <a:ahLst/>
              <a:rect l="l" t="t" r="r" b="b"/>
              <a:pathLst>
                <a:path w="13233" h="17175">
                  <a:moveTo>
                    <a:pt x="7393" y="0"/>
                  </a:moveTo>
                  <a:lnTo>
                    <a:pt x="0" y="1378"/>
                  </a:lnTo>
                  <a:lnTo>
                    <a:pt x="2944" y="16050"/>
                  </a:lnTo>
                  <a:lnTo>
                    <a:pt x="2944" y="17111"/>
                  </a:lnTo>
                  <a:lnTo>
                    <a:pt x="13232" y="17174"/>
                  </a:lnTo>
                  <a:lnTo>
                    <a:pt x="9370" y="15528"/>
                  </a:lnTo>
                  <a:lnTo>
                    <a:pt x="7393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3" name="Google Shape;883;p35"/>
            <p:cNvSpPr/>
            <p:nvPr/>
          </p:nvSpPr>
          <p:spPr>
            <a:xfrm>
              <a:off x="7016040" y="1432440"/>
              <a:ext cx="574920" cy="780480"/>
            </a:xfrm>
            <a:custGeom>
              <a:avLst/>
              <a:gdLst/>
              <a:ahLst/>
              <a:rect l="l" t="t" r="r" b="b"/>
              <a:pathLst>
                <a:path w="10020" h="13596">
                  <a:moveTo>
                    <a:pt x="0" y="0"/>
                  </a:moveTo>
                  <a:lnTo>
                    <a:pt x="0" y="13596"/>
                  </a:lnTo>
                  <a:lnTo>
                    <a:pt x="10020" y="13596"/>
                  </a:lnTo>
                  <a:lnTo>
                    <a:pt x="1002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4" name="Google Shape;884;p35"/>
            <p:cNvSpPr/>
            <p:nvPr/>
          </p:nvSpPr>
          <p:spPr>
            <a:xfrm>
              <a:off x="7399080" y="1414080"/>
              <a:ext cx="325800" cy="967680"/>
            </a:xfrm>
            <a:custGeom>
              <a:avLst/>
              <a:gdLst/>
              <a:ahLst/>
              <a:rect l="l" t="t" r="r" b="b"/>
              <a:pathLst>
                <a:path w="5682" h="16857">
                  <a:moveTo>
                    <a:pt x="5682" y="1"/>
                  </a:moveTo>
                  <a:lnTo>
                    <a:pt x="5682" y="1"/>
                  </a:lnTo>
                  <a:cubicBezTo>
                    <a:pt x="3783" y="64"/>
                    <a:pt x="1900" y="143"/>
                    <a:pt x="0" y="206"/>
                  </a:cubicBezTo>
                  <a:lnTo>
                    <a:pt x="0" y="16857"/>
                  </a:lnTo>
                  <a:lnTo>
                    <a:pt x="4637" y="16857"/>
                  </a:lnTo>
                  <a:cubicBezTo>
                    <a:pt x="4749" y="14957"/>
                    <a:pt x="4875" y="13058"/>
                    <a:pt x="4985" y="11175"/>
                  </a:cubicBezTo>
                  <a:cubicBezTo>
                    <a:pt x="5034" y="10542"/>
                    <a:pt x="5065" y="9909"/>
                    <a:pt x="5112" y="9276"/>
                  </a:cubicBezTo>
                  <a:cubicBezTo>
                    <a:pt x="5144" y="8563"/>
                    <a:pt x="5192" y="7866"/>
                    <a:pt x="5239" y="7170"/>
                  </a:cubicBezTo>
                  <a:cubicBezTo>
                    <a:pt x="5270" y="6537"/>
                    <a:pt x="5319" y="5904"/>
                    <a:pt x="5350" y="5271"/>
                  </a:cubicBezTo>
                  <a:lnTo>
                    <a:pt x="568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5" name="Google Shape;885;p35"/>
            <p:cNvSpPr/>
            <p:nvPr/>
          </p:nvSpPr>
          <p:spPr>
            <a:xfrm>
              <a:off x="7399080" y="1716840"/>
              <a:ext cx="306720" cy="108360"/>
            </a:xfrm>
            <a:custGeom>
              <a:avLst/>
              <a:gdLst/>
              <a:ahLst/>
              <a:rect l="l" t="t" r="r" b="b"/>
              <a:pathLst>
                <a:path w="5351" h="1901">
                  <a:moveTo>
                    <a:pt x="0" y="1"/>
                  </a:moveTo>
                  <a:lnTo>
                    <a:pt x="0" y="1900"/>
                  </a:lnTo>
                  <a:lnTo>
                    <a:pt x="5239" y="1900"/>
                  </a:lnTo>
                  <a:cubicBezTo>
                    <a:pt x="5270" y="1267"/>
                    <a:pt x="5319" y="634"/>
                    <a:pt x="535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6" name="Google Shape;886;p35"/>
            <p:cNvSpPr/>
            <p:nvPr/>
          </p:nvSpPr>
          <p:spPr>
            <a:xfrm>
              <a:off x="7399080" y="1946880"/>
              <a:ext cx="293040" cy="108360"/>
            </a:xfrm>
            <a:custGeom>
              <a:avLst/>
              <a:gdLst/>
              <a:ahLst/>
              <a:rect l="l" t="t" r="r" b="b"/>
              <a:pathLst>
                <a:path w="5113" h="1901">
                  <a:moveTo>
                    <a:pt x="0" y="1"/>
                  </a:moveTo>
                  <a:lnTo>
                    <a:pt x="0" y="1900"/>
                  </a:lnTo>
                  <a:lnTo>
                    <a:pt x="4985" y="1900"/>
                  </a:lnTo>
                  <a:cubicBezTo>
                    <a:pt x="5034" y="1267"/>
                    <a:pt x="5065" y="634"/>
                    <a:pt x="5112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7" name="Google Shape;887;p35"/>
            <p:cNvSpPr/>
            <p:nvPr/>
          </p:nvSpPr>
          <p:spPr>
            <a:xfrm>
              <a:off x="6939000" y="1414080"/>
              <a:ext cx="325800" cy="967680"/>
            </a:xfrm>
            <a:custGeom>
              <a:avLst/>
              <a:gdLst/>
              <a:ahLst/>
              <a:rect l="l" t="t" r="r" b="b"/>
              <a:pathLst>
                <a:path w="5683" h="16857">
                  <a:moveTo>
                    <a:pt x="1" y="1"/>
                  </a:moveTo>
                  <a:lnTo>
                    <a:pt x="332" y="5271"/>
                  </a:lnTo>
                  <a:cubicBezTo>
                    <a:pt x="364" y="5904"/>
                    <a:pt x="412" y="6537"/>
                    <a:pt x="444" y="7170"/>
                  </a:cubicBezTo>
                  <a:cubicBezTo>
                    <a:pt x="491" y="7866"/>
                    <a:pt x="539" y="8563"/>
                    <a:pt x="570" y="9276"/>
                  </a:cubicBezTo>
                  <a:cubicBezTo>
                    <a:pt x="617" y="9909"/>
                    <a:pt x="649" y="10542"/>
                    <a:pt x="697" y="11175"/>
                  </a:cubicBezTo>
                  <a:cubicBezTo>
                    <a:pt x="807" y="13058"/>
                    <a:pt x="934" y="14957"/>
                    <a:pt x="1045" y="16857"/>
                  </a:cubicBezTo>
                  <a:lnTo>
                    <a:pt x="5682" y="16857"/>
                  </a:lnTo>
                  <a:lnTo>
                    <a:pt x="5682" y="206"/>
                  </a:lnTo>
                  <a:cubicBezTo>
                    <a:pt x="3783" y="143"/>
                    <a:pt x="1900" y="6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8" name="Google Shape;888;p35"/>
            <p:cNvSpPr/>
            <p:nvPr/>
          </p:nvSpPr>
          <p:spPr>
            <a:xfrm>
              <a:off x="6958080" y="1716840"/>
              <a:ext cx="306720" cy="108360"/>
            </a:xfrm>
            <a:custGeom>
              <a:avLst/>
              <a:gdLst/>
              <a:ahLst/>
              <a:rect l="l" t="t" r="r" b="b"/>
              <a:pathLst>
                <a:path w="5351" h="1901">
                  <a:moveTo>
                    <a:pt x="0" y="1"/>
                  </a:moveTo>
                  <a:cubicBezTo>
                    <a:pt x="32" y="634"/>
                    <a:pt x="80" y="1267"/>
                    <a:pt x="112" y="1900"/>
                  </a:cubicBezTo>
                  <a:lnTo>
                    <a:pt x="5350" y="1900"/>
                  </a:lnTo>
                  <a:lnTo>
                    <a:pt x="5350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9" name="Google Shape;889;p35"/>
            <p:cNvSpPr/>
            <p:nvPr/>
          </p:nvSpPr>
          <p:spPr>
            <a:xfrm>
              <a:off x="6971760" y="1946880"/>
              <a:ext cx="293040" cy="108360"/>
            </a:xfrm>
            <a:custGeom>
              <a:avLst/>
              <a:gdLst/>
              <a:ahLst/>
              <a:rect l="l" t="t" r="r" b="b"/>
              <a:pathLst>
                <a:path w="5113" h="1901">
                  <a:moveTo>
                    <a:pt x="0" y="1"/>
                  </a:moveTo>
                  <a:cubicBezTo>
                    <a:pt x="47" y="634"/>
                    <a:pt x="79" y="1267"/>
                    <a:pt x="127" y="1900"/>
                  </a:cubicBezTo>
                  <a:lnTo>
                    <a:pt x="5112" y="1900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0" name="Google Shape;890;p35"/>
            <p:cNvSpPr/>
            <p:nvPr/>
          </p:nvSpPr>
          <p:spPr>
            <a:xfrm>
              <a:off x="8293680" y="1528560"/>
              <a:ext cx="130320" cy="171360"/>
            </a:xfrm>
            <a:custGeom>
              <a:avLst/>
              <a:gdLst/>
              <a:ahLst/>
              <a:rect l="l" t="t" r="r" b="b"/>
              <a:pathLst>
                <a:path w="2280" h="2996">
                  <a:moveTo>
                    <a:pt x="1899" y="0"/>
                  </a:moveTo>
                  <a:cubicBezTo>
                    <a:pt x="1787" y="0"/>
                    <a:pt x="1677" y="57"/>
                    <a:pt x="1615" y="160"/>
                  </a:cubicBezTo>
                  <a:lnTo>
                    <a:pt x="96" y="2471"/>
                  </a:lnTo>
                  <a:cubicBezTo>
                    <a:pt x="1" y="2629"/>
                    <a:pt x="48" y="2835"/>
                    <a:pt x="206" y="2946"/>
                  </a:cubicBezTo>
                  <a:cubicBezTo>
                    <a:pt x="256" y="2980"/>
                    <a:pt x="317" y="2995"/>
                    <a:pt x="378" y="2995"/>
                  </a:cubicBezTo>
                  <a:cubicBezTo>
                    <a:pt x="490" y="2995"/>
                    <a:pt x="604" y="2943"/>
                    <a:pt x="666" y="2851"/>
                  </a:cubicBezTo>
                  <a:lnTo>
                    <a:pt x="2169" y="524"/>
                  </a:lnTo>
                  <a:cubicBezTo>
                    <a:pt x="2280" y="365"/>
                    <a:pt x="2232" y="160"/>
                    <a:pt x="2074" y="49"/>
                  </a:cubicBezTo>
                  <a:cubicBezTo>
                    <a:pt x="2019" y="16"/>
                    <a:pt x="1959" y="0"/>
                    <a:pt x="189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1" name="Google Shape;891;p35"/>
            <p:cNvSpPr/>
            <p:nvPr/>
          </p:nvSpPr>
          <p:spPr>
            <a:xfrm>
              <a:off x="8258400" y="1488960"/>
              <a:ext cx="107640" cy="195120"/>
            </a:xfrm>
            <a:custGeom>
              <a:avLst/>
              <a:gdLst/>
              <a:ahLst/>
              <a:rect l="l" t="t" r="r" b="b"/>
              <a:pathLst>
                <a:path w="1885" h="3407">
                  <a:moveTo>
                    <a:pt x="1501" y="0"/>
                  </a:moveTo>
                  <a:cubicBezTo>
                    <a:pt x="1370" y="0"/>
                    <a:pt x="1248" y="84"/>
                    <a:pt x="1189" y="203"/>
                  </a:cubicBezTo>
                  <a:lnTo>
                    <a:pt x="64" y="2942"/>
                  </a:lnTo>
                  <a:cubicBezTo>
                    <a:pt x="1" y="3115"/>
                    <a:pt x="81" y="3305"/>
                    <a:pt x="254" y="3385"/>
                  </a:cubicBezTo>
                  <a:cubicBezTo>
                    <a:pt x="294" y="3399"/>
                    <a:pt x="335" y="3406"/>
                    <a:pt x="376" y="3406"/>
                  </a:cubicBezTo>
                  <a:cubicBezTo>
                    <a:pt x="510" y="3406"/>
                    <a:pt x="637" y="3328"/>
                    <a:pt x="697" y="3195"/>
                  </a:cubicBezTo>
                  <a:lnTo>
                    <a:pt x="1822" y="472"/>
                  </a:lnTo>
                  <a:cubicBezTo>
                    <a:pt x="1885" y="298"/>
                    <a:pt x="1805" y="93"/>
                    <a:pt x="1632" y="29"/>
                  </a:cubicBezTo>
                  <a:cubicBezTo>
                    <a:pt x="1588" y="10"/>
                    <a:pt x="1544" y="0"/>
                    <a:pt x="150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2" name="Google Shape;892;p35"/>
            <p:cNvSpPr/>
            <p:nvPr/>
          </p:nvSpPr>
          <p:spPr>
            <a:xfrm>
              <a:off x="8222760" y="1481760"/>
              <a:ext cx="76680" cy="188640"/>
            </a:xfrm>
            <a:custGeom>
              <a:avLst/>
              <a:gdLst/>
              <a:ahLst/>
              <a:rect l="l" t="t" r="r" b="b"/>
              <a:pathLst>
                <a:path w="1345" h="3299">
                  <a:moveTo>
                    <a:pt x="958" y="0"/>
                  </a:moveTo>
                  <a:cubicBezTo>
                    <a:pt x="804" y="0"/>
                    <a:pt x="673" y="104"/>
                    <a:pt x="633" y="264"/>
                  </a:cubicBezTo>
                  <a:lnTo>
                    <a:pt x="32" y="2892"/>
                  </a:lnTo>
                  <a:cubicBezTo>
                    <a:pt x="0" y="3067"/>
                    <a:pt x="110" y="3257"/>
                    <a:pt x="285" y="3288"/>
                  </a:cubicBezTo>
                  <a:cubicBezTo>
                    <a:pt x="315" y="3295"/>
                    <a:pt x="344" y="3299"/>
                    <a:pt x="372" y="3299"/>
                  </a:cubicBezTo>
                  <a:cubicBezTo>
                    <a:pt x="526" y="3299"/>
                    <a:pt x="656" y="3195"/>
                    <a:pt x="697" y="3035"/>
                  </a:cubicBezTo>
                  <a:lnTo>
                    <a:pt x="1298" y="408"/>
                  </a:lnTo>
                  <a:cubicBezTo>
                    <a:pt x="1345" y="233"/>
                    <a:pt x="1218" y="59"/>
                    <a:pt x="1045" y="11"/>
                  </a:cubicBezTo>
                  <a:cubicBezTo>
                    <a:pt x="1015" y="4"/>
                    <a:pt x="986" y="0"/>
                    <a:pt x="95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3" name="Google Shape;893;p35"/>
            <p:cNvSpPr/>
            <p:nvPr/>
          </p:nvSpPr>
          <p:spPr>
            <a:xfrm>
              <a:off x="8204760" y="1612080"/>
              <a:ext cx="179280" cy="178920"/>
            </a:xfrm>
            <a:custGeom>
              <a:avLst/>
              <a:gdLst/>
              <a:ahLst/>
              <a:rect l="l" t="t" r="r" b="b"/>
              <a:pathLst>
                <a:path w="3135" h="3125">
                  <a:moveTo>
                    <a:pt x="646" y="1"/>
                  </a:moveTo>
                  <a:cubicBezTo>
                    <a:pt x="617" y="1"/>
                    <a:pt x="583" y="26"/>
                    <a:pt x="570" y="52"/>
                  </a:cubicBezTo>
                  <a:lnTo>
                    <a:pt x="174" y="1065"/>
                  </a:lnTo>
                  <a:cubicBezTo>
                    <a:pt x="32" y="1413"/>
                    <a:pt x="1" y="1761"/>
                    <a:pt x="64" y="2078"/>
                  </a:cubicBezTo>
                  <a:cubicBezTo>
                    <a:pt x="159" y="2490"/>
                    <a:pt x="396" y="2823"/>
                    <a:pt x="760" y="2964"/>
                  </a:cubicBezTo>
                  <a:lnTo>
                    <a:pt x="966" y="3044"/>
                  </a:lnTo>
                  <a:cubicBezTo>
                    <a:pt x="1097" y="3099"/>
                    <a:pt x="1234" y="3124"/>
                    <a:pt x="1372" y="3124"/>
                  </a:cubicBezTo>
                  <a:cubicBezTo>
                    <a:pt x="1911" y="3124"/>
                    <a:pt x="2458" y="2725"/>
                    <a:pt x="2723" y="2094"/>
                  </a:cubicBezTo>
                  <a:lnTo>
                    <a:pt x="3118" y="1081"/>
                  </a:lnTo>
                  <a:cubicBezTo>
                    <a:pt x="3135" y="1050"/>
                    <a:pt x="3135" y="1018"/>
                    <a:pt x="3103" y="1002"/>
                  </a:cubicBezTo>
                  <a:lnTo>
                    <a:pt x="665" y="5"/>
                  </a:lnTo>
                  <a:cubicBezTo>
                    <a:pt x="659" y="2"/>
                    <a:pt x="653" y="1"/>
                    <a:pt x="64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4" name="Google Shape;894;p35"/>
            <p:cNvSpPr/>
            <p:nvPr/>
          </p:nvSpPr>
          <p:spPr>
            <a:xfrm>
              <a:off x="8326440" y="1597680"/>
              <a:ext cx="118440" cy="116640"/>
            </a:xfrm>
            <a:custGeom>
              <a:avLst/>
              <a:gdLst/>
              <a:ahLst/>
              <a:rect l="l" t="t" r="r" b="b"/>
              <a:pathLst>
                <a:path w="2074" h="2045">
                  <a:moveTo>
                    <a:pt x="1740" y="1"/>
                  </a:moveTo>
                  <a:cubicBezTo>
                    <a:pt x="1662" y="1"/>
                    <a:pt x="1583" y="33"/>
                    <a:pt x="1520" y="96"/>
                  </a:cubicBezTo>
                  <a:lnTo>
                    <a:pt x="111" y="1536"/>
                  </a:lnTo>
                  <a:cubicBezTo>
                    <a:pt x="1" y="1647"/>
                    <a:pt x="1" y="1837"/>
                    <a:pt x="111" y="1964"/>
                  </a:cubicBezTo>
                  <a:cubicBezTo>
                    <a:pt x="172" y="2017"/>
                    <a:pt x="244" y="2044"/>
                    <a:pt x="317" y="2044"/>
                  </a:cubicBezTo>
                  <a:cubicBezTo>
                    <a:pt x="395" y="2044"/>
                    <a:pt x="473" y="2013"/>
                    <a:pt x="539" y="1947"/>
                  </a:cubicBezTo>
                  <a:lnTo>
                    <a:pt x="1947" y="507"/>
                  </a:lnTo>
                  <a:cubicBezTo>
                    <a:pt x="2073" y="396"/>
                    <a:pt x="2073" y="206"/>
                    <a:pt x="1947" y="96"/>
                  </a:cubicBezTo>
                  <a:cubicBezTo>
                    <a:pt x="1892" y="33"/>
                    <a:pt x="1817" y="1"/>
                    <a:pt x="174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5" name="Google Shape;895;p35"/>
            <p:cNvSpPr/>
            <p:nvPr/>
          </p:nvSpPr>
          <p:spPr>
            <a:xfrm>
              <a:off x="8176680" y="1583640"/>
              <a:ext cx="54720" cy="131040"/>
            </a:xfrm>
            <a:custGeom>
              <a:avLst/>
              <a:gdLst/>
              <a:ahLst/>
              <a:rect l="l" t="t" r="r" b="b"/>
              <a:pathLst>
                <a:path w="967" h="2294">
                  <a:moveTo>
                    <a:pt x="285" y="0"/>
                  </a:moveTo>
                  <a:cubicBezTo>
                    <a:pt x="264" y="0"/>
                    <a:pt x="243" y="2"/>
                    <a:pt x="222" y="7"/>
                  </a:cubicBezTo>
                  <a:cubicBezTo>
                    <a:pt x="95" y="39"/>
                    <a:pt x="0" y="165"/>
                    <a:pt x="32" y="308"/>
                  </a:cubicBezTo>
                  <a:lnTo>
                    <a:pt x="428" y="2096"/>
                  </a:lnTo>
                  <a:cubicBezTo>
                    <a:pt x="455" y="2218"/>
                    <a:pt x="551" y="2293"/>
                    <a:pt x="667" y="2293"/>
                  </a:cubicBezTo>
                  <a:cubicBezTo>
                    <a:pt x="687" y="2293"/>
                    <a:pt x="707" y="2291"/>
                    <a:pt x="728" y="2286"/>
                  </a:cubicBezTo>
                  <a:cubicBezTo>
                    <a:pt x="872" y="2254"/>
                    <a:pt x="967" y="2128"/>
                    <a:pt x="935" y="1986"/>
                  </a:cubicBezTo>
                  <a:lnTo>
                    <a:pt x="539" y="197"/>
                  </a:lnTo>
                  <a:cubicBezTo>
                    <a:pt x="512" y="76"/>
                    <a:pt x="404" y="0"/>
                    <a:pt x="28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6" name="Google Shape;896;p35"/>
            <p:cNvSpPr/>
            <p:nvPr/>
          </p:nvSpPr>
          <p:spPr>
            <a:xfrm>
              <a:off x="7253640" y="1704240"/>
              <a:ext cx="471240" cy="604800"/>
            </a:xfrm>
            <a:custGeom>
              <a:avLst/>
              <a:gdLst/>
              <a:ahLst/>
              <a:rect l="l" t="t" r="r" b="b"/>
              <a:pathLst>
                <a:path w="8214" h="10542">
                  <a:moveTo>
                    <a:pt x="0" y="0"/>
                  </a:moveTo>
                  <a:lnTo>
                    <a:pt x="0" y="10541"/>
                  </a:lnTo>
                  <a:lnTo>
                    <a:pt x="8214" y="10541"/>
                  </a:lnTo>
                  <a:lnTo>
                    <a:pt x="82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7" name="Google Shape;897;p35"/>
            <p:cNvSpPr/>
            <p:nvPr/>
          </p:nvSpPr>
          <p:spPr>
            <a:xfrm>
              <a:off x="6585120" y="1937880"/>
              <a:ext cx="743040" cy="327960"/>
            </a:xfrm>
            <a:custGeom>
              <a:avLst/>
              <a:gdLst/>
              <a:ahLst/>
              <a:rect l="l" t="t" r="r" b="b"/>
              <a:pathLst>
                <a:path w="12948" h="5724">
                  <a:moveTo>
                    <a:pt x="11416" y="1"/>
                  </a:moveTo>
                  <a:cubicBezTo>
                    <a:pt x="11284" y="1"/>
                    <a:pt x="11150" y="20"/>
                    <a:pt x="11016" y="61"/>
                  </a:cubicBezTo>
                  <a:lnTo>
                    <a:pt x="1140" y="3036"/>
                  </a:lnTo>
                  <a:cubicBezTo>
                    <a:pt x="412" y="3258"/>
                    <a:pt x="0" y="4018"/>
                    <a:pt x="207" y="4746"/>
                  </a:cubicBezTo>
                  <a:cubicBezTo>
                    <a:pt x="387" y="5340"/>
                    <a:pt x="937" y="5724"/>
                    <a:pt x="1529" y="5724"/>
                  </a:cubicBezTo>
                  <a:cubicBezTo>
                    <a:pt x="1662" y="5724"/>
                    <a:pt x="1798" y="5704"/>
                    <a:pt x="1931" y="5664"/>
                  </a:cubicBezTo>
                  <a:lnTo>
                    <a:pt x="11807" y="2703"/>
                  </a:lnTo>
                  <a:cubicBezTo>
                    <a:pt x="12536" y="2482"/>
                    <a:pt x="12947" y="1707"/>
                    <a:pt x="12725" y="979"/>
                  </a:cubicBezTo>
                  <a:cubicBezTo>
                    <a:pt x="12545" y="384"/>
                    <a:pt x="12005" y="1"/>
                    <a:pt x="1141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8" name="Google Shape;898;p35"/>
            <p:cNvSpPr/>
            <p:nvPr/>
          </p:nvSpPr>
          <p:spPr>
            <a:xfrm>
              <a:off x="7287120" y="1996200"/>
              <a:ext cx="197640" cy="41400"/>
            </a:xfrm>
            <a:custGeom>
              <a:avLst/>
              <a:gdLst/>
              <a:ahLst/>
              <a:rect l="l" t="t" r="r" b="b"/>
              <a:pathLst>
                <a:path w="3451" h="730">
                  <a:moveTo>
                    <a:pt x="348" y="0"/>
                  </a:moveTo>
                  <a:cubicBezTo>
                    <a:pt x="158" y="0"/>
                    <a:pt x="16" y="142"/>
                    <a:pt x="0" y="332"/>
                  </a:cubicBezTo>
                  <a:cubicBezTo>
                    <a:pt x="0" y="522"/>
                    <a:pt x="143" y="665"/>
                    <a:pt x="333" y="680"/>
                  </a:cubicBezTo>
                  <a:lnTo>
                    <a:pt x="3102" y="729"/>
                  </a:lnTo>
                  <a:cubicBezTo>
                    <a:pt x="3111" y="729"/>
                    <a:pt x="3119" y="730"/>
                    <a:pt x="3127" y="730"/>
                  </a:cubicBezTo>
                  <a:cubicBezTo>
                    <a:pt x="3306" y="730"/>
                    <a:pt x="3450" y="578"/>
                    <a:pt x="3450" y="412"/>
                  </a:cubicBezTo>
                  <a:cubicBezTo>
                    <a:pt x="3450" y="222"/>
                    <a:pt x="3309" y="64"/>
                    <a:pt x="3119" y="64"/>
                  </a:cubicBezTo>
                  <a:lnTo>
                    <a:pt x="34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9" name="Google Shape;899;p35"/>
            <p:cNvSpPr/>
            <p:nvPr/>
          </p:nvSpPr>
          <p:spPr>
            <a:xfrm>
              <a:off x="7281000" y="1929240"/>
              <a:ext cx="208440" cy="66240"/>
            </a:xfrm>
            <a:custGeom>
              <a:avLst/>
              <a:gdLst/>
              <a:ahLst/>
              <a:rect l="l" t="t" r="r" b="b"/>
              <a:pathLst>
                <a:path w="3642" h="1167">
                  <a:moveTo>
                    <a:pt x="3283" y="1"/>
                  </a:moveTo>
                  <a:cubicBezTo>
                    <a:pt x="3265" y="1"/>
                    <a:pt x="3248" y="2"/>
                    <a:pt x="3230" y="5"/>
                  </a:cubicBezTo>
                  <a:lnTo>
                    <a:pt x="317" y="497"/>
                  </a:lnTo>
                  <a:cubicBezTo>
                    <a:pt x="127" y="528"/>
                    <a:pt x="1" y="702"/>
                    <a:pt x="33" y="877"/>
                  </a:cubicBezTo>
                  <a:cubicBezTo>
                    <a:pt x="61" y="1047"/>
                    <a:pt x="203" y="1166"/>
                    <a:pt x="369" y="1166"/>
                  </a:cubicBezTo>
                  <a:cubicBezTo>
                    <a:pt x="389" y="1166"/>
                    <a:pt x="408" y="1165"/>
                    <a:pt x="428" y="1161"/>
                  </a:cubicBezTo>
                  <a:lnTo>
                    <a:pt x="3340" y="670"/>
                  </a:lnTo>
                  <a:cubicBezTo>
                    <a:pt x="3515" y="639"/>
                    <a:pt x="3641" y="465"/>
                    <a:pt x="3610" y="290"/>
                  </a:cubicBezTo>
                  <a:cubicBezTo>
                    <a:pt x="3581" y="120"/>
                    <a:pt x="3438" y="1"/>
                    <a:pt x="328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0" name="Google Shape;900;p35"/>
            <p:cNvSpPr/>
            <p:nvPr/>
          </p:nvSpPr>
          <p:spPr>
            <a:xfrm>
              <a:off x="7272720" y="1869480"/>
              <a:ext cx="189360" cy="87840"/>
            </a:xfrm>
            <a:custGeom>
              <a:avLst/>
              <a:gdLst/>
              <a:ahLst/>
              <a:rect l="l" t="t" r="r" b="b"/>
              <a:pathLst>
                <a:path w="3310" h="1543">
                  <a:moveTo>
                    <a:pt x="2930" y="1"/>
                  </a:moveTo>
                  <a:cubicBezTo>
                    <a:pt x="2893" y="1"/>
                    <a:pt x="2855" y="7"/>
                    <a:pt x="2818" y="20"/>
                  </a:cubicBezTo>
                  <a:lnTo>
                    <a:pt x="270" y="890"/>
                  </a:lnTo>
                  <a:cubicBezTo>
                    <a:pt x="81" y="953"/>
                    <a:pt x="1" y="1143"/>
                    <a:pt x="49" y="1318"/>
                  </a:cubicBezTo>
                  <a:cubicBezTo>
                    <a:pt x="99" y="1455"/>
                    <a:pt x="228" y="1543"/>
                    <a:pt x="365" y="1543"/>
                  </a:cubicBezTo>
                  <a:cubicBezTo>
                    <a:pt x="402" y="1543"/>
                    <a:pt x="439" y="1537"/>
                    <a:pt x="476" y="1523"/>
                  </a:cubicBezTo>
                  <a:lnTo>
                    <a:pt x="3024" y="653"/>
                  </a:lnTo>
                  <a:cubicBezTo>
                    <a:pt x="3214" y="605"/>
                    <a:pt x="3309" y="400"/>
                    <a:pt x="3246" y="225"/>
                  </a:cubicBezTo>
                  <a:cubicBezTo>
                    <a:pt x="3196" y="89"/>
                    <a:pt x="3067" y="1"/>
                    <a:pt x="293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1" name="Google Shape;901;p35"/>
            <p:cNvSpPr/>
            <p:nvPr/>
          </p:nvSpPr>
          <p:spPr>
            <a:xfrm>
              <a:off x="7181640" y="1914120"/>
              <a:ext cx="170280" cy="167400"/>
            </a:xfrm>
            <a:custGeom>
              <a:avLst/>
              <a:gdLst/>
              <a:ahLst/>
              <a:rect l="l" t="t" r="r" b="b"/>
              <a:pathLst>
                <a:path w="2976" h="2924">
                  <a:moveTo>
                    <a:pt x="2454" y="1"/>
                  </a:moveTo>
                  <a:lnTo>
                    <a:pt x="1378" y="191"/>
                  </a:lnTo>
                  <a:cubicBezTo>
                    <a:pt x="998" y="254"/>
                    <a:pt x="681" y="412"/>
                    <a:pt x="443" y="634"/>
                  </a:cubicBezTo>
                  <a:cubicBezTo>
                    <a:pt x="158" y="919"/>
                    <a:pt x="0" y="1299"/>
                    <a:pt x="63" y="1679"/>
                  </a:cubicBezTo>
                  <a:lnTo>
                    <a:pt x="111" y="1915"/>
                  </a:lnTo>
                  <a:cubicBezTo>
                    <a:pt x="208" y="2510"/>
                    <a:pt x="812" y="2924"/>
                    <a:pt x="1521" y="2924"/>
                  </a:cubicBezTo>
                  <a:cubicBezTo>
                    <a:pt x="1624" y="2924"/>
                    <a:pt x="1730" y="2915"/>
                    <a:pt x="1836" y="2897"/>
                  </a:cubicBezTo>
                  <a:lnTo>
                    <a:pt x="2912" y="2723"/>
                  </a:lnTo>
                  <a:cubicBezTo>
                    <a:pt x="2944" y="2707"/>
                    <a:pt x="2976" y="2675"/>
                    <a:pt x="2976" y="2644"/>
                  </a:cubicBezTo>
                  <a:lnTo>
                    <a:pt x="2532" y="48"/>
                  </a:lnTo>
                  <a:cubicBezTo>
                    <a:pt x="2517" y="16"/>
                    <a:pt x="2486" y="1"/>
                    <a:pt x="245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2" name="Google Shape;902;p35"/>
            <p:cNvSpPr/>
            <p:nvPr/>
          </p:nvSpPr>
          <p:spPr>
            <a:xfrm>
              <a:off x="7288920" y="2032200"/>
              <a:ext cx="150480" cy="59040"/>
            </a:xfrm>
            <a:custGeom>
              <a:avLst/>
              <a:gdLst/>
              <a:ahLst/>
              <a:rect l="l" t="t" r="r" b="b"/>
              <a:pathLst>
                <a:path w="2629" h="1041">
                  <a:moveTo>
                    <a:pt x="336" y="0"/>
                  </a:moveTo>
                  <a:cubicBezTo>
                    <a:pt x="200" y="0"/>
                    <a:pt x="76" y="90"/>
                    <a:pt x="49" y="228"/>
                  </a:cubicBezTo>
                  <a:cubicBezTo>
                    <a:pt x="1" y="386"/>
                    <a:pt x="112" y="545"/>
                    <a:pt x="270" y="592"/>
                  </a:cubicBezTo>
                  <a:lnTo>
                    <a:pt x="2248" y="1035"/>
                  </a:lnTo>
                  <a:cubicBezTo>
                    <a:pt x="2269" y="1039"/>
                    <a:pt x="2289" y="1041"/>
                    <a:pt x="2309" y="1041"/>
                  </a:cubicBezTo>
                  <a:cubicBezTo>
                    <a:pt x="2445" y="1041"/>
                    <a:pt x="2569" y="951"/>
                    <a:pt x="2596" y="813"/>
                  </a:cubicBezTo>
                  <a:cubicBezTo>
                    <a:pt x="2628" y="640"/>
                    <a:pt x="2533" y="481"/>
                    <a:pt x="2375" y="450"/>
                  </a:cubicBezTo>
                  <a:lnTo>
                    <a:pt x="397" y="7"/>
                  </a:lnTo>
                  <a:cubicBezTo>
                    <a:pt x="377" y="2"/>
                    <a:pt x="356" y="0"/>
                    <a:pt x="33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3" name="Google Shape;903;p35"/>
            <p:cNvSpPr/>
            <p:nvPr/>
          </p:nvSpPr>
          <p:spPr>
            <a:xfrm rot="1550400">
              <a:off x="7600680" y="2556720"/>
              <a:ext cx="1320480" cy="1320480"/>
            </a:xfrm>
            <a:prstGeom prst="lightningBol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PlaceHolder 1"/>
          <p:cNvSpPr>
            <a:spLocks noGrp="1"/>
          </p:cNvSpPr>
          <p:nvPr>
            <p:ph type="title"/>
          </p:nvPr>
        </p:nvSpPr>
        <p:spPr>
          <a:xfrm>
            <a:off x="720000" y="1618920"/>
            <a:ext cx="4948560" cy="84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N</a:t>
            </a: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o</a:t>
            </a: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s</a:t>
            </a: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s</a:t>
            </a: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o</a:t>
            </a: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s </a:t>
            </a: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o</a:t>
            </a: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b</a:t>
            </a: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j</a:t>
            </a: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e</a:t>
            </a: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t</a:t>
            </a: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i</a:t>
            </a: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v</a:t>
            </a: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o</a:t>
            </a:r>
            <a:r>
              <a:rPr b="1" lang="en" sz="4500" spc="-1" strike="noStrike">
                <a:solidFill>
                  <a:srgbClr val="434343"/>
                </a:solidFill>
                <a:latin typeface="Lexend Deca"/>
                <a:ea typeface="Lexend Deca"/>
              </a:rPr>
              <a:t>s</a:t>
            </a:r>
            <a:endParaRPr b="0" lang="pt-BR" sz="4500" spc="-1" strike="noStrike">
              <a:latin typeface="Arial"/>
            </a:endParaRPr>
          </a:p>
        </p:txBody>
      </p:sp>
      <p:sp>
        <p:nvSpPr>
          <p:cNvPr id="1775" name="PlaceHolder 2"/>
          <p:cNvSpPr>
            <a:spLocks noGrp="1"/>
          </p:cNvSpPr>
          <p:nvPr>
            <p:ph type="subTitle"/>
          </p:nvPr>
        </p:nvSpPr>
        <p:spPr>
          <a:xfrm>
            <a:off x="749160" y="2927880"/>
            <a:ext cx="466056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Tra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zer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inf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or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ma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çõ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es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so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bre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as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ma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triz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es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en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erg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éti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cas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bra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sil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eir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as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co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m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em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ba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sa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me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nto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em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pe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sq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uis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as.</a:t>
            </a:r>
            <a:endParaRPr b="0" lang="pt-BR" sz="2000" spc="-1" strike="noStrike">
              <a:latin typeface="Arial"/>
            </a:endParaRPr>
          </a:p>
        </p:txBody>
      </p:sp>
      <p:grpSp>
        <p:nvGrpSpPr>
          <p:cNvPr id="1776" name="Google Shape;939;p38"/>
          <p:cNvGrpSpPr/>
          <p:nvPr/>
        </p:nvGrpSpPr>
        <p:grpSpPr>
          <a:xfrm>
            <a:off x="6447600" y="1371600"/>
            <a:ext cx="2028960" cy="2399760"/>
            <a:chOff x="6447600" y="1371600"/>
            <a:chExt cx="2028960" cy="2399760"/>
          </a:xfrm>
        </p:grpSpPr>
        <p:sp>
          <p:nvSpPr>
            <p:cNvPr id="1777" name="Google Shape;940;p38"/>
            <p:cNvSpPr/>
            <p:nvPr/>
          </p:nvSpPr>
          <p:spPr>
            <a:xfrm>
              <a:off x="6447600" y="1371600"/>
              <a:ext cx="2028960" cy="23997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8" name="Google Shape;941;p38"/>
            <p:cNvSpPr/>
            <p:nvPr/>
          </p:nvSpPr>
          <p:spPr>
            <a:xfrm>
              <a:off x="7163640" y="2020320"/>
              <a:ext cx="614520" cy="1010520"/>
            </a:xfrm>
            <a:custGeom>
              <a:avLst/>
              <a:gdLst/>
              <a:ahLst/>
              <a:rect l="l" t="t" r="r" b="b"/>
              <a:pathLst>
                <a:path w="16192" h="26607">
                  <a:moveTo>
                    <a:pt x="1" y="0"/>
                  </a:moveTo>
                  <a:lnTo>
                    <a:pt x="1" y="26607"/>
                  </a:lnTo>
                  <a:lnTo>
                    <a:pt x="16192" y="26607"/>
                  </a:lnTo>
                  <a:lnTo>
                    <a:pt x="1619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9" name="Google Shape;942;p38"/>
            <p:cNvSpPr/>
            <p:nvPr/>
          </p:nvSpPr>
          <p:spPr>
            <a:xfrm>
              <a:off x="7247880" y="2486880"/>
              <a:ext cx="456480" cy="456480"/>
            </a:xfrm>
            <a:custGeom>
              <a:avLst/>
              <a:gdLst/>
              <a:ahLst/>
              <a:rect l="l" t="t" r="r" b="b"/>
              <a:pathLst>
                <a:path w="12030" h="12030">
                  <a:moveTo>
                    <a:pt x="1" y="0"/>
                  </a:moveTo>
                  <a:lnTo>
                    <a:pt x="1" y="12029"/>
                  </a:lnTo>
                  <a:lnTo>
                    <a:pt x="12030" y="12029"/>
                  </a:lnTo>
                  <a:lnTo>
                    <a:pt x="1203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0" name="Google Shape;943;p38"/>
            <p:cNvSpPr/>
            <p:nvPr/>
          </p:nvSpPr>
          <p:spPr>
            <a:xfrm>
              <a:off x="7247880" y="2097000"/>
              <a:ext cx="456480" cy="456480"/>
            </a:xfrm>
            <a:custGeom>
              <a:avLst/>
              <a:gdLst/>
              <a:ahLst/>
              <a:rect l="l" t="t" r="r" b="b"/>
              <a:pathLst>
                <a:path w="12030" h="12030">
                  <a:moveTo>
                    <a:pt x="1" y="0"/>
                  </a:moveTo>
                  <a:lnTo>
                    <a:pt x="1" y="12029"/>
                  </a:lnTo>
                  <a:lnTo>
                    <a:pt x="12030" y="12029"/>
                  </a:lnTo>
                  <a:lnTo>
                    <a:pt x="1203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1" name="Google Shape;944;p38"/>
            <p:cNvSpPr/>
            <p:nvPr/>
          </p:nvSpPr>
          <p:spPr>
            <a:xfrm>
              <a:off x="7305480" y="1632960"/>
              <a:ext cx="144360" cy="237960"/>
            </a:xfrm>
            <a:custGeom>
              <a:avLst/>
              <a:gdLst/>
              <a:ahLst/>
              <a:rect l="l" t="t" r="r" b="b"/>
              <a:pathLst>
                <a:path w="3815" h="6285">
                  <a:moveTo>
                    <a:pt x="1915" y="1076"/>
                  </a:moveTo>
                  <a:cubicBezTo>
                    <a:pt x="2374" y="1076"/>
                    <a:pt x="2406" y="1520"/>
                    <a:pt x="2406" y="1884"/>
                  </a:cubicBezTo>
                  <a:lnTo>
                    <a:pt x="2406" y="4353"/>
                  </a:lnTo>
                  <a:cubicBezTo>
                    <a:pt x="2406" y="4702"/>
                    <a:pt x="2374" y="5208"/>
                    <a:pt x="1931" y="5208"/>
                  </a:cubicBezTo>
                  <a:cubicBezTo>
                    <a:pt x="1472" y="5208"/>
                    <a:pt x="1408" y="4702"/>
                    <a:pt x="1408" y="4353"/>
                  </a:cubicBezTo>
                  <a:lnTo>
                    <a:pt x="1408" y="1884"/>
                  </a:lnTo>
                  <a:cubicBezTo>
                    <a:pt x="1408" y="1520"/>
                    <a:pt x="1472" y="1076"/>
                    <a:pt x="1915" y="1076"/>
                  </a:cubicBezTo>
                  <a:close/>
                  <a:moveTo>
                    <a:pt x="1931" y="0"/>
                  </a:moveTo>
                  <a:cubicBezTo>
                    <a:pt x="697" y="0"/>
                    <a:pt x="0" y="650"/>
                    <a:pt x="0" y="1789"/>
                  </a:cubicBezTo>
                  <a:lnTo>
                    <a:pt x="0" y="4242"/>
                  </a:lnTo>
                  <a:cubicBezTo>
                    <a:pt x="0" y="5588"/>
                    <a:pt x="507" y="6284"/>
                    <a:pt x="1931" y="6284"/>
                  </a:cubicBezTo>
                  <a:cubicBezTo>
                    <a:pt x="3339" y="6284"/>
                    <a:pt x="3814" y="5588"/>
                    <a:pt x="3814" y="4242"/>
                  </a:cubicBezTo>
                  <a:lnTo>
                    <a:pt x="3814" y="1789"/>
                  </a:lnTo>
                  <a:cubicBezTo>
                    <a:pt x="3814" y="650"/>
                    <a:pt x="3149" y="0"/>
                    <a:pt x="193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2" name="Google Shape;945;p38"/>
            <p:cNvSpPr/>
            <p:nvPr/>
          </p:nvSpPr>
          <p:spPr>
            <a:xfrm>
              <a:off x="7475760" y="1638360"/>
              <a:ext cx="141840" cy="227160"/>
            </a:xfrm>
            <a:custGeom>
              <a:avLst/>
              <a:gdLst/>
              <a:ahLst/>
              <a:rect l="l" t="t" r="r" b="b"/>
              <a:pathLst>
                <a:path w="3753" h="5999">
                  <a:moveTo>
                    <a:pt x="1" y="0"/>
                  </a:moveTo>
                  <a:lnTo>
                    <a:pt x="1" y="5998"/>
                  </a:lnTo>
                  <a:lnTo>
                    <a:pt x="1330" y="5998"/>
                  </a:lnTo>
                  <a:lnTo>
                    <a:pt x="1204" y="2659"/>
                  </a:lnTo>
                  <a:lnTo>
                    <a:pt x="1220" y="2643"/>
                  </a:lnTo>
                  <a:lnTo>
                    <a:pt x="2312" y="5998"/>
                  </a:lnTo>
                  <a:lnTo>
                    <a:pt x="3753" y="5998"/>
                  </a:lnTo>
                  <a:lnTo>
                    <a:pt x="3753" y="0"/>
                  </a:lnTo>
                  <a:lnTo>
                    <a:pt x="2423" y="0"/>
                  </a:lnTo>
                  <a:lnTo>
                    <a:pt x="2550" y="3356"/>
                  </a:lnTo>
                  <a:lnTo>
                    <a:pt x="2533" y="3356"/>
                  </a:lnTo>
                  <a:lnTo>
                    <a:pt x="1442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3" name="Google Shape;946;p38"/>
            <p:cNvSpPr/>
            <p:nvPr/>
          </p:nvSpPr>
          <p:spPr>
            <a:xfrm>
              <a:off x="7238160" y="3233520"/>
              <a:ext cx="144360" cy="238680"/>
            </a:xfrm>
            <a:custGeom>
              <a:avLst/>
              <a:gdLst/>
              <a:ahLst/>
              <a:rect l="l" t="t" r="r" b="b"/>
              <a:pathLst>
                <a:path w="3815" h="6300">
                  <a:moveTo>
                    <a:pt x="1915" y="1092"/>
                  </a:moveTo>
                  <a:cubicBezTo>
                    <a:pt x="2375" y="1092"/>
                    <a:pt x="2406" y="1519"/>
                    <a:pt x="2406" y="1899"/>
                  </a:cubicBezTo>
                  <a:lnTo>
                    <a:pt x="2406" y="4352"/>
                  </a:lnTo>
                  <a:cubicBezTo>
                    <a:pt x="2406" y="4700"/>
                    <a:pt x="2375" y="5207"/>
                    <a:pt x="1915" y="5207"/>
                  </a:cubicBezTo>
                  <a:cubicBezTo>
                    <a:pt x="1472" y="5207"/>
                    <a:pt x="1409" y="4700"/>
                    <a:pt x="1409" y="4352"/>
                  </a:cubicBezTo>
                  <a:lnTo>
                    <a:pt x="1409" y="1899"/>
                  </a:lnTo>
                  <a:cubicBezTo>
                    <a:pt x="1409" y="1519"/>
                    <a:pt x="1472" y="1092"/>
                    <a:pt x="1915" y="1092"/>
                  </a:cubicBezTo>
                  <a:close/>
                  <a:moveTo>
                    <a:pt x="1915" y="0"/>
                  </a:moveTo>
                  <a:cubicBezTo>
                    <a:pt x="697" y="0"/>
                    <a:pt x="1" y="648"/>
                    <a:pt x="1" y="1804"/>
                  </a:cubicBezTo>
                  <a:lnTo>
                    <a:pt x="1" y="4242"/>
                  </a:lnTo>
                  <a:cubicBezTo>
                    <a:pt x="1" y="5587"/>
                    <a:pt x="491" y="6299"/>
                    <a:pt x="1915" y="6299"/>
                  </a:cubicBezTo>
                  <a:cubicBezTo>
                    <a:pt x="3340" y="6299"/>
                    <a:pt x="3814" y="5587"/>
                    <a:pt x="3814" y="4242"/>
                  </a:cubicBezTo>
                  <a:lnTo>
                    <a:pt x="3814" y="1804"/>
                  </a:lnTo>
                  <a:cubicBezTo>
                    <a:pt x="3814" y="648"/>
                    <a:pt x="3150" y="0"/>
                    <a:pt x="191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4" name="Google Shape;947;p38"/>
            <p:cNvSpPr/>
            <p:nvPr/>
          </p:nvSpPr>
          <p:spPr>
            <a:xfrm>
              <a:off x="7410240" y="3238920"/>
              <a:ext cx="124920" cy="227880"/>
            </a:xfrm>
            <a:custGeom>
              <a:avLst/>
              <a:gdLst/>
              <a:ahLst/>
              <a:rect l="l" t="t" r="r" b="b"/>
              <a:pathLst>
                <a:path w="3308" h="6016">
                  <a:moveTo>
                    <a:pt x="0" y="1"/>
                  </a:moveTo>
                  <a:lnTo>
                    <a:pt x="0" y="6015"/>
                  </a:lnTo>
                  <a:lnTo>
                    <a:pt x="1408" y="6015"/>
                  </a:lnTo>
                  <a:lnTo>
                    <a:pt x="1408" y="3468"/>
                  </a:lnTo>
                  <a:lnTo>
                    <a:pt x="3149" y="3468"/>
                  </a:lnTo>
                  <a:lnTo>
                    <a:pt x="3149" y="2280"/>
                  </a:lnTo>
                  <a:lnTo>
                    <a:pt x="1408" y="2280"/>
                  </a:lnTo>
                  <a:lnTo>
                    <a:pt x="1408" y="1204"/>
                  </a:lnTo>
                  <a:lnTo>
                    <a:pt x="3308" y="1204"/>
                  </a:lnTo>
                  <a:lnTo>
                    <a:pt x="3308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5" name="Google Shape;948;p38"/>
            <p:cNvSpPr/>
            <p:nvPr/>
          </p:nvSpPr>
          <p:spPr>
            <a:xfrm>
              <a:off x="7561800" y="3238920"/>
              <a:ext cx="125640" cy="227880"/>
            </a:xfrm>
            <a:custGeom>
              <a:avLst/>
              <a:gdLst/>
              <a:ahLst/>
              <a:rect l="l" t="t" r="r" b="b"/>
              <a:pathLst>
                <a:path w="3325" h="6016">
                  <a:moveTo>
                    <a:pt x="1" y="1"/>
                  </a:moveTo>
                  <a:lnTo>
                    <a:pt x="1" y="6015"/>
                  </a:lnTo>
                  <a:lnTo>
                    <a:pt x="1409" y="6015"/>
                  </a:lnTo>
                  <a:lnTo>
                    <a:pt x="1409" y="3468"/>
                  </a:lnTo>
                  <a:lnTo>
                    <a:pt x="3166" y="3468"/>
                  </a:lnTo>
                  <a:lnTo>
                    <a:pt x="3166" y="2280"/>
                  </a:lnTo>
                  <a:lnTo>
                    <a:pt x="1409" y="2280"/>
                  </a:lnTo>
                  <a:lnTo>
                    <a:pt x="1409" y="1204"/>
                  </a:lnTo>
                  <a:lnTo>
                    <a:pt x="3325" y="1204"/>
                  </a:lnTo>
                  <a:lnTo>
                    <a:pt x="3325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PlaceHolder 1"/>
          <p:cNvSpPr>
            <a:spLocks noGrp="1"/>
          </p:cNvSpPr>
          <p:nvPr>
            <p:ph type="title"/>
          </p:nvPr>
        </p:nvSpPr>
        <p:spPr>
          <a:xfrm>
            <a:off x="720000" y="1588680"/>
            <a:ext cx="3924720" cy="57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T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i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p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o 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d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e 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si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t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e</a:t>
            </a:r>
            <a:endParaRPr b="0" lang="pt-BR" sz="3500" spc="-1" strike="noStrike">
              <a:latin typeface="Arial"/>
            </a:endParaRPr>
          </a:p>
        </p:txBody>
      </p:sp>
      <p:sp>
        <p:nvSpPr>
          <p:cNvPr id="1787" name="PlaceHolder 2"/>
          <p:cNvSpPr>
            <a:spLocks noGrp="1"/>
          </p:cNvSpPr>
          <p:nvPr>
            <p:ph type="subTitle"/>
          </p:nvPr>
        </p:nvSpPr>
        <p:spPr>
          <a:xfrm>
            <a:off x="724320" y="2208240"/>
            <a:ext cx="3924720" cy="1009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Ser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um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sit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inf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or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ma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tiv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o e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ma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is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din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âm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ico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,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int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era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tiv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o e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co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mp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atí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vel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.</a:t>
            </a:r>
            <a:endParaRPr b="0" lang="pt-BR" sz="2000" spc="-1" strike="noStrike">
              <a:latin typeface="Arial"/>
            </a:endParaRPr>
          </a:p>
        </p:txBody>
      </p:sp>
      <p:grpSp>
        <p:nvGrpSpPr>
          <p:cNvPr id="1788" name="Google Shape;1080;p42"/>
          <p:cNvGrpSpPr/>
          <p:nvPr/>
        </p:nvGrpSpPr>
        <p:grpSpPr>
          <a:xfrm>
            <a:off x="6393960" y="833760"/>
            <a:ext cx="1617120" cy="3475440"/>
            <a:chOff x="6393960" y="833760"/>
            <a:chExt cx="1617120" cy="3475440"/>
          </a:xfrm>
        </p:grpSpPr>
        <p:sp>
          <p:nvSpPr>
            <p:cNvPr id="1789" name="Google Shape;1081;p42"/>
            <p:cNvSpPr/>
            <p:nvPr/>
          </p:nvSpPr>
          <p:spPr>
            <a:xfrm>
              <a:off x="6393960" y="1148040"/>
              <a:ext cx="1617120" cy="31611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0" name="Google Shape;1082;p42"/>
            <p:cNvSpPr/>
            <p:nvPr/>
          </p:nvSpPr>
          <p:spPr>
            <a:xfrm>
              <a:off x="6751080" y="833760"/>
              <a:ext cx="903600" cy="9291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791" name="Google Shape;1083;p42"/>
            <p:cNvGrpSpPr/>
            <p:nvPr/>
          </p:nvGrpSpPr>
          <p:grpSpPr>
            <a:xfrm>
              <a:off x="6535080" y="1265040"/>
              <a:ext cx="1332000" cy="2928600"/>
              <a:chOff x="6535080" y="1265040"/>
              <a:chExt cx="1332000" cy="2928600"/>
            </a:xfrm>
          </p:grpSpPr>
          <p:sp>
            <p:nvSpPr>
              <p:cNvPr id="1792" name="Google Shape;1084;p42"/>
              <p:cNvSpPr/>
              <p:nvPr/>
            </p:nvSpPr>
            <p:spPr>
              <a:xfrm>
                <a:off x="6535080" y="1265040"/>
                <a:ext cx="1332000" cy="375120"/>
              </a:xfrm>
              <a:custGeom>
                <a:avLst/>
                <a:gdLst/>
                <a:ahLst/>
                <a:rect l="l" t="t" r="r" b="b"/>
                <a:pathLst>
                  <a:path w="11540" h="4496">
                    <a:moveTo>
                      <a:pt x="1" y="0"/>
                    </a:moveTo>
                    <a:lnTo>
                      <a:pt x="1" y="4495"/>
                    </a:lnTo>
                    <a:lnTo>
                      <a:pt x="11539" y="4495"/>
                    </a:lnTo>
                    <a:lnTo>
                      <a:pt x="1153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93" name="Google Shape;1085;p42"/>
              <p:cNvSpPr/>
              <p:nvPr/>
            </p:nvSpPr>
            <p:spPr>
              <a:xfrm>
                <a:off x="6535080" y="1777320"/>
                <a:ext cx="1332000" cy="373680"/>
              </a:xfrm>
              <a:custGeom>
                <a:avLst/>
                <a:gdLst/>
                <a:ahLst/>
                <a:rect l="l" t="t" r="r" b="b"/>
                <a:pathLst>
                  <a:path w="11540" h="4479">
                    <a:moveTo>
                      <a:pt x="1" y="0"/>
                    </a:moveTo>
                    <a:lnTo>
                      <a:pt x="1" y="4479"/>
                    </a:lnTo>
                    <a:lnTo>
                      <a:pt x="11539" y="4479"/>
                    </a:lnTo>
                    <a:lnTo>
                      <a:pt x="1153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94" name="Google Shape;1086;p42"/>
              <p:cNvSpPr/>
              <p:nvPr/>
            </p:nvSpPr>
            <p:spPr>
              <a:xfrm>
                <a:off x="6535080" y="2287800"/>
                <a:ext cx="1332000" cy="373680"/>
              </a:xfrm>
              <a:custGeom>
                <a:avLst/>
                <a:gdLst/>
                <a:ahLst/>
                <a:rect l="l" t="t" r="r" b="b"/>
                <a:pathLst>
                  <a:path w="11540" h="4480">
                    <a:moveTo>
                      <a:pt x="1" y="1"/>
                    </a:moveTo>
                    <a:lnTo>
                      <a:pt x="1" y="4479"/>
                    </a:lnTo>
                    <a:lnTo>
                      <a:pt x="11539" y="4479"/>
                    </a:lnTo>
                    <a:lnTo>
                      <a:pt x="11539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95" name="Google Shape;1087;p42"/>
              <p:cNvSpPr/>
              <p:nvPr/>
            </p:nvSpPr>
            <p:spPr>
              <a:xfrm>
                <a:off x="6535080" y="2798640"/>
                <a:ext cx="1332000" cy="373680"/>
              </a:xfrm>
              <a:custGeom>
                <a:avLst/>
                <a:gdLst/>
                <a:ahLst/>
                <a:rect l="l" t="t" r="r" b="b"/>
                <a:pathLst>
                  <a:path w="11540" h="4479">
                    <a:moveTo>
                      <a:pt x="1" y="0"/>
                    </a:moveTo>
                    <a:lnTo>
                      <a:pt x="1" y="4479"/>
                    </a:lnTo>
                    <a:lnTo>
                      <a:pt x="11539" y="4479"/>
                    </a:lnTo>
                    <a:lnTo>
                      <a:pt x="1153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96" name="Google Shape;1088;p42"/>
              <p:cNvSpPr/>
              <p:nvPr/>
            </p:nvSpPr>
            <p:spPr>
              <a:xfrm>
                <a:off x="6535080" y="3309480"/>
                <a:ext cx="1332000" cy="373680"/>
              </a:xfrm>
              <a:custGeom>
                <a:avLst/>
                <a:gdLst/>
                <a:ahLst/>
                <a:rect l="l" t="t" r="r" b="b"/>
                <a:pathLst>
                  <a:path w="11540" h="4480">
                    <a:moveTo>
                      <a:pt x="1" y="1"/>
                    </a:moveTo>
                    <a:lnTo>
                      <a:pt x="1" y="4479"/>
                    </a:lnTo>
                    <a:lnTo>
                      <a:pt x="11539" y="4479"/>
                    </a:lnTo>
                    <a:lnTo>
                      <a:pt x="1153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97" name="Google Shape;1089;p42"/>
              <p:cNvSpPr/>
              <p:nvPr/>
            </p:nvSpPr>
            <p:spPr>
              <a:xfrm>
                <a:off x="6535080" y="3819960"/>
                <a:ext cx="1332000" cy="373680"/>
              </a:xfrm>
              <a:custGeom>
                <a:avLst/>
                <a:gdLst/>
                <a:ahLst/>
                <a:rect l="l" t="t" r="r" b="b"/>
                <a:pathLst>
                  <a:path w="11540" h="4479">
                    <a:moveTo>
                      <a:pt x="1" y="0"/>
                    </a:moveTo>
                    <a:lnTo>
                      <a:pt x="1" y="4479"/>
                    </a:lnTo>
                    <a:lnTo>
                      <a:pt x="11539" y="4479"/>
                    </a:lnTo>
                    <a:lnTo>
                      <a:pt x="1153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1798" name="Google Shape;1090;p42"/>
          <p:cNvSpPr/>
          <p:nvPr/>
        </p:nvSpPr>
        <p:spPr>
          <a:xfrm>
            <a:off x="4495680" y="906120"/>
            <a:ext cx="634680" cy="63468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9" name="Google Shape;1091;p42"/>
          <p:cNvSpPr/>
          <p:nvPr/>
        </p:nvSpPr>
        <p:spPr>
          <a:xfrm>
            <a:off x="8784360" y="2350800"/>
            <a:ext cx="923760" cy="4413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PlaceHolder 1"/>
          <p:cNvSpPr>
            <a:spLocks noGrp="1"/>
          </p:cNvSpPr>
          <p:nvPr>
            <p:ph type="title"/>
          </p:nvPr>
        </p:nvSpPr>
        <p:spPr>
          <a:xfrm>
            <a:off x="4501080" y="1588680"/>
            <a:ext cx="3924720" cy="57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P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r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o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p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o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s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t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a</a:t>
            </a:r>
            <a:endParaRPr b="0" lang="pt-BR" sz="3500" spc="-1" strike="noStrike">
              <a:latin typeface="Arial"/>
            </a:endParaRPr>
          </a:p>
        </p:txBody>
      </p:sp>
      <p:sp>
        <p:nvSpPr>
          <p:cNvPr id="1801" name="PlaceHolder 2"/>
          <p:cNvSpPr>
            <a:spLocks noGrp="1"/>
          </p:cNvSpPr>
          <p:nvPr>
            <p:ph type="subTitle"/>
          </p:nvPr>
        </p:nvSpPr>
        <p:spPr>
          <a:xfrm>
            <a:off x="4505400" y="2208240"/>
            <a:ext cx="3924720" cy="1050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algn="r">
              <a:lnSpc>
                <a:spcPct val="100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T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r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z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r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n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f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o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r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m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ç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õ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s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d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f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o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n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t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s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c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o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n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f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á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v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s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,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c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o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m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u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m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l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n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g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u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g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m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m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s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c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n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t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í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f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c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,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d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d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o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s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s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t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t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í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s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t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c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o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s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802" name="Google Shape;1098;p43"/>
          <p:cNvSpPr/>
          <p:nvPr/>
        </p:nvSpPr>
        <p:spPr>
          <a:xfrm>
            <a:off x="2805840" y="1779840"/>
            <a:ext cx="62640" cy="453960"/>
          </a:xfrm>
          <a:custGeom>
            <a:avLst/>
            <a:gdLst/>
            <a:ahLst/>
            <a:rect l="l" t="t" r="r" b="b"/>
            <a:pathLst>
              <a:path w="871" h="6254">
                <a:moveTo>
                  <a:pt x="427" y="1"/>
                </a:moveTo>
                <a:cubicBezTo>
                  <a:pt x="191" y="1"/>
                  <a:pt x="1" y="191"/>
                  <a:pt x="1" y="429"/>
                </a:cubicBezTo>
                <a:lnTo>
                  <a:pt x="1" y="5825"/>
                </a:lnTo>
                <a:cubicBezTo>
                  <a:pt x="1" y="6063"/>
                  <a:pt x="191" y="6253"/>
                  <a:pt x="427" y="6253"/>
                </a:cubicBezTo>
                <a:cubicBezTo>
                  <a:pt x="665" y="6253"/>
                  <a:pt x="871" y="6063"/>
                  <a:pt x="871" y="5825"/>
                </a:cubicBezTo>
                <a:lnTo>
                  <a:pt x="871" y="429"/>
                </a:lnTo>
                <a:cubicBezTo>
                  <a:pt x="871" y="191"/>
                  <a:pt x="665" y="1"/>
                  <a:pt x="427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803" name="Google Shape;1099;p43"/>
          <p:cNvGrpSpPr/>
          <p:nvPr/>
        </p:nvGrpSpPr>
        <p:grpSpPr>
          <a:xfrm>
            <a:off x="718200" y="907920"/>
            <a:ext cx="2404440" cy="3327120"/>
            <a:chOff x="718200" y="907920"/>
            <a:chExt cx="2404440" cy="3327120"/>
          </a:xfrm>
        </p:grpSpPr>
        <p:sp>
          <p:nvSpPr>
            <p:cNvPr id="1804" name="Google Shape;1100;p43"/>
            <p:cNvSpPr/>
            <p:nvPr/>
          </p:nvSpPr>
          <p:spPr>
            <a:xfrm>
              <a:off x="718200" y="907920"/>
              <a:ext cx="1722960" cy="332712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5" name="Google Shape;1101;p43"/>
            <p:cNvSpPr/>
            <p:nvPr/>
          </p:nvSpPr>
          <p:spPr>
            <a:xfrm>
              <a:off x="2590920" y="1732320"/>
              <a:ext cx="65160" cy="480600"/>
            </a:xfrm>
            <a:custGeom>
              <a:avLst/>
              <a:gdLst/>
              <a:ahLst/>
              <a:rect l="l" t="t" r="r" b="b"/>
              <a:pathLst>
                <a:path w="855" h="6254">
                  <a:moveTo>
                    <a:pt x="427" y="1"/>
                  </a:moveTo>
                  <a:cubicBezTo>
                    <a:pt x="190" y="1"/>
                    <a:pt x="0" y="191"/>
                    <a:pt x="0" y="429"/>
                  </a:cubicBezTo>
                  <a:lnTo>
                    <a:pt x="0" y="5825"/>
                  </a:lnTo>
                  <a:cubicBezTo>
                    <a:pt x="0" y="6063"/>
                    <a:pt x="190" y="6253"/>
                    <a:pt x="427" y="6253"/>
                  </a:cubicBezTo>
                  <a:cubicBezTo>
                    <a:pt x="665" y="6253"/>
                    <a:pt x="855" y="6063"/>
                    <a:pt x="855" y="5825"/>
                  </a:cubicBezTo>
                  <a:lnTo>
                    <a:pt x="855" y="429"/>
                  </a:lnTo>
                  <a:cubicBezTo>
                    <a:pt x="855" y="191"/>
                    <a:pt x="665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6" name="Google Shape;1102;p43"/>
            <p:cNvSpPr/>
            <p:nvPr/>
          </p:nvSpPr>
          <p:spPr>
            <a:xfrm>
              <a:off x="2383920" y="2647080"/>
              <a:ext cx="420840" cy="1352520"/>
            </a:xfrm>
            <a:custGeom>
              <a:avLst/>
              <a:gdLst/>
              <a:ahLst/>
              <a:rect l="l" t="t" r="r" b="b"/>
              <a:pathLst>
                <a:path w="5477" h="17585">
                  <a:moveTo>
                    <a:pt x="5144" y="1"/>
                  </a:moveTo>
                  <a:cubicBezTo>
                    <a:pt x="5144" y="6315"/>
                    <a:pt x="4827" y="10399"/>
                    <a:pt x="4574" y="12710"/>
                  </a:cubicBezTo>
                  <a:cubicBezTo>
                    <a:pt x="4131" y="16698"/>
                    <a:pt x="3641" y="17190"/>
                    <a:pt x="3578" y="17253"/>
                  </a:cubicBezTo>
                  <a:cubicBezTo>
                    <a:pt x="3529" y="17205"/>
                    <a:pt x="3324" y="16968"/>
                    <a:pt x="3150" y="15527"/>
                  </a:cubicBezTo>
                  <a:cubicBezTo>
                    <a:pt x="3008" y="14341"/>
                    <a:pt x="2944" y="12583"/>
                    <a:pt x="2944" y="10479"/>
                  </a:cubicBezTo>
                  <a:cubicBezTo>
                    <a:pt x="2944" y="4306"/>
                    <a:pt x="2311" y="934"/>
                    <a:pt x="1077" y="459"/>
                  </a:cubicBezTo>
                  <a:cubicBezTo>
                    <a:pt x="969" y="419"/>
                    <a:pt x="866" y="403"/>
                    <a:pt x="769" y="403"/>
                  </a:cubicBezTo>
                  <a:cubicBezTo>
                    <a:pt x="325" y="403"/>
                    <a:pt x="13" y="747"/>
                    <a:pt x="1" y="760"/>
                  </a:cubicBezTo>
                  <a:lnTo>
                    <a:pt x="254" y="997"/>
                  </a:lnTo>
                  <a:cubicBezTo>
                    <a:pt x="266" y="985"/>
                    <a:pt x="487" y="742"/>
                    <a:pt x="771" y="742"/>
                  </a:cubicBezTo>
                  <a:cubicBezTo>
                    <a:pt x="829" y="742"/>
                    <a:pt x="889" y="752"/>
                    <a:pt x="950" y="776"/>
                  </a:cubicBezTo>
                  <a:cubicBezTo>
                    <a:pt x="1250" y="887"/>
                    <a:pt x="1662" y="1330"/>
                    <a:pt x="2010" y="2818"/>
                  </a:cubicBezTo>
                  <a:cubicBezTo>
                    <a:pt x="2406" y="4479"/>
                    <a:pt x="2596" y="7043"/>
                    <a:pt x="2596" y="10479"/>
                  </a:cubicBezTo>
                  <a:cubicBezTo>
                    <a:pt x="2596" y="12695"/>
                    <a:pt x="2675" y="14514"/>
                    <a:pt x="2833" y="15733"/>
                  </a:cubicBezTo>
                  <a:cubicBezTo>
                    <a:pt x="2913" y="16303"/>
                    <a:pt x="2991" y="16746"/>
                    <a:pt x="3103" y="17046"/>
                  </a:cubicBezTo>
                  <a:cubicBezTo>
                    <a:pt x="3181" y="17285"/>
                    <a:pt x="3308" y="17585"/>
                    <a:pt x="3578" y="17585"/>
                  </a:cubicBezTo>
                  <a:cubicBezTo>
                    <a:pt x="3862" y="17585"/>
                    <a:pt x="4084" y="17205"/>
                    <a:pt x="4321" y="16318"/>
                  </a:cubicBezTo>
                  <a:cubicBezTo>
                    <a:pt x="4527" y="15527"/>
                    <a:pt x="4717" y="14356"/>
                    <a:pt x="4891" y="12948"/>
                  </a:cubicBezTo>
                  <a:cubicBezTo>
                    <a:pt x="5160" y="10605"/>
                    <a:pt x="5477" y="6474"/>
                    <a:pt x="547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7" name="Google Shape;1103;p43"/>
            <p:cNvSpPr/>
            <p:nvPr/>
          </p:nvSpPr>
          <p:spPr>
            <a:xfrm>
              <a:off x="2532600" y="2060280"/>
              <a:ext cx="519480" cy="658440"/>
            </a:xfrm>
            <a:custGeom>
              <a:avLst/>
              <a:gdLst/>
              <a:ahLst/>
              <a:rect l="l" t="t" r="r" b="b"/>
              <a:pathLst>
                <a:path w="6759" h="8563">
                  <a:moveTo>
                    <a:pt x="1" y="1"/>
                  </a:moveTo>
                  <a:lnTo>
                    <a:pt x="1" y="5414"/>
                  </a:lnTo>
                  <a:cubicBezTo>
                    <a:pt x="1" y="5904"/>
                    <a:pt x="396" y="6300"/>
                    <a:pt x="887" y="6300"/>
                  </a:cubicBezTo>
                  <a:lnTo>
                    <a:pt x="1393" y="6300"/>
                  </a:lnTo>
                  <a:lnTo>
                    <a:pt x="1393" y="7677"/>
                  </a:lnTo>
                  <a:cubicBezTo>
                    <a:pt x="1393" y="8168"/>
                    <a:pt x="1788" y="8563"/>
                    <a:pt x="2280" y="8563"/>
                  </a:cubicBezTo>
                  <a:lnTo>
                    <a:pt x="4464" y="8563"/>
                  </a:lnTo>
                  <a:cubicBezTo>
                    <a:pt x="4954" y="8563"/>
                    <a:pt x="5350" y="8168"/>
                    <a:pt x="5350" y="7677"/>
                  </a:cubicBezTo>
                  <a:lnTo>
                    <a:pt x="5350" y="6300"/>
                  </a:lnTo>
                  <a:lnTo>
                    <a:pt x="5872" y="6300"/>
                  </a:lnTo>
                  <a:cubicBezTo>
                    <a:pt x="6363" y="6300"/>
                    <a:pt x="6758" y="5904"/>
                    <a:pt x="6758" y="5414"/>
                  </a:cubicBezTo>
                  <a:lnTo>
                    <a:pt x="675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8" name="Google Shape;1104;p43"/>
            <p:cNvSpPr/>
            <p:nvPr/>
          </p:nvSpPr>
          <p:spPr>
            <a:xfrm>
              <a:off x="2460600" y="2002680"/>
              <a:ext cx="662040" cy="145440"/>
            </a:xfrm>
            <a:custGeom>
              <a:avLst/>
              <a:gdLst/>
              <a:ahLst/>
              <a:rect l="l" t="t" r="r" b="b"/>
              <a:pathLst>
                <a:path w="8611" h="1900">
                  <a:moveTo>
                    <a:pt x="886" y="0"/>
                  </a:moveTo>
                  <a:cubicBezTo>
                    <a:pt x="396" y="0"/>
                    <a:pt x="0" y="397"/>
                    <a:pt x="0" y="887"/>
                  </a:cubicBezTo>
                  <a:lnTo>
                    <a:pt x="0" y="1013"/>
                  </a:lnTo>
                  <a:cubicBezTo>
                    <a:pt x="0" y="1505"/>
                    <a:pt x="396" y="1900"/>
                    <a:pt x="886" y="1900"/>
                  </a:cubicBezTo>
                  <a:lnTo>
                    <a:pt x="7740" y="1900"/>
                  </a:lnTo>
                  <a:cubicBezTo>
                    <a:pt x="8215" y="1900"/>
                    <a:pt x="8610" y="1505"/>
                    <a:pt x="8610" y="1013"/>
                  </a:cubicBezTo>
                  <a:lnTo>
                    <a:pt x="8610" y="887"/>
                  </a:lnTo>
                  <a:cubicBezTo>
                    <a:pt x="8610" y="397"/>
                    <a:pt x="8215" y="0"/>
                    <a:pt x="774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9" name="Google Shape;1105;p43"/>
            <p:cNvSpPr/>
            <p:nvPr/>
          </p:nvSpPr>
          <p:spPr>
            <a:xfrm>
              <a:off x="1001520" y="1165680"/>
              <a:ext cx="1159920" cy="7718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0" name="Google Shape;1106;p43"/>
            <p:cNvSpPr/>
            <p:nvPr/>
          </p:nvSpPr>
          <p:spPr>
            <a:xfrm flipH="1" rot="20098200">
              <a:off x="939240" y="2440440"/>
              <a:ext cx="1224360" cy="1224720"/>
            </a:xfrm>
            <a:prstGeom prst="lightningBol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811" name="Google Shape;1107;p43"/>
          <p:cNvGrpSpPr/>
          <p:nvPr/>
        </p:nvGrpSpPr>
        <p:grpSpPr>
          <a:xfrm>
            <a:off x="4187160" y="774720"/>
            <a:ext cx="1648080" cy="604800"/>
            <a:chOff x="4187160" y="774720"/>
            <a:chExt cx="1648080" cy="604800"/>
          </a:xfrm>
        </p:grpSpPr>
        <p:sp>
          <p:nvSpPr>
            <p:cNvPr id="1812" name="Google Shape;1108;p43"/>
            <p:cNvSpPr/>
            <p:nvPr/>
          </p:nvSpPr>
          <p:spPr>
            <a:xfrm rot="5400000">
              <a:off x="5742360" y="12866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3" name="Google Shape;1109;p43"/>
            <p:cNvSpPr/>
            <p:nvPr/>
          </p:nvSpPr>
          <p:spPr>
            <a:xfrm rot="5400000">
              <a:off x="5431320" y="12866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4" name="Google Shape;1110;p43"/>
            <p:cNvSpPr/>
            <p:nvPr/>
          </p:nvSpPr>
          <p:spPr>
            <a:xfrm rot="5400000">
              <a:off x="5120280" y="128700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5" name="Google Shape;1111;p43"/>
            <p:cNvSpPr/>
            <p:nvPr/>
          </p:nvSpPr>
          <p:spPr>
            <a:xfrm rot="5400000">
              <a:off x="4809240" y="12866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6" name="Google Shape;1112;p43"/>
            <p:cNvSpPr/>
            <p:nvPr/>
          </p:nvSpPr>
          <p:spPr>
            <a:xfrm rot="5400000">
              <a:off x="4497840" y="12866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7" name="Google Shape;1113;p43"/>
            <p:cNvSpPr/>
            <p:nvPr/>
          </p:nvSpPr>
          <p:spPr>
            <a:xfrm rot="5400000">
              <a:off x="4187160" y="12866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8" name="Google Shape;1114;p43"/>
            <p:cNvSpPr/>
            <p:nvPr/>
          </p:nvSpPr>
          <p:spPr>
            <a:xfrm rot="5400000">
              <a:off x="5742360" y="10306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9" name="Google Shape;1115;p43"/>
            <p:cNvSpPr/>
            <p:nvPr/>
          </p:nvSpPr>
          <p:spPr>
            <a:xfrm rot="5400000">
              <a:off x="5431320" y="10306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0" name="Google Shape;1116;p43"/>
            <p:cNvSpPr/>
            <p:nvPr/>
          </p:nvSpPr>
          <p:spPr>
            <a:xfrm rot="5400000">
              <a:off x="5120280" y="103104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1" name="Google Shape;1117;p43"/>
            <p:cNvSpPr/>
            <p:nvPr/>
          </p:nvSpPr>
          <p:spPr>
            <a:xfrm rot="5400000">
              <a:off x="4809240" y="10306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2" name="Google Shape;1118;p43"/>
            <p:cNvSpPr/>
            <p:nvPr/>
          </p:nvSpPr>
          <p:spPr>
            <a:xfrm rot="5400000">
              <a:off x="4497840" y="10306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3" name="Google Shape;1119;p43"/>
            <p:cNvSpPr/>
            <p:nvPr/>
          </p:nvSpPr>
          <p:spPr>
            <a:xfrm rot="5400000">
              <a:off x="4187160" y="10306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4" name="Google Shape;1120;p43"/>
            <p:cNvSpPr/>
            <p:nvPr/>
          </p:nvSpPr>
          <p:spPr>
            <a:xfrm rot="5400000">
              <a:off x="5742360" y="7747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5" name="Google Shape;1121;p43"/>
            <p:cNvSpPr/>
            <p:nvPr/>
          </p:nvSpPr>
          <p:spPr>
            <a:xfrm rot="5400000">
              <a:off x="5431320" y="7747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6" name="Google Shape;1122;p43"/>
            <p:cNvSpPr/>
            <p:nvPr/>
          </p:nvSpPr>
          <p:spPr>
            <a:xfrm rot="5400000">
              <a:off x="5120280" y="7750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7" name="Google Shape;1123;p43"/>
            <p:cNvSpPr/>
            <p:nvPr/>
          </p:nvSpPr>
          <p:spPr>
            <a:xfrm rot="5400000">
              <a:off x="4809240" y="7747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8" name="Google Shape;1124;p43"/>
            <p:cNvSpPr/>
            <p:nvPr/>
          </p:nvSpPr>
          <p:spPr>
            <a:xfrm rot="5400000">
              <a:off x="4497840" y="77472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9" name="Google Shape;1125;p43"/>
            <p:cNvSpPr/>
            <p:nvPr/>
          </p:nvSpPr>
          <p:spPr>
            <a:xfrm rot="5400000">
              <a:off x="4187160" y="7747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830" name="Google Shape;1126;p43"/>
          <p:cNvSpPr/>
          <p:nvPr/>
        </p:nvSpPr>
        <p:spPr>
          <a:xfrm>
            <a:off x="4021560" y="3555000"/>
            <a:ext cx="664200" cy="6642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1" name="Google Shape;1127;p43"/>
          <p:cNvSpPr/>
          <p:nvPr/>
        </p:nvSpPr>
        <p:spPr>
          <a:xfrm>
            <a:off x="-514080" y="2350800"/>
            <a:ext cx="923760" cy="4413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PlaceHolder 1"/>
          <p:cNvSpPr>
            <a:spLocks noGrp="1"/>
          </p:cNvSpPr>
          <p:nvPr>
            <p:ph type="title"/>
          </p:nvPr>
        </p:nvSpPr>
        <p:spPr>
          <a:xfrm>
            <a:off x="713160" y="1002600"/>
            <a:ext cx="3924720" cy="57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P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ú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b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l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i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c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o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 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a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l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v</a:t>
            </a:r>
            <a:r>
              <a:rPr b="1" lang="en" sz="3500" spc="-1" strike="noStrike">
                <a:solidFill>
                  <a:srgbClr val="434343"/>
                </a:solidFill>
                <a:latin typeface="Lexend Deca"/>
                <a:ea typeface="Lexend Deca"/>
              </a:rPr>
              <a:t>o</a:t>
            </a:r>
            <a:endParaRPr b="0" lang="pt-BR" sz="3500" spc="-1" strike="noStrike">
              <a:latin typeface="Arial"/>
            </a:endParaRPr>
          </a:p>
        </p:txBody>
      </p:sp>
      <p:grpSp>
        <p:nvGrpSpPr>
          <p:cNvPr id="1833" name="Google Shape;1303;p50"/>
          <p:cNvGrpSpPr/>
          <p:nvPr/>
        </p:nvGrpSpPr>
        <p:grpSpPr>
          <a:xfrm>
            <a:off x="6276240" y="901440"/>
            <a:ext cx="2031480" cy="3702240"/>
            <a:chOff x="6276240" y="901440"/>
            <a:chExt cx="2031480" cy="3702240"/>
          </a:xfrm>
        </p:grpSpPr>
        <p:sp>
          <p:nvSpPr>
            <p:cNvPr id="1834" name="Google Shape;1304;p50"/>
            <p:cNvSpPr/>
            <p:nvPr/>
          </p:nvSpPr>
          <p:spPr>
            <a:xfrm>
              <a:off x="7572240" y="1536120"/>
              <a:ext cx="393120" cy="541440"/>
            </a:xfrm>
            <a:custGeom>
              <a:avLst/>
              <a:gdLst/>
              <a:ahLst/>
              <a:rect l="l" t="t" r="r" b="b"/>
              <a:pathLst>
                <a:path w="8565" h="11793">
                  <a:moveTo>
                    <a:pt x="3119" y="1"/>
                  </a:moveTo>
                  <a:lnTo>
                    <a:pt x="1" y="1679"/>
                  </a:lnTo>
                  <a:lnTo>
                    <a:pt x="5002" y="10875"/>
                  </a:lnTo>
                  <a:cubicBezTo>
                    <a:pt x="5317" y="11460"/>
                    <a:pt x="5920" y="11793"/>
                    <a:pt x="6543" y="11793"/>
                  </a:cubicBezTo>
                  <a:cubicBezTo>
                    <a:pt x="6831" y="11793"/>
                    <a:pt x="7123" y="11722"/>
                    <a:pt x="7393" y="11572"/>
                  </a:cubicBezTo>
                  <a:cubicBezTo>
                    <a:pt x="8248" y="11112"/>
                    <a:pt x="8564" y="10036"/>
                    <a:pt x="8105" y="9181"/>
                  </a:cubicBezTo>
                  <a:lnTo>
                    <a:pt x="3119" y="1"/>
                  </a:lnTo>
                  <a:close/>
                </a:path>
              </a:pathLst>
            </a:custGeom>
            <a:solidFill>
              <a:srgbClr val="e7ae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5" name="Google Shape;1305;p50"/>
            <p:cNvSpPr/>
            <p:nvPr/>
          </p:nvSpPr>
          <p:spPr>
            <a:xfrm>
              <a:off x="7790040" y="1628640"/>
              <a:ext cx="512280" cy="450000"/>
            </a:xfrm>
            <a:custGeom>
              <a:avLst/>
              <a:gdLst/>
              <a:ahLst/>
              <a:rect l="l" t="t" r="r" b="b"/>
              <a:pathLst>
                <a:path w="11159" h="9800">
                  <a:moveTo>
                    <a:pt x="8911" y="1"/>
                  </a:moveTo>
                  <a:lnTo>
                    <a:pt x="856" y="6680"/>
                  </a:lnTo>
                  <a:cubicBezTo>
                    <a:pt x="111" y="7297"/>
                    <a:pt x="1" y="8405"/>
                    <a:pt x="618" y="9164"/>
                  </a:cubicBezTo>
                  <a:cubicBezTo>
                    <a:pt x="972" y="9581"/>
                    <a:pt x="1475" y="9799"/>
                    <a:pt x="1980" y="9799"/>
                  </a:cubicBezTo>
                  <a:cubicBezTo>
                    <a:pt x="2377" y="9799"/>
                    <a:pt x="2775" y="9664"/>
                    <a:pt x="3103" y="9386"/>
                  </a:cubicBezTo>
                  <a:lnTo>
                    <a:pt x="11159" y="2723"/>
                  </a:lnTo>
                  <a:lnTo>
                    <a:pt x="891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6" name="Google Shape;1306;p50"/>
            <p:cNvSpPr/>
            <p:nvPr/>
          </p:nvSpPr>
          <p:spPr>
            <a:xfrm>
              <a:off x="7448040" y="1407960"/>
              <a:ext cx="350280" cy="377280"/>
            </a:xfrm>
            <a:custGeom>
              <a:avLst/>
              <a:gdLst/>
              <a:ahLst/>
              <a:rect l="l" t="t" r="r" b="b"/>
              <a:pathLst>
                <a:path w="7630" h="8221">
                  <a:moveTo>
                    <a:pt x="3148" y="0"/>
                  </a:moveTo>
                  <a:cubicBezTo>
                    <a:pt x="2761" y="0"/>
                    <a:pt x="2368" y="83"/>
                    <a:pt x="1995" y="259"/>
                  </a:cubicBezTo>
                  <a:cubicBezTo>
                    <a:pt x="602" y="892"/>
                    <a:pt x="1" y="2523"/>
                    <a:pt x="634" y="3915"/>
                  </a:cubicBezTo>
                  <a:lnTo>
                    <a:pt x="2612" y="8221"/>
                  </a:lnTo>
                  <a:lnTo>
                    <a:pt x="7630" y="5925"/>
                  </a:lnTo>
                  <a:lnTo>
                    <a:pt x="5651" y="1605"/>
                  </a:lnTo>
                  <a:cubicBezTo>
                    <a:pt x="5189" y="600"/>
                    <a:pt x="4189" y="0"/>
                    <a:pt x="3148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7" name="Google Shape;1307;p50"/>
            <p:cNvSpPr/>
            <p:nvPr/>
          </p:nvSpPr>
          <p:spPr>
            <a:xfrm>
              <a:off x="6615360" y="1536120"/>
              <a:ext cx="393120" cy="541440"/>
            </a:xfrm>
            <a:custGeom>
              <a:avLst/>
              <a:gdLst/>
              <a:ahLst/>
              <a:rect l="l" t="t" r="r" b="b"/>
              <a:pathLst>
                <a:path w="8563" h="11793">
                  <a:moveTo>
                    <a:pt x="5460" y="1"/>
                  </a:moveTo>
                  <a:lnTo>
                    <a:pt x="459" y="9181"/>
                  </a:lnTo>
                  <a:cubicBezTo>
                    <a:pt x="0" y="10036"/>
                    <a:pt x="317" y="11112"/>
                    <a:pt x="1171" y="11572"/>
                  </a:cubicBezTo>
                  <a:cubicBezTo>
                    <a:pt x="1441" y="11722"/>
                    <a:pt x="1734" y="11793"/>
                    <a:pt x="2021" y="11793"/>
                  </a:cubicBezTo>
                  <a:cubicBezTo>
                    <a:pt x="2645" y="11793"/>
                    <a:pt x="3247" y="11460"/>
                    <a:pt x="3561" y="10875"/>
                  </a:cubicBezTo>
                  <a:lnTo>
                    <a:pt x="8562" y="1679"/>
                  </a:lnTo>
                  <a:lnTo>
                    <a:pt x="5460" y="1"/>
                  </a:lnTo>
                  <a:close/>
                </a:path>
              </a:pathLst>
            </a:custGeom>
            <a:solidFill>
              <a:srgbClr val="e7ae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8" name="Google Shape;1308;p50"/>
            <p:cNvSpPr/>
            <p:nvPr/>
          </p:nvSpPr>
          <p:spPr>
            <a:xfrm>
              <a:off x="6278400" y="1628640"/>
              <a:ext cx="512640" cy="450000"/>
            </a:xfrm>
            <a:custGeom>
              <a:avLst/>
              <a:gdLst/>
              <a:ahLst/>
              <a:rect l="l" t="t" r="r" b="b"/>
              <a:pathLst>
                <a:path w="11160" h="9800">
                  <a:moveTo>
                    <a:pt x="2248" y="1"/>
                  </a:moveTo>
                  <a:lnTo>
                    <a:pt x="0" y="2723"/>
                  </a:lnTo>
                  <a:lnTo>
                    <a:pt x="8057" y="9386"/>
                  </a:lnTo>
                  <a:cubicBezTo>
                    <a:pt x="8384" y="9664"/>
                    <a:pt x="8782" y="9799"/>
                    <a:pt x="9179" y="9799"/>
                  </a:cubicBezTo>
                  <a:cubicBezTo>
                    <a:pt x="9684" y="9799"/>
                    <a:pt x="10187" y="9581"/>
                    <a:pt x="10542" y="9164"/>
                  </a:cubicBezTo>
                  <a:cubicBezTo>
                    <a:pt x="11159" y="8405"/>
                    <a:pt x="11048" y="7297"/>
                    <a:pt x="10305" y="6680"/>
                  </a:cubicBezTo>
                  <a:lnTo>
                    <a:pt x="2248" y="1"/>
                  </a:lnTo>
                  <a:close/>
                </a:path>
              </a:pathLst>
            </a:custGeom>
            <a:solidFill>
              <a:srgbClr val="e7ae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9" name="Google Shape;1309;p50"/>
            <p:cNvSpPr/>
            <p:nvPr/>
          </p:nvSpPr>
          <p:spPr>
            <a:xfrm>
              <a:off x="6782760" y="1407960"/>
              <a:ext cx="350280" cy="377280"/>
            </a:xfrm>
            <a:custGeom>
              <a:avLst/>
              <a:gdLst/>
              <a:ahLst/>
              <a:rect l="l" t="t" r="r" b="b"/>
              <a:pathLst>
                <a:path w="7630" h="8221">
                  <a:moveTo>
                    <a:pt x="4488" y="0"/>
                  </a:moveTo>
                  <a:cubicBezTo>
                    <a:pt x="3440" y="0"/>
                    <a:pt x="2440" y="600"/>
                    <a:pt x="1978" y="1605"/>
                  </a:cubicBezTo>
                  <a:lnTo>
                    <a:pt x="1" y="5925"/>
                  </a:lnTo>
                  <a:lnTo>
                    <a:pt x="5017" y="8221"/>
                  </a:lnTo>
                  <a:lnTo>
                    <a:pt x="6996" y="3915"/>
                  </a:lnTo>
                  <a:cubicBezTo>
                    <a:pt x="7629" y="2523"/>
                    <a:pt x="7028" y="892"/>
                    <a:pt x="5650" y="259"/>
                  </a:cubicBezTo>
                  <a:cubicBezTo>
                    <a:pt x="5273" y="83"/>
                    <a:pt x="4877" y="0"/>
                    <a:pt x="4488" y="0"/>
                  </a:cubicBezTo>
                  <a:close/>
                </a:path>
              </a:pathLst>
            </a:custGeom>
            <a:solidFill>
              <a:srgbClr val="e8a2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0" name="Google Shape;1310;p50"/>
            <p:cNvSpPr/>
            <p:nvPr/>
          </p:nvSpPr>
          <p:spPr>
            <a:xfrm>
              <a:off x="7135560" y="971280"/>
              <a:ext cx="252000" cy="289800"/>
            </a:xfrm>
            <a:custGeom>
              <a:avLst/>
              <a:gdLst/>
              <a:ahLst/>
              <a:rect l="l" t="t" r="r" b="b"/>
              <a:pathLst>
                <a:path w="5494" h="6317">
                  <a:moveTo>
                    <a:pt x="2754" y="1"/>
                  </a:moveTo>
                  <a:cubicBezTo>
                    <a:pt x="1235" y="1"/>
                    <a:pt x="0" y="1425"/>
                    <a:pt x="0" y="3166"/>
                  </a:cubicBezTo>
                  <a:cubicBezTo>
                    <a:pt x="0" y="4907"/>
                    <a:pt x="1235" y="6317"/>
                    <a:pt x="2754" y="6317"/>
                  </a:cubicBezTo>
                  <a:cubicBezTo>
                    <a:pt x="4274" y="6317"/>
                    <a:pt x="5493" y="4907"/>
                    <a:pt x="5493" y="3166"/>
                  </a:cubicBezTo>
                  <a:cubicBezTo>
                    <a:pt x="5493" y="1425"/>
                    <a:pt x="4274" y="1"/>
                    <a:pt x="275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1" name="Google Shape;1311;p50"/>
            <p:cNvSpPr/>
            <p:nvPr/>
          </p:nvSpPr>
          <p:spPr>
            <a:xfrm>
              <a:off x="7213680" y="1248120"/>
              <a:ext cx="135360" cy="207360"/>
            </a:xfrm>
            <a:custGeom>
              <a:avLst/>
              <a:gdLst/>
              <a:ahLst/>
              <a:rect l="l" t="t" r="r" b="b"/>
              <a:pathLst>
                <a:path w="2960" h="4527">
                  <a:moveTo>
                    <a:pt x="0" y="0"/>
                  </a:moveTo>
                  <a:lnTo>
                    <a:pt x="0" y="4527"/>
                  </a:lnTo>
                  <a:lnTo>
                    <a:pt x="2960" y="4527"/>
                  </a:lnTo>
                  <a:lnTo>
                    <a:pt x="296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2" name="Google Shape;1312;p50"/>
            <p:cNvSpPr/>
            <p:nvPr/>
          </p:nvSpPr>
          <p:spPr>
            <a:xfrm>
              <a:off x="7213680" y="1221120"/>
              <a:ext cx="135360" cy="115560"/>
            </a:xfrm>
            <a:custGeom>
              <a:avLst/>
              <a:gdLst/>
              <a:ahLst/>
              <a:rect l="l" t="t" r="r" b="b"/>
              <a:pathLst>
                <a:path w="2960" h="2525">
                  <a:moveTo>
                    <a:pt x="0" y="0"/>
                  </a:moveTo>
                  <a:lnTo>
                    <a:pt x="0" y="807"/>
                  </a:lnTo>
                  <a:cubicBezTo>
                    <a:pt x="79" y="1013"/>
                    <a:pt x="475" y="1868"/>
                    <a:pt x="1440" y="2295"/>
                  </a:cubicBezTo>
                  <a:cubicBezTo>
                    <a:pt x="1863" y="2480"/>
                    <a:pt x="2265" y="2525"/>
                    <a:pt x="2569" y="2525"/>
                  </a:cubicBezTo>
                  <a:cubicBezTo>
                    <a:pt x="2732" y="2525"/>
                    <a:pt x="2866" y="2512"/>
                    <a:pt x="2960" y="2501"/>
                  </a:cubicBezTo>
                  <a:lnTo>
                    <a:pt x="296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3" name="Google Shape;1313;p50"/>
            <p:cNvSpPr/>
            <p:nvPr/>
          </p:nvSpPr>
          <p:spPr>
            <a:xfrm>
              <a:off x="7162560" y="1020240"/>
              <a:ext cx="230760" cy="287280"/>
            </a:xfrm>
            <a:custGeom>
              <a:avLst/>
              <a:gdLst/>
              <a:ahLst/>
              <a:rect l="l" t="t" r="r" b="b"/>
              <a:pathLst>
                <a:path w="5034" h="6259">
                  <a:moveTo>
                    <a:pt x="2379" y="0"/>
                  </a:moveTo>
                  <a:cubicBezTo>
                    <a:pt x="2314" y="0"/>
                    <a:pt x="2250" y="4"/>
                    <a:pt x="2185" y="11"/>
                  </a:cubicBezTo>
                  <a:cubicBezTo>
                    <a:pt x="902" y="138"/>
                    <a:pt x="1" y="1657"/>
                    <a:pt x="190" y="3383"/>
                  </a:cubicBezTo>
                  <a:cubicBezTo>
                    <a:pt x="371" y="5019"/>
                    <a:pt x="1448" y="6258"/>
                    <a:pt x="2654" y="6258"/>
                  </a:cubicBezTo>
                  <a:cubicBezTo>
                    <a:pt x="2719" y="6258"/>
                    <a:pt x="2784" y="6254"/>
                    <a:pt x="2849" y="6247"/>
                  </a:cubicBezTo>
                  <a:cubicBezTo>
                    <a:pt x="4147" y="6121"/>
                    <a:pt x="5034" y="4601"/>
                    <a:pt x="4844" y="2876"/>
                  </a:cubicBezTo>
                  <a:cubicBezTo>
                    <a:pt x="4663" y="1238"/>
                    <a:pt x="3584" y="0"/>
                    <a:pt x="237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4" name="Google Shape;1314;p50"/>
            <p:cNvSpPr/>
            <p:nvPr/>
          </p:nvSpPr>
          <p:spPr>
            <a:xfrm>
              <a:off x="7106760" y="1127880"/>
              <a:ext cx="99720" cy="97200"/>
            </a:xfrm>
            <a:custGeom>
              <a:avLst/>
              <a:gdLst/>
              <a:ahLst/>
              <a:rect l="l" t="t" r="r" b="b"/>
              <a:pathLst>
                <a:path w="2185" h="2128">
                  <a:moveTo>
                    <a:pt x="795" y="1"/>
                  </a:moveTo>
                  <a:cubicBezTo>
                    <a:pt x="637" y="1"/>
                    <a:pt x="488" y="47"/>
                    <a:pt x="365" y="144"/>
                  </a:cubicBezTo>
                  <a:cubicBezTo>
                    <a:pt x="0" y="429"/>
                    <a:pt x="17" y="1079"/>
                    <a:pt x="412" y="1585"/>
                  </a:cubicBezTo>
                  <a:cubicBezTo>
                    <a:pt x="677" y="1934"/>
                    <a:pt x="1048" y="2128"/>
                    <a:pt x="1373" y="2128"/>
                  </a:cubicBezTo>
                  <a:cubicBezTo>
                    <a:pt x="1534" y="2128"/>
                    <a:pt x="1684" y="2080"/>
                    <a:pt x="1805" y="1980"/>
                  </a:cubicBezTo>
                  <a:cubicBezTo>
                    <a:pt x="2184" y="1695"/>
                    <a:pt x="2169" y="1047"/>
                    <a:pt x="1773" y="540"/>
                  </a:cubicBezTo>
                  <a:cubicBezTo>
                    <a:pt x="1495" y="199"/>
                    <a:pt x="1124" y="1"/>
                    <a:pt x="79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5" name="Google Shape;1315;p50"/>
            <p:cNvSpPr/>
            <p:nvPr/>
          </p:nvSpPr>
          <p:spPr>
            <a:xfrm>
              <a:off x="7338960" y="1127880"/>
              <a:ext cx="99720" cy="97200"/>
            </a:xfrm>
            <a:custGeom>
              <a:avLst/>
              <a:gdLst/>
              <a:ahLst/>
              <a:rect l="l" t="t" r="r" b="b"/>
              <a:pathLst>
                <a:path w="2185" h="2128">
                  <a:moveTo>
                    <a:pt x="1391" y="1"/>
                  </a:moveTo>
                  <a:cubicBezTo>
                    <a:pt x="1063" y="1"/>
                    <a:pt x="695" y="199"/>
                    <a:pt x="428" y="540"/>
                  </a:cubicBezTo>
                  <a:cubicBezTo>
                    <a:pt x="32" y="1047"/>
                    <a:pt x="1" y="1695"/>
                    <a:pt x="381" y="1980"/>
                  </a:cubicBezTo>
                  <a:cubicBezTo>
                    <a:pt x="501" y="2080"/>
                    <a:pt x="651" y="2128"/>
                    <a:pt x="812" y="2128"/>
                  </a:cubicBezTo>
                  <a:cubicBezTo>
                    <a:pt x="1138" y="2128"/>
                    <a:pt x="1508" y="1934"/>
                    <a:pt x="1773" y="1585"/>
                  </a:cubicBezTo>
                  <a:cubicBezTo>
                    <a:pt x="2169" y="1079"/>
                    <a:pt x="2185" y="429"/>
                    <a:pt x="1820" y="144"/>
                  </a:cubicBezTo>
                  <a:cubicBezTo>
                    <a:pt x="1697" y="47"/>
                    <a:pt x="1549" y="1"/>
                    <a:pt x="139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6" name="Google Shape;1316;p50"/>
            <p:cNvSpPr/>
            <p:nvPr/>
          </p:nvSpPr>
          <p:spPr>
            <a:xfrm>
              <a:off x="7220880" y="1148400"/>
              <a:ext cx="38520" cy="12600"/>
            </a:xfrm>
            <a:custGeom>
              <a:avLst/>
              <a:gdLst/>
              <a:ahLst/>
              <a:rect l="l" t="t" r="r" b="b"/>
              <a:pathLst>
                <a:path w="856" h="287">
                  <a:moveTo>
                    <a:pt x="445" y="1"/>
                  </a:moveTo>
                  <a:cubicBezTo>
                    <a:pt x="434" y="1"/>
                    <a:pt x="423" y="1"/>
                    <a:pt x="412" y="2"/>
                  </a:cubicBezTo>
                  <a:cubicBezTo>
                    <a:pt x="143" y="17"/>
                    <a:pt x="16" y="223"/>
                    <a:pt x="1" y="238"/>
                  </a:cubicBezTo>
                  <a:lnTo>
                    <a:pt x="48" y="286"/>
                  </a:lnTo>
                  <a:cubicBezTo>
                    <a:pt x="64" y="255"/>
                    <a:pt x="191" y="80"/>
                    <a:pt x="412" y="65"/>
                  </a:cubicBezTo>
                  <a:cubicBezTo>
                    <a:pt x="423" y="64"/>
                    <a:pt x="433" y="64"/>
                    <a:pt x="444" y="64"/>
                  </a:cubicBezTo>
                  <a:cubicBezTo>
                    <a:pt x="662" y="64"/>
                    <a:pt x="793" y="224"/>
                    <a:pt x="807" y="238"/>
                  </a:cubicBezTo>
                  <a:lnTo>
                    <a:pt x="855" y="191"/>
                  </a:lnTo>
                  <a:cubicBezTo>
                    <a:pt x="840" y="176"/>
                    <a:pt x="694" y="1"/>
                    <a:pt x="44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7" name="Google Shape;1317;p50"/>
            <p:cNvSpPr/>
            <p:nvPr/>
          </p:nvSpPr>
          <p:spPr>
            <a:xfrm>
              <a:off x="7233120" y="1149120"/>
              <a:ext cx="12600" cy="11880"/>
            </a:xfrm>
            <a:custGeom>
              <a:avLst/>
              <a:gdLst/>
              <a:ahLst/>
              <a:rect l="l" t="t" r="r" b="b"/>
              <a:pathLst>
                <a:path w="286" h="273">
                  <a:moveTo>
                    <a:pt x="143" y="1"/>
                  </a:moveTo>
                  <a:cubicBezTo>
                    <a:pt x="63" y="17"/>
                    <a:pt x="0" y="80"/>
                    <a:pt x="17" y="144"/>
                  </a:cubicBezTo>
                  <a:cubicBezTo>
                    <a:pt x="17" y="214"/>
                    <a:pt x="68" y="273"/>
                    <a:pt x="135" y="273"/>
                  </a:cubicBezTo>
                  <a:cubicBezTo>
                    <a:pt x="143" y="273"/>
                    <a:pt x="151" y="272"/>
                    <a:pt x="158" y="270"/>
                  </a:cubicBezTo>
                  <a:cubicBezTo>
                    <a:pt x="222" y="270"/>
                    <a:pt x="285" y="207"/>
                    <a:pt x="285" y="127"/>
                  </a:cubicBezTo>
                  <a:cubicBezTo>
                    <a:pt x="270" y="64"/>
                    <a:pt x="207" y="1"/>
                    <a:pt x="14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8" name="Google Shape;1318;p50"/>
            <p:cNvSpPr/>
            <p:nvPr/>
          </p:nvSpPr>
          <p:spPr>
            <a:xfrm>
              <a:off x="7306920" y="1142280"/>
              <a:ext cx="39240" cy="11520"/>
            </a:xfrm>
            <a:custGeom>
              <a:avLst/>
              <a:gdLst/>
              <a:ahLst/>
              <a:rect l="l" t="t" r="r" b="b"/>
              <a:pathLst>
                <a:path w="871" h="270">
                  <a:moveTo>
                    <a:pt x="427" y="1"/>
                  </a:moveTo>
                  <a:cubicBezTo>
                    <a:pt x="159" y="16"/>
                    <a:pt x="16" y="222"/>
                    <a:pt x="0" y="238"/>
                  </a:cubicBezTo>
                  <a:lnTo>
                    <a:pt x="64" y="269"/>
                  </a:lnTo>
                  <a:cubicBezTo>
                    <a:pt x="64" y="254"/>
                    <a:pt x="190" y="79"/>
                    <a:pt x="427" y="64"/>
                  </a:cubicBezTo>
                  <a:cubicBezTo>
                    <a:pt x="438" y="63"/>
                    <a:pt x="449" y="63"/>
                    <a:pt x="459" y="63"/>
                  </a:cubicBezTo>
                  <a:cubicBezTo>
                    <a:pt x="662" y="63"/>
                    <a:pt x="793" y="208"/>
                    <a:pt x="807" y="238"/>
                  </a:cubicBezTo>
                  <a:lnTo>
                    <a:pt x="870" y="191"/>
                  </a:lnTo>
                  <a:cubicBezTo>
                    <a:pt x="839" y="159"/>
                    <a:pt x="697" y="1"/>
                    <a:pt x="45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9" name="Google Shape;1319;p50"/>
            <p:cNvSpPr/>
            <p:nvPr/>
          </p:nvSpPr>
          <p:spPr>
            <a:xfrm>
              <a:off x="7319880" y="1143000"/>
              <a:ext cx="11520" cy="11520"/>
            </a:xfrm>
            <a:custGeom>
              <a:avLst/>
              <a:gdLst/>
              <a:ahLst/>
              <a:rect l="l" t="t" r="r" b="b"/>
              <a:pathLst>
                <a:path w="269" h="270">
                  <a:moveTo>
                    <a:pt x="127" y="0"/>
                  </a:moveTo>
                  <a:cubicBezTo>
                    <a:pt x="47" y="0"/>
                    <a:pt x="0" y="63"/>
                    <a:pt x="0" y="143"/>
                  </a:cubicBezTo>
                  <a:cubicBezTo>
                    <a:pt x="0" y="222"/>
                    <a:pt x="64" y="270"/>
                    <a:pt x="142" y="270"/>
                  </a:cubicBezTo>
                  <a:cubicBezTo>
                    <a:pt x="222" y="270"/>
                    <a:pt x="269" y="206"/>
                    <a:pt x="269" y="127"/>
                  </a:cubicBezTo>
                  <a:cubicBezTo>
                    <a:pt x="269" y="48"/>
                    <a:pt x="205" y="0"/>
                    <a:pt x="127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0" name="Google Shape;1320;p50"/>
            <p:cNvSpPr/>
            <p:nvPr/>
          </p:nvSpPr>
          <p:spPr>
            <a:xfrm>
              <a:off x="7274160" y="1150560"/>
              <a:ext cx="29160" cy="68400"/>
            </a:xfrm>
            <a:custGeom>
              <a:avLst/>
              <a:gdLst/>
              <a:ahLst/>
              <a:rect l="l" t="t" r="r" b="b"/>
              <a:pathLst>
                <a:path w="651" h="1505">
                  <a:moveTo>
                    <a:pt x="285" y="0"/>
                  </a:moveTo>
                  <a:lnTo>
                    <a:pt x="1" y="1505"/>
                  </a:lnTo>
                  <a:lnTo>
                    <a:pt x="1" y="1505"/>
                  </a:lnTo>
                  <a:lnTo>
                    <a:pt x="650" y="1488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1" name="Google Shape;1321;p50"/>
            <p:cNvSpPr/>
            <p:nvPr/>
          </p:nvSpPr>
          <p:spPr>
            <a:xfrm>
              <a:off x="7193880" y="1108800"/>
              <a:ext cx="65520" cy="14760"/>
            </a:xfrm>
            <a:custGeom>
              <a:avLst/>
              <a:gdLst/>
              <a:ahLst/>
              <a:rect l="l" t="t" r="r" b="b"/>
              <a:pathLst>
                <a:path w="1442" h="333">
                  <a:moveTo>
                    <a:pt x="1283" y="1"/>
                  </a:moveTo>
                  <a:lnTo>
                    <a:pt x="144" y="48"/>
                  </a:lnTo>
                  <a:cubicBezTo>
                    <a:pt x="64" y="48"/>
                    <a:pt x="0" y="111"/>
                    <a:pt x="0" y="191"/>
                  </a:cubicBezTo>
                  <a:cubicBezTo>
                    <a:pt x="0" y="269"/>
                    <a:pt x="64" y="333"/>
                    <a:pt x="144" y="333"/>
                  </a:cubicBezTo>
                  <a:lnTo>
                    <a:pt x="1298" y="286"/>
                  </a:lnTo>
                  <a:cubicBezTo>
                    <a:pt x="1378" y="286"/>
                    <a:pt x="1441" y="222"/>
                    <a:pt x="1425" y="143"/>
                  </a:cubicBezTo>
                  <a:cubicBezTo>
                    <a:pt x="1425" y="64"/>
                    <a:pt x="1362" y="1"/>
                    <a:pt x="1283" y="1"/>
                  </a:cubicBezTo>
                  <a:close/>
                </a:path>
              </a:pathLst>
            </a:custGeom>
            <a:solidFill>
              <a:srgbClr val="e296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2" name="Google Shape;1322;p50"/>
            <p:cNvSpPr/>
            <p:nvPr/>
          </p:nvSpPr>
          <p:spPr>
            <a:xfrm>
              <a:off x="7302600" y="1105920"/>
              <a:ext cx="65520" cy="14760"/>
            </a:xfrm>
            <a:custGeom>
              <a:avLst/>
              <a:gdLst/>
              <a:ahLst/>
              <a:rect l="l" t="t" r="r" b="b"/>
              <a:pathLst>
                <a:path w="1441" h="333">
                  <a:moveTo>
                    <a:pt x="1282" y="1"/>
                  </a:moveTo>
                  <a:lnTo>
                    <a:pt x="142" y="47"/>
                  </a:lnTo>
                  <a:cubicBezTo>
                    <a:pt x="64" y="47"/>
                    <a:pt x="0" y="111"/>
                    <a:pt x="0" y="190"/>
                  </a:cubicBezTo>
                  <a:cubicBezTo>
                    <a:pt x="0" y="269"/>
                    <a:pt x="64" y="332"/>
                    <a:pt x="142" y="332"/>
                  </a:cubicBezTo>
                  <a:lnTo>
                    <a:pt x="1298" y="285"/>
                  </a:lnTo>
                  <a:cubicBezTo>
                    <a:pt x="1377" y="285"/>
                    <a:pt x="1440" y="222"/>
                    <a:pt x="1425" y="142"/>
                  </a:cubicBezTo>
                  <a:cubicBezTo>
                    <a:pt x="1425" y="64"/>
                    <a:pt x="1362" y="1"/>
                    <a:pt x="1282" y="1"/>
                  </a:cubicBezTo>
                  <a:close/>
                </a:path>
              </a:pathLst>
            </a:custGeom>
            <a:solidFill>
              <a:srgbClr val="e296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3" name="Google Shape;1323;p50"/>
            <p:cNvSpPr/>
            <p:nvPr/>
          </p:nvSpPr>
          <p:spPr>
            <a:xfrm>
              <a:off x="7183800" y="1184040"/>
              <a:ext cx="53280" cy="47520"/>
            </a:xfrm>
            <a:custGeom>
              <a:avLst/>
              <a:gdLst/>
              <a:ahLst/>
              <a:rect l="l" t="t" r="r" b="b"/>
              <a:pathLst>
                <a:path w="1173" h="1047">
                  <a:moveTo>
                    <a:pt x="600" y="1"/>
                  </a:moveTo>
                  <a:cubicBezTo>
                    <a:pt x="590" y="1"/>
                    <a:pt x="580" y="1"/>
                    <a:pt x="571" y="1"/>
                  </a:cubicBezTo>
                  <a:cubicBezTo>
                    <a:pt x="254" y="1"/>
                    <a:pt x="1" y="255"/>
                    <a:pt x="17" y="540"/>
                  </a:cubicBezTo>
                  <a:cubicBezTo>
                    <a:pt x="17" y="830"/>
                    <a:pt x="267" y="1047"/>
                    <a:pt x="569" y="1047"/>
                  </a:cubicBezTo>
                  <a:cubicBezTo>
                    <a:pt x="580" y="1047"/>
                    <a:pt x="591" y="1047"/>
                    <a:pt x="602" y="1046"/>
                  </a:cubicBezTo>
                  <a:cubicBezTo>
                    <a:pt x="919" y="1046"/>
                    <a:pt x="1172" y="793"/>
                    <a:pt x="1157" y="508"/>
                  </a:cubicBezTo>
                  <a:cubicBezTo>
                    <a:pt x="1157" y="232"/>
                    <a:pt x="903" y="1"/>
                    <a:pt x="60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4" name="Google Shape;1324;p50"/>
            <p:cNvSpPr/>
            <p:nvPr/>
          </p:nvSpPr>
          <p:spPr>
            <a:xfrm>
              <a:off x="7334280" y="1176480"/>
              <a:ext cx="53280" cy="47520"/>
            </a:xfrm>
            <a:custGeom>
              <a:avLst/>
              <a:gdLst/>
              <a:ahLst/>
              <a:rect l="l" t="t" r="r" b="b"/>
              <a:pathLst>
                <a:path w="1173" h="1047">
                  <a:moveTo>
                    <a:pt x="601" y="0"/>
                  </a:moveTo>
                  <a:cubicBezTo>
                    <a:pt x="591" y="0"/>
                    <a:pt x="581" y="1"/>
                    <a:pt x="571" y="1"/>
                  </a:cubicBezTo>
                  <a:cubicBezTo>
                    <a:pt x="254" y="1"/>
                    <a:pt x="1" y="254"/>
                    <a:pt x="16" y="539"/>
                  </a:cubicBezTo>
                  <a:cubicBezTo>
                    <a:pt x="16" y="815"/>
                    <a:pt x="268" y="1047"/>
                    <a:pt x="571" y="1047"/>
                  </a:cubicBezTo>
                  <a:cubicBezTo>
                    <a:pt x="582" y="1047"/>
                    <a:pt x="592" y="1046"/>
                    <a:pt x="602" y="1046"/>
                  </a:cubicBezTo>
                  <a:cubicBezTo>
                    <a:pt x="919" y="1046"/>
                    <a:pt x="1172" y="793"/>
                    <a:pt x="1172" y="508"/>
                  </a:cubicBezTo>
                  <a:cubicBezTo>
                    <a:pt x="1156" y="217"/>
                    <a:pt x="904" y="0"/>
                    <a:pt x="60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5" name="Google Shape;1325;p50"/>
            <p:cNvSpPr/>
            <p:nvPr/>
          </p:nvSpPr>
          <p:spPr>
            <a:xfrm>
              <a:off x="7253640" y="1228320"/>
              <a:ext cx="68400" cy="16920"/>
            </a:xfrm>
            <a:custGeom>
              <a:avLst/>
              <a:gdLst/>
              <a:ahLst/>
              <a:rect l="l" t="t" r="r" b="b"/>
              <a:pathLst>
                <a:path w="1505" h="381">
                  <a:moveTo>
                    <a:pt x="48" y="1"/>
                  </a:moveTo>
                  <a:lnTo>
                    <a:pt x="0" y="47"/>
                  </a:lnTo>
                  <a:cubicBezTo>
                    <a:pt x="80" y="142"/>
                    <a:pt x="317" y="364"/>
                    <a:pt x="682" y="380"/>
                  </a:cubicBezTo>
                  <a:lnTo>
                    <a:pt x="745" y="380"/>
                  </a:lnTo>
                  <a:cubicBezTo>
                    <a:pt x="1172" y="380"/>
                    <a:pt x="1441" y="111"/>
                    <a:pt x="1505" y="47"/>
                  </a:cubicBezTo>
                  <a:lnTo>
                    <a:pt x="1441" y="1"/>
                  </a:lnTo>
                  <a:cubicBezTo>
                    <a:pt x="1396" y="61"/>
                    <a:pt x="1152" y="320"/>
                    <a:pt x="750" y="320"/>
                  </a:cubicBezTo>
                  <a:cubicBezTo>
                    <a:pt x="727" y="320"/>
                    <a:pt x="705" y="319"/>
                    <a:pt x="682" y="317"/>
                  </a:cubicBezTo>
                  <a:cubicBezTo>
                    <a:pt x="349" y="301"/>
                    <a:pt x="127" y="96"/>
                    <a:pt x="4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6" name="Google Shape;1326;p50"/>
            <p:cNvSpPr/>
            <p:nvPr/>
          </p:nvSpPr>
          <p:spPr>
            <a:xfrm>
              <a:off x="7206480" y="986040"/>
              <a:ext cx="100440" cy="82440"/>
            </a:xfrm>
            <a:custGeom>
              <a:avLst/>
              <a:gdLst/>
              <a:ahLst/>
              <a:rect l="l" t="t" r="r" b="b"/>
              <a:pathLst>
                <a:path w="2200" h="1805">
                  <a:moveTo>
                    <a:pt x="1092" y="0"/>
                  </a:moveTo>
                  <a:cubicBezTo>
                    <a:pt x="490" y="0"/>
                    <a:pt x="0" y="412"/>
                    <a:pt x="0" y="903"/>
                  </a:cubicBezTo>
                  <a:cubicBezTo>
                    <a:pt x="0" y="1393"/>
                    <a:pt x="490" y="1805"/>
                    <a:pt x="1092" y="1805"/>
                  </a:cubicBezTo>
                  <a:cubicBezTo>
                    <a:pt x="1710" y="1805"/>
                    <a:pt x="2200" y="1393"/>
                    <a:pt x="2200" y="903"/>
                  </a:cubicBezTo>
                  <a:cubicBezTo>
                    <a:pt x="2200" y="412"/>
                    <a:pt x="1710" y="0"/>
                    <a:pt x="1092" y="0"/>
                  </a:cubicBezTo>
                  <a:close/>
                </a:path>
              </a:pathLst>
            </a:custGeom>
            <a:solidFill>
              <a:srgbClr val="2b33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7" name="Google Shape;1327;p50"/>
            <p:cNvSpPr/>
            <p:nvPr/>
          </p:nvSpPr>
          <p:spPr>
            <a:xfrm>
              <a:off x="7134120" y="901440"/>
              <a:ext cx="274320" cy="182880"/>
            </a:xfrm>
            <a:custGeom>
              <a:avLst/>
              <a:gdLst/>
              <a:ahLst/>
              <a:rect l="l" t="t" r="r" b="b"/>
              <a:pathLst>
                <a:path w="5984" h="3989">
                  <a:moveTo>
                    <a:pt x="2993" y="0"/>
                  </a:moveTo>
                  <a:cubicBezTo>
                    <a:pt x="1347" y="0"/>
                    <a:pt x="1" y="1346"/>
                    <a:pt x="1" y="2992"/>
                  </a:cubicBezTo>
                  <a:lnTo>
                    <a:pt x="1" y="3989"/>
                  </a:lnTo>
                  <a:lnTo>
                    <a:pt x="5983" y="3989"/>
                  </a:lnTo>
                  <a:lnTo>
                    <a:pt x="5983" y="2992"/>
                  </a:lnTo>
                  <a:cubicBezTo>
                    <a:pt x="5983" y="1346"/>
                    <a:pt x="4654" y="0"/>
                    <a:pt x="299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8" name="Google Shape;1328;p50"/>
            <p:cNvSpPr/>
            <p:nvPr/>
          </p:nvSpPr>
          <p:spPr>
            <a:xfrm>
              <a:off x="7113960" y="1033920"/>
              <a:ext cx="315360" cy="50400"/>
            </a:xfrm>
            <a:custGeom>
              <a:avLst/>
              <a:gdLst/>
              <a:ahLst/>
              <a:rect l="l" t="t" r="r" b="b"/>
              <a:pathLst>
                <a:path w="6870" h="1109">
                  <a:moveTo>
                    <a:pt x="555" y="1"/>
                  </a:moveTo>
                  <a:cubicBezTo>
                    <a:pt x="254" y="1"/>
                    <a:pt x="0" y="254"/>
                    <a:pt x="0" y="556"/>
                  </a:cubicBezTo>
                  <a:cubicBezTo>
                    <a:pt x="0" y="872"/>
                    <a:pt x="254" y="1109"/>
                    <a:pt x="555" y="1109"/>
                  </a:cubicBezTo>
                  <a:lnTo>
                    <a:pt x="6316" y="1109"/>
                  </a:lnTo>
                  <a:cubicBezTo>
                    <a:pt x="6633" y="1109"/>
                    <a:pt x="6870" y="872"/>
                    <a:pt x="6870" y="556"/>
                  </a:cubicBezTo>
                  <a:cubicBezTo>
                    <a:pt x="6870" y="254"/>
                    <a:pt x="6633" y="1"/>
                    <a:pt x="631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9" name="Google Shape;1329;p50"/>
            <p:cNvSpPr/>
            <p:nvPr/>
          </p:nvSpPr>
          <p:spPr>
            <a:xfrm>
              <a:off x="7591320" y="4457160"/>
              <a:ext cx="596880" cy="146520"/>
            </a:xfrm>
            <a:custGeom>
              <a:avLst/>
              <a:gdLst/>
              <a:ahLst/>
              <a:rect l="l" t="t" r="r" b="b"/>
              <a:pathLst>
                <a:path w="12996" h="3199">
                  <a:moveTo>
                    <a:pt x="0" y="1"/>
                  </a:moveTo>
                  <a:lnTo>
                    <a:pt x="0" y="3118"/>
                  </a:lnTo>
                  <a:lnTo>
                    <a:pt x="12995" y="3198"/>
                  </a:lnTo>
                  <a:lnTo>
                    <a:pt x="5493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0" name="Google Shape;1330;p50"/>
            <p:cNvSpPr/>
            <p:nvPr/>
          </p:nvSpPr>
          <p:spPr>
            <a:xfrm>
              <a:off x="7247160" y="2224080"/>
              <a:ext cx="698040" cy="1210320"/>
            </a:xfrm>
            <a:custGeom>
              <a:avLst/>
              <a:gdLst/>
              <a:ahLst/>
              <a:rect l="l" t="t" r="r" b="b"/>
              <a:pathLst>
                <a:path w="15195" h="26339">
                  <a:moveTo>
                    <a:pt x="6252" y="1"/>
                  </a:moveTo>
                  <a:lnTo>
                    <a:pt x="2833" y="1314"/>
                  </a:lnTo>
                  <a:cubicBezTo>
                    <a:pt x="950" y="2042"/>
                    <a:pt x="1" y="4163"/>
                    <a:pt x="729" y="6047"/>
                  </a:cubicBezTo>
                  <a:lnTo>
                    <a:pt x="7629" y="23979"/>
                  </a:lnTo>
                  <a:cubicBezTo>
                    <a:pt x="8192" y="25447"/>
                    <a:pt x="9587" y="26339"/>
                    <a:pt x="11061" y="26339"/>
                  </a:cubicBezTo>
                  <a:cubicBezTo>
                    <a:pt x="11494" y="26339"/>
                    <a:pt x="11934" y="26262"/>
                    <a:pt x="12361" y="26100"/>
                  </a:cubicBezTo>
                  <a:cubicBezTo>
                    <a:pt x="14261" y="25372"/>
                    <a:pt x="15195" y="23251"/>
                    <a:pt x="14467" y="21352"/>
                  </a:cubicBezTo>
                  <a:lnTo>
                    <a:pt x="6252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1" name="Google Shape;1331;p50"/>
            <p:cNvSpPr/>
            <p:nvPr/>
          </p:nvSpPr>
          <p:spPr>
            <a:xfrm>
              <a:off x="7589160" y="3125880"/>
              <a:ext cx="336960" cy="1349640"/>
            </a:xfrm>
            <a:custGeom>
              <a:avLst/>
              <a:gdLst/>
              <a:ahLst/>
              <a:rect l="l" t="t" r="r" b="b"/>
              <a:pathLst>
                <a:path w="7345" h="29362">
                  <a:moveTo>
                    <a:pt x="301" y="1"/>
                  </a:moveTo>
                  <a:cubicBezTo>
                    <a:pt x="142" y="1"/>
                    <a:pt x="0" y="127"/>
                    <a:pt x="0" y="285"/>
                  </a:cubicBezTo>
                  <a:lnTo>
                    <a:pt x="0" y="29361"/>
                  </a:lnTo>
                  <a:lnTo>
                    <a:pt x="7344" y="29361"/>
                  </a:lnTo>
                  <a:lnTo>
                    <a:pt x="7344" y="2628"/>
                  </a:lnTo>
                  <a:cubicBezTo>
                    <a:pt x="7344" y="2470"/>
                    <a:pt x="7201" y="2328"/>
                    <a:pt x="7043" y="2328"/>
                  </a:cubicBez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2" name="Google Shape;1332;p50"/>
            <p:cNvSpPr/>
            <p:nvPr/>
          </p:nvSpPr>
          <p:spPr>
            <a:xfrm>
              <a:off x="6609600" y="4457160"/>
              <a:ext cx="596880" cy="146520"/>
            </a:xfrm>
            <a:custGeom>
              <a:avLst/>
              <a:gdLst/>
              <a:ahLst/>
              <a:rect l="l" t="t" r="r" b="b"/>
              <a:pathLst>
                <a:path w="12995" h="3199">
                  <a:moveTo>
                    <a:pt x="7503" y="1"/>
                  </a:moveTo>
                  <a:lnTo>
                    <a:pt x="1" y="3198"/>
                  </a:lnTo>
                  <a:lnTo>
                    <a:pt x="1" y="3198"/>
                  </a:lnTo>
                  <a:lnTo>
                    <a:pt x="12994" y="3118"/>
                  </a:lnTo>
                  <a:lnTo>
                    <a:pt x="1299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3" name="Google Shape;1333;p50"/>
            <p:cNvSpPr/>
            <p:nvPr/>
          </p:nvSpPr>
          <p:spPr>
            <a:xfrm>
              <a:off x="6901200" y="2230560"/>
              <a:ext cx="435240" cy="2260080"/>
            </a:xfrm>
            <a:custGeom>
              <a:avLst/>
              <a:gdLst/>
              <a:ahLst/>
              <a:rect l="l" t="t" r="r" b="b"/>
              <a:pathLst>
                <a:path w="9483" h="49162">
                  <a:moveTo>
                    <a:pt x="2170" y="1"/>
                  </a:moveTo>
                  <a:lnTo>
                    <a:pt x="1" y="48829"/>
                  </a:lnTo>
                  <a:lnTo>
                    <a:pt x="7330" y="49161"/>
                  </a:lnTo>
                  <a:lnTo>
                    <a:pt x="9482" y="317"/>
                  </a:lnTo>
                  <a:lnTo>
                    <a:pt x="2170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4" name="Google Shape;1334;p50"/>
            <p:cNvSpPr/>
            <p:nvPr/>
          </p:nvSpPr>
          <p:spPr>
            <a:xfrm>
              <a:off x="7003080" y="2127960"/>
              <a:ext cx="549000" cy="499320"/>
            </a:xfrm>
            <a:custGeom>
              <a:avLst/>
              <a:gdLst/>
              <a:ahLst/>
              <a:rect l="l" t="t" r="r" b="b"/>
              <a:pathLst>
                <a:path w="11952" h="10874">
                  <a:moveTo>
                    <a:pt x="1" y="0"/>
                  </a:moveTo>
                  <a:lnTo>
                    <a:pt x="1" y="10399"/>
                  </a:lnTo>
                  <a:cubicBezTo>
                    <a:pt x="1" y="10668"/>
                    <a:pt x="207" y="10873"/>
                    <a:pt x="460" y="10873"/>
                  </a:cubicBezTo>
                  <a:lnTo>
                    <a:pt x="11476" y="10873"/>
                  </a:lnTo>
                  <a:cubicBezTo>
                    <a:pt x="11745" y="10873"/>
                    <a:pt x="11951" y="10668"/>
                    <a:pt x="11951" y="10399"/>
                  </a:cubicBezTo>
                  <a:lnTo>
                    <a:pt x="11951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5" name="Google Shape;1335;p50"/>
            <p:cNvSpPr/>
            <p:nvPr/>
          </p:nvSpPr>
          <p:spPr>
            <a:xfrm>
              <a:off x="7003080" y="1409400"/>
              <a:ext cx="549720" cy="789120"/>
            </a:xfrm>
            <a:custGeom>
              <a:avLst/>
              <a:gdLst/>
              <a:ahLst/>
              <a:rect l="l" t="t" r="r" b="b"/>
              <a:pathLst>
                <a:path w="11967" h="17175">
                  <a:moveTo>
                    <a:pt x="1" y="1"/>
                  </a:moveTo>
                  <a:lnTo>
                    <a:pt x="1" y="17175"/>
                  </a:lnTo>
                  <a:lnTo>
                    <a:pt x="11966" y="17175"/>
                  </a:lnTo>
                  <a:lnTo>
                    <a:pt x="11966" y="1"/>
                  </a:lnTo>
                  <a:close/>
                </a:path>
              </a:pathLst>
            </a:custGeom>
            <a:solidFill>
              <a:srgbClr val="e8a2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6" name="Google Shape;1336;p50"/>
            <p:cNvSpPr/>
            <p:nvPr/>
          </p:nvSpPr>
          <p:spPr>
            <a:xfrm>
              <a:off x="7358400" y="1391400"/>
              <a:ext cx="329760" cy="978120"/>
            </a:xfrm>
            <a:custGeom>
              <a:avLst/>
              <a:gdLst/>
              <a:ahLst/>
              <a:rect l="l" t="t" r="r" b="b"/>
              <a:pathLst>
                <a:path w="7187" h="21289">
                  <a:moveTo>
                    <a:pt x="7186" y="1"/>
                  </a:moveTo>
                  <a:lnTo>
                    <a:pt x="7186" y="1"/>
                  </a:lnTo>
                  <a:cubicBezTo>
                    <a:pt x="4797" y="79"/>
                    <a:pt x="2406" y="174"/>
                    <a:pt x="1" y="269"/>
                  </a:cubicBezTo>
                  <a:lnTo>
                    <a:pt x="1" y="21288"/>
                  </a:lnTo>
                  <a:lnTo>
                    <a:pt x="5857" y="21288"/>
                  </a:lnTo>
                  <a:cubicBezTo>
                    <a:pt x="6015" y="18899"/>
                    <a:pt x="6158" y="16493"/>
                    <a:pt x="6316" y="14103"/>
                  </a:cubicBezTo>
                  <a:cubicBezTo>
                    <a:pt x="6363" y="13311"/>
                    <a:pt x="6411" y="12505"/>
                    <a:pt x="6458" y="11713"/>
                  </a:cubicBezTo>
                  <a:cubicBezTo>
                    <a:pt x="6506" y="10827"/>
                    <a:pt x="6570" y="9941"/>
                    <a:pt x="6633" y="9054"/>
                  </a:cubicBezTo>
                  <a:cubicBezTo>
                    <a:pt x="6680" y="8246"/>
                    <a:pt x="6728" y="7455"/>
                    <a:pt x="6775" y="6649"/>
                  </a:cubicBezTo>
                  <a:cubicBezTo>
                    <a:pt x="6918" y="4433"/>
                    <a:pt x="7044" y="2217"/>
                    <a:pt x="718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7" name="Google Shape;1337;p50"/>
            <p:cNvSpPr/>
            <p:nvPr/>
          </p:nvSpPr>
          <p:spPr>
            <a:xfrm>
              <a:off x="7358400" y="1697040"/>
              <a:ext cx="310680" cy="109800"/>
            </a:xfrm>
            <a:custGeom>
              <a:avLst/>
              <a:gdLst/>
              <a:ahLst/>
              <a:rect l="l" t="t" r="r" b="b"/>
              <a:pathLst>
                <a:path w="6775" h="2407">
                  <a:moveTo>
                    <a:pt x="1" y="1"/>
                  </a:moveTo>
                  <a:lnTo>
                    <a:pt x="1" y="2406"/>
                  </a:lnTo>
                  <a:lnTo>
                    <a:pt x="6633" y="2406"/>
                  </a:lnTo>
                  <a:cubicBezTo>
                    <a:pt x="6680" y="1598"/>
                    <a:pt x="6728" y="807"/>
                    <a:pt x="6775" y="1"/>
                  </a:cubicBezTo>
                  <a:close/>
                </a:path>
              </a:pathLst>
            </a:custGeom>
            <a:solidFill>
              <a:srgbClr val="cad4e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8" name="Google Shape;1338;p50"/>
            <p:cNvSpPr/>
            <p:nvPr/>
          </p:nvSpPr>
          <p:spPr>
            <a:xfrm>
              <a:off x="7358400" y="1929960"/>
              <a:ext cx="296280" cy="109080"/>
            </a:xfrm>
            <a:custGeom>
              <a:avLst/>
              <a:gdLst/>
              <a:ahLst/>
              <a:rect l="l" t="t" r="r" b="b"/>
              <a:pathLst>
                <a:path w="6459" h="2390">
                  <a:moveTo>
                    <a:pt x="1" y="0"/>
                  </a:moveTo>
                  <a:lnTo>
                    <a:pt x="1" y="2390"/>
                  </a:lnTo>
                  <a:lnTo>
                    <a:pt x="6316" y="2390"/>
                  </a:lnTo>
                  <a:cubicBezTo>
                    <a:pt x="6363" y="1598"/>
                    <a:pt x="6411" y="792"/>
                    <a:pt x="6458" y="0"/>
                  </a:cubicBezTo>
                  <a:close/>
                </a:path>
              </a:pathLst>
            </a:custGeom>
            <a:solidFill>
              <a:srgbClr val="cad4e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9" name="Google Shape;1339;p50"/>
            <p:cNvSpPr/>
            <p:nvPr/>
          </p:nvSpPr>
          <p:spPr>
            <a:xfrm>
              <a:off x="6893280" y="1391400"/>
              <a:ext cx="329760" cy="978120"/>
            </a:xfrm>
            <a:custGeom>
              <a:avLst/>
              <a:gdLst/>
              <a:ahLst/>
              <a:rect l="l" t="t" r="r" b="b"/>
              <a:pathLst>
                <a:path w="7187" h="21289">
                  <a:moveTo>
                    <a:pt x="0" y="1"/>
                  </a:moveTo>
                  <a:cubicBezTo>
                    <a:pt x="142" y="2217"/>
                    <a:pt x="285" y="4433"/>
                    <a:pt x="412" y="6649"/>
                  </a:cubicBezTo>
                  <a:cubicBezTo>
                    <a:pt x="475" y="7455"/>
                    <a:pt x="522" y="8246"/>
                    <a:pt x="570" y="9054"/>
                  </a:cubicBezTo>
                  <a:cubicBezTo>
                    <a:pt x="617" y="9941"/>
                    <a:pt x="680" y="10827"/>
                    <a:pt x="728" y="11713"/>
                  </a:cubicBezTo>
                  <a:cubicBezTo>
                    <a:pt x="792" y="12505"/>
                    <a:pt x="839" y="13311"/>
                    <a:pt x="887" y="14103"/>
                  </a:cubicBezTo>
                  <a:cubicBezTo>
                    <a:pt x="1028" y="16493"/>
                    <a:pt x="1187" y="18899"/>
                    <a:pt x="1330" y="21288"/>
                  </a:cubicBezTo>
                  <a:lnTo>
                    <a:pt x="7186" y="21288"/>
                  </a:lnTo>
                  <a:lnTo>
                    <a:pt x="7186" y="269"/>
                  </a:lnTo>
                  <a:cubicBezTo>
                    <a:pt x="4795" y="174"/>
                    <a:pt x="2390" y="79"/>
                    <a:pt x="0" y="1"/>
                  </a:cubicBezTo>
                  <a:close/>
                </a:path>
              </a:pathLst>
            </a:custGeom>
            <a:solidFill>
              <a:srgbClr val="cf5a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0" name="Google Shape;1340;p50"/>
            <p:cNvSpPr/>
            <p:nvPr/>
          </p:nvSpPr>
          <p:spPr>
            <a:xfrm>
              <a:off x="6912360" y="1697040"/>
              <a:ext cx="311040" cy="109800"/>
            </a:xfrm>
            <a:custGeom>
              <a:avLst/>
              <a:gdLst/>
              <a:ahLst/>
              <a:rect l="l" t="t" r="r" b="b"/>
              <a:pathLst>
                <a:path w="6776" h="2407">
                  <a:moveTo>
                    <a:pt x="1" y="1"/>
                  </a:moveTo>
                  <a:cubicBezTo>
                    <a:pt x="64" y="807"/>
                    <a:pt x="111" y="1598"/>
                    <a:pt x="159" y="2406"/>
                  </a:cubicBezTo>
                  <a:lnTo>
                    <a:pt x="6775" y="2406"/>
                  </a:lnTo>
                  <a:lnTo>
                    <a:pt x="6775" y="1"/>
                  </a:lnTo>
                  <a:close/>
                </a:path>
              </a:pathLst>
            </a:custGeom>
            <a:solidFill>
              <a:srgbClr val="cad4e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1" name="Google Shape;1341;p50"/>
            <p:cNvSpPr/>
            <p:nvPr/>
          </p:nvSpPr>
          <p:spPr>
            <a:xfrm>
              <a:off x="6926760" y="1929960"/>
              <a:ext cx="296280" cy="109080"/>
            </a:xfrm>
            <a:custGeom>
              <a:avLst/>
              <a:gdLst/>
              <a:ahLst/>
              <a:rect l="l" t="t" r="r" b="b"/>
              <a:pathLst>
                <a:path w="6459" h="2390">
                  <a:moveTo>
                    <a:pt x="0" y="0"/>
                  </a:moveTo>
                  <a:cubicBezTo>
                    <a:pt x="64" y="792"/>
                    <a:pt x="111" y="1598"/>
                    <a:pt x="159" y="2390"/>
                  </a:cubicBezTo>
                  <a:lnTo>
                    <a:pt x="6458" y="2390"/>
                  </a:lnTo>
                  <a:lnTo>
                    <a:pt x="6458" y="0"/>
                  </a:lnTo>
                  <a:close/>
                </a:path>
              </a:pathLst>
            </a:custGeom>
            <a:solidFill>
              <a:srgbClr val="cad4e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2" name="Google Shape;1342;p50"/>
            <p:cNvSpPr/>
            <p:nvPr/>
          </p:nvSpPr>
          <p:spPr>
            <a:xfrm>
              <a:off x="6282000" y="1271880"/>
              <a:ext cx="671760" cy="1366200"/>
            </a:xfrm>
            <a:custGeom>
              <a:avLst/>
              <a:gdLst/>
              <a:ahLst/>
              <a:rect l="l" t="t" r="r" b="b"/>
              <a:pathLst>
                <a:path w="14625" h="29725">
                  <a:moveTo>
                    <a:pt x="14625" y="0"/>
                  </a:moveTo>
                  <a:lnTo>
                    <a:pt x="0" y="5223"/>
                  </a:lnTo>
                  <a:lnTo>
                    <a:pt x="0" y="29724"/>
                  </a:lnTo>
                  <a:lnTo>
                    <a:pt x="14625" y="24501"/>
                  </a:lnTo>
                  <a:lnTo>
                    <a:pt x="14625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3" name="Google Shape;1343;p50"/>
            <p:cNvSpPr/>
            <p:nvPr/>
          </p:nvSpPr>
          <p:spPr>
            <a:xfrm>
              <a:off x="7616160" y="1279800"/>
              <a:ext cx="671760" cy="1365480"/>
            </a:xfrm>
            <a:custGeom>
              <a:avLst/>
              <a:gdLst/>
              <a:ahLst/>
              <a:rect l="l" t="t" r="r" b="b"/>
              <a:pathLst>
                <a:path w="14626" h="29709">
                  <a:moveTo>
                    <a:pt x="14625" y="1"/>
                  </a:moveTo>
                  <a:lnTo>
                    <a:pt x="0" y="5224"/>
                  </a:lnTo>
                  <a:lnTo>
                    <a:pt x="0" y="29709"/>
                  </a:lnTo>
                  <a:lnTo>
                    <a:pt x="14625" y="24486"/>
                  </a:lnTo>
                  <a:lnTo>
                    <a:pt x="14625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4" name="Google Shape;1344;p50"/>
            <p:cNvSpPr/>
            <p:nvPr/>
          </p:nvSpPr>
          <p:spPr>
            <a:xfrm>
              <a:off x="6952320" y="1271880"/>
              <a:ext cx="671760" cy="1366200"/>
            </a:xfrm>
            <a:custGeom>
              <a:avLst/>
              <a:gdLst/>
              <a:ahLst/>
              <a:rect l="l" t="t" r="r" b="b"/>
              <a:pathLst>
                <a:path w="14626" h="29725">
                  <a:moveTo>
                    <a:pt x="1" y="0"/>
                  </a:moveTo>
                  <a:lnTo>
                    <a:pt x="1" y="24501"/>
                  </a:lnTo>
                  <a:lnTo>
                    <a:pt x="14625" y="29724"/>
                  </a:lnTo>
                  <a:lnTo>
                    <a:pt x="14625" y="52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5" name="Google Shape;1345;p50"/>
            <p:cNvSpPr/>
            <p:nvPr/>
          </p:nvSpPr>
          <p:spPr>
            <a:xfrm>
              <a:off x="8210160" y="1810440"/>
              <a:ext cx="97560" cy="44280"/>
            </a:xfrm>
            <a:custGeom>
              <a:avLst/>
              <a:gdLst/>
              <a:ahLst/>
              <a:rect l="l" t="t" r="r" b="b"/>
              <a:pathLst>
                <a:path w="2139" h="982">
                  <a:moveTo>
                    <a:pt x="492" y="1"/>
                  </a:moveTo>
                  <a:cubicBezTo>
                    <a:pt x="222" y="1"/>
                    <a:pt x="1" y="222"/>
                    <a:pt x="1" y="491"/>
                  </a:cubicBezTo>
                  <a:cubicBezTo>
                    <a:pt x="1" y="760"/>
                    <a:pt x="222" y="982"/>
                    <a:pt x="492" y="982"/>
                  </a:cubicBezTo>
                  <a:lnTo>
                    <a:pt x="2138" y="982"/>
                  </a:lnTo>
                  <a:lnTo>
                    <a:pt x="213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6" name="Google Shape;1346;p50"/>
            <p:cNvSpPr/>
            <p:nvPr/>
          </p:nvSpPr>
          <p:spPr>
            <a:xfrm>
              <a:off x="8210160" y="1761840"/>
              <a:ext cx="97560" cy="44280"/>
            </a:xfrm>
            <a:custGeom>
              <a:avLst/>
              <a:gdLst/>
              <a:ahLst/>
              <a:rect l="l" t="t" r="r" b="b"/>
              <a:pathLst>
                <a:path w="2139" h="982">
                  <a:moveTo>
                    <a:pt x="492" y="1"/>
                  </a:moveTo>
                  <a:cubicBezTo>
                    <a:pt x="222" y="1"/>
                    <a:pt x="1" y="207"/>
                    <a:pt x="1" y="492"/>
                  </a:cubicBezTo>
                  <a:cubicBezTo>
                    <a:pt x="1" y="760"/>
                    <a:pt x="222" y="982"/>
                    <a:pt x="492" y="982"/>
                  </a:cubicBezTo>
                  <a:lnTo>
                    <a:pt x="2138" y="982"/>
                  </a:lnTo>
                  <a:lnTo>
                    <a:pt x="213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7" name="Google Shape;1347;p50"/>
            <p:cNvSpPr/>
            <p:nvPr/>
          </p:nvSpPr>
          <p:spPr>
            <a:xfrm>
              <a:off x="8210160" y="1863000"/>
              <a:ext cx="97560" cy="44280"/>
            </a:xfrm>
            <a:custGeom>
              <a:avLst/>
              <a:gdLst/>
              <a:ahLst/>
              <a:rect l="l" t="t" r="r" b="b"/>
              <a:pathLst>
                <a:path w="2139" h="982">
                  <a:moveTo>
                    <a:pt x="492" y="0"/>
                  </a:moveTo>
                  <a:cubicBezTo>
                    <a:pt x="222" y="0"/>
                    <a:pt x="1" y="222"/>
                    <a:pt x="1" y="490"/>
                  </a:cubicBezTo>
                  <a:cubicBezTo>
                    <a:pt x="1" y="760"/>
                    <a:pt x="222" y="982"/>
                    <a:pt x="492" y="982"/>
                  </a:cubicBezTo>
                  <a:lnTo>
                    <a:pt x="2138" y="982"/>
                  </a:lnTo>
                  <a:lnTo>
                    <a:pt x="213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8" name="Google Shape;1348;p50"/>
            <p:cNvSpPr/>
            <p:nvPr/>
          </p:nvSpPr>
          <p:spPr>
            <a:xfrm>
              <a:off x="8210160" y="1916280"/>
              <a:ext cx="97560" cy="44280"/>
            </a:xfrm>
            <a:custGeom>
              <a:avLst/>
              <a:gdLst/>
              <a:ahLst/>
              <a:rect l="l" t="t" r="r" b="b"/>
              <a:pathLst>
                <a:path w="2139" h="982">
                  <a:moveTo>
                    <a:pt x="492" y="0"/>
                  </a:moveTo>
                  <a:cubicBezTo>
                    <a:pt x="222" y="0"/>
                    <a:pt x="1" y="222"/>
                    <a:pt x="1" y="491"/>
                  </a:cubicBezTo>
                  <a:cubicBezTo>
                    <a:pt x="1" y="760"/>
                    <a:pt x="222" y="981"/>
                    <a:pt x="492" y="981"/>
                  </a:cubicBezTo>
                  <a:lnTo>
                    <a:pt x="2138" y="981"/>
                  </a:lnTo>
                  <a:lnTo>
                    <a:pt x="213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9" name="Google Shape;1349;p50"/>
            <p:cNvSpPr/>
            <p:nvPr/>
          </p:nvSpPr>
          <p:spPr>
            <a:xfrm>
              <a:off x="6276240" y="1834560"/>
              <a:ext cx="97560" cy="45360"/>
            </a:xfrm>
            <a:custGeom>
              <a:avLst/>
              <a:gdLst/>
              <a:ahLst/>
              <a:rect l="l" t="t" r="r" b="b"/>
              <a:pathLst>
                <a:path w="2137" h="999">
                  <a:moveTo>
                    <a:pt x="1" y="0"/>
                  </a:moveTo>
                  <a:lnTo>
                    <a:pt x="1" y="998"/>
                  </a:lnTo>
                  <a:lnTo>
                    <a:pt x="1647" y="998"/>
                  </a:lnTo>
                  <a:cubicBezTo>
                    <a:pt x="1915" y="998"/>
                    <a:pt x="2137" y="777"/>
                    <a:pt x="2137" y="507"/>
                  </a:cubicBezTo>
                  <a:cubicBezTo>
                    <a:pt x="2137" y="222"/>
                    <a:pt x="1915" y="0"/>
                    <a:pt x="164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0" name="Google Shape;1350;p50"/>
            <p:cNvSpPr/>
            <p:nvPr/>
          </p:nvSpPr>
          <p:spPr>
            <a:xfrm>
              <a:off x="6276240" y="1785960"/>
              <a:ext cx="97560" cy="44280"/>
            </a:xfrm>
            <a:custGeom>
              <a:avLst/>
              <a:gdLst/>
              <a:ahLst/>
              <a:rect l="l" t="t" r="r" b="b"/>
              <a:pathLst>
                <a:path w="2137" h="982">
                  <a:moveTo>
                    <a:pt x="1" y="1"/>
                  </a:moveTo>
                  <a:lnTo>
                    <a:pt x="1" y="982"/>
                  </a:lnTo>
                  <a:lnTo>
                    <a:pt x="1647" y="982"/>
                  </a:lnTo>
                  <a:cubicBezTo>
                    <a:pt x="1915" y="982"/>
                    <a:pt x="2137" y="760"/>
                    <a:pt x="2137" y="491"/>
                  </a:cubicBezTo>
                  <a:cubicBezTo>
                    <a:pt x="2137" y="222"/>
                    <a:pt x="1915" y="1"/>
                    <a:pt x="164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1" name="Google Shape;1351;p50"/>
            <p:cNvSpPr/>
            <p:nvPr/>
          </p:nvSpPr>
          <p:spPr>
            <a:xfrm>
              <a:off x="6276240" y="1887840"/>
              <a:ext cx="97560" cy="44280"/>
            </a:xfrm>
            <a:custGeom>
              <a:avLst/>
              <a:gdLst/>
              <a:ahLst/>
              <a:rect l="l" t="t" r="r" b="b"/>
              <a:pathLst>
                <a:path w="2137" h="982">
                  <a:moveTo>
                    <a:pt x="1" y="0"/>
                  </a:moveTo>
                  <a:lnTo>
                    <a:pt x="1" y="982"/>
                  </a:lnTo>
                  <a:lnTo>
                    <a:pt x="1647" y="982"/>
                  </a:lnTo>
                  <a:cubicBezTo>
                    <a:pt x="1915" y="982"/>
                    <a:pt x="2137" y="760"/>
                    <a:pt x="2137" y="490"/>
                  </a:cubicBezTo>
                  <a:cubicBezTo>
                    <a:pt x="2137" y="222"/>
                    <a:pt x="1915" y="0"/>
                    <a:pt x="164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2" name="Google Shape;1352;p50"/>
            <p:cNvSpPr/>
            <p:nvPr/>
          </p:nvSpPr>
          <p:spPr>
            <a:xfrm>
              <a:off x="6276240" y="1940040"/>
              <a:ext cx="97560" cy="44640"/>
            </a:xfrm>
            <a:custGeom>
              <a:avLst/>
              <a:gdLst/>
              <a:ahLst/>
              <a:rect l="l" t="t" r="r" b="b"/>
              <a:pathLst>
                <a:path w="2137" h="983">
                  <a:moveTo>
                    <a:pt x="1" y="1"/>
                  </a:moveTo>
                  <a:lnTo>
                    <a:pt x="1" y="982"/>
                  </a:lnTo>
                  <a:lnTo>
                    <a:pt x="1647" y="982"/>
                  </a:lnTo>
                  <a:cubicBezTo>
                    <a:pt x="1915" y="982"/>
                    <a:pt x="2137" y="776"/>
                    <a:pt x="2137" y="491"/>
                  </a:cubicBezTo>
                  <a:cubicBezTo>
                    <a:pt x="2137" y="223"/>
                    <a:pt x="1915" y="1"/>
                    <a:pt x="164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883" name="PlaceHolder 2"/>
          <p:cNvSpPr>
            <a:spLocks noGrp="1"/>
          </p:cNvSpPr>
          <p:nvPr>
            <p:ph/>
          </p:nvPr>
        </p:nvSpPr>
        <p:spPr>
          <a:xfrm>
            <a:off x="677520" y="1740600"/>
            <a:ext cx="3860640" cy="238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Todos que quizerem saber informações sobre o tema. É recomendável os usuários terem conhecimento de pelo menos o 9° ano do fundamental.</a:t>
            </a:r>
            <a:endParaRPr b="0" lang="pt-B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PlaceHolder 1"/>
          <p:cNvSpPr>
            <a:spLocks noGrp="1"/>
          </p:cNvSpPr>
          <p:nvPr>
            <p:ph type="title"/>
          </p:nvPr>
        </p:nvSpPr>
        <p:spPr>
          <a:xfrm>
            <a:off x="720000" y="1620000"/>
            <a:ext cx="4319640" cy="84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W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i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r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e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f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r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a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m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e</a:t>
            </a:r>
            <a:endParaRPr b="0" lang="pt-BR" sz="5000" spc="-1" strike="noStrike">
              <a:latin typeface="Arial"/>
            </a:endParaRPr>
          </a:p>
        </p:txBody>
      </p:sp>
      <p:sp>
        <p:nvSpPr>
          <p:cNvPr id="1885" name="PlaceHolder 2"/>
          <p:cNvSpPr>
            <a:spLocks noGrp="1"/>
          </p:cNvSpPr>
          <p:nvPr>
            <p:ph type="subTitle"/>
          </p:nvPr>
        </p:nvSpPr>
        <p:spPr>
          <a:xfrm>
            <a:off x="720000" y="2700000"/>
            <a:ext cx="2851560" cy="712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Pl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n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ej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a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m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nt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o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d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o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d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es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ig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n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d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o 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w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bs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it</a:t>
            </a:r>
            <a:r>
              <a:rPr b="0" lang="en" sz="2000" spc="-1" strike="noStrike">
                <a:solidFill>
                  <a:srgbClr val="434343"/>
                </a:solidFill>
                <a:latin typeface="Open Sans"/>
                <a:ea typeface="Open Sans"/>
              </a:rPr>
              <a:t>e</a:t>
            </a:r>
            <a:endParaRPr b="0" lang="pt-BR" sz="2000" spc="-1" strike="noStrike">
              <a:latin typeface="Arial"/>
            </a:endParaRPr>
          </a:p>
        </p:txBody>
      </p:sp>
      <p:grpSp>
        <p:nvGrpSpPr>
          <p:cNvPr id="1886" name="Google Shape;956;p39"/>
          <p:cNvGrpSpPr/>
          <p:nvPr/>
        </p:nvGrpSpPr>
        <p:grpSpPr>
          <a:xfrm>
            <a:off x="5717160" y="1396080"/>
            <a:ext cx="2721600" cy="2539440"/>
            <a:chOff x="5717160" y="1396080"/>
            <a:chExt cx="2721600" cy="2539440"/>
          </a:xfrm>
        </p:grpSpPr>
        <p:sp>
          <p:nvSpPr>
            <p:cNvPr id="1887" name="Google Shape;957;p39"/>
            <p:cNvSpPr/>
            <p:nvPr/>
          </p:nvSpPr>
          <p:spPr>
            <a:xfrm>
              <a:off x="5927400" y="1587960"/>
              <a:ext cx="243000" cy="2347560"/>
            </a:xfrm>
            <a:custGeom>
              <a:avLst/>
              <a:gdLst/>
              <a:ahLst/>
              <a:rect l="l" t="t" r="r" b="b"/>
              <a:pathLst>
                <a:path w="3199" h="30802">
                  <a:moveTo>
                    <a:pt x="1" y="1"/>
                  </a:moveTo>
                  <a:lnTo>
                    <a:pt x="1" y="30802"/>
                  </a:lnTo>
                  <a:lnTo>
                    <a:pt x="3198" y="30802"/>
                  </a:lnTo>
                  <a:lnTo>
                    <a:pt x="319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8" name="Google Shape;958;p39"/>
            <p:cNvSpPr/>
            <p:nvPr/>
          </p:nvSpPr>
          <p:spPr>
            <a:xfrm>
              <a:off x="7984440" y="1587960"/>
              <a:ext cx="241920" cy="2347560"/>
            </a:xfrm>
            <a:custGeom>
              <a:avLst/>
              <a:gdLst/>
              <a:ahLst/>
              <a:rect l="l" t="t" r="r" b="b"/>
              <a:pathLst>
                <a:path w="3183" h="30802">
                  <a:moveTo>
                    <a:pt x="0" y="1"/>
                  </a:moveTo>
                  <a:lnTo>
                    <a:pt x="0" y="30802"/>
                  </a:lnTo>
                  <a:lnTo>
                    <a:pt x="3182" y="30802"/>
                  </a:lnTo>
                  <a:lnTo>
                    <a:pt x="318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9" name="Google Shape;959;p39"/>
            <p:cNvSpPr/>
            <p:nvPr/>
          </p:nvSpPr>
          <p:spPr>
            <a:xfrm>
              <a:off x="5717160" y="1396080"/>
              <a:ext cx="2721600" cy="450720"/>
            </a:xfrm>
            <a:custGeom>
              <a:avLst/>
              <a:gdLst/>
              <a:ahLst/>
              <a:rect l="l" t="t" r="r" b="b"/>
              <a:pathLst>
                <a:path w="35708" h="5921">
                  <a:moveTo>
                    <a:pt x="1" y="1"/>
                  </a:moveTo>
                  <a:lnTo>
                    <a:pt x="1" y="5920"/>
                  </a:lnTo>
                  <a:lnTo>
                    <a:pt x="35708" y="5920"/>
                  </a:lnTo>
                  <a:lnTo>
                    <a:pt x="35708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0" name="Google Shape;960;p39"/>
            <p:cNvSpPr/>
            <p:nvPr/>
          </p:nvSpPr>
          <p:spPr>
            <a:xfrm>
              <a:off x="5804280" y="1396080"/>
              <a:ext cx="473400" cy="450720"/>
            </a:xfrm>
            <a:custGeom>
              <a:avLst/>
              <a:gdLst/>
              <a:ahLst/>
              <a:rect l="l" t="t" r="r" b="b"/>
              <a:pathLst>
                <a:path w="6221" h="5921">
                  <a:moveTo>
                    <a:pt x="2754" y="1"/>
                  </a:moveTo>
                  <a:lnTo>
                    <a:pt x="0" y="5920"/>
                  </a:lnTo>
                  <a:lnTo>
                    <a:pt x="3466" y="5920"/>
                  </a:lnTo>
                  <a:lnTo>
                    <a:pt x="622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1" name="Google Shape;961;p39"/>
            <p:cNvSpPr/>
            <p:nvPr/>
          </p:nvSpPr>
          <p:spPr>
            <a:xfrm>
              <a:off x="6490800" y="1396080"/>
              <a:ext cx="473760" cy="450720"/>
            </a:xfrm>
            <a:custGeom>
              <a:avLst/>
              <a:gdLst/>
              <a:ahLst/>
              <a:rect l="l" t="t" r="r" b="b"/>
              <a:pathLst>
                <a:path w="6222" h="5921">
                  <a:moveTo>
                    <a:pt x="2755" y="1"/>
                  </a:moveTo>
                  <a:lnTo>
                    <a:pt x="1" y="5920"/>
                  </a:lnTo>
                  <a:lnTo>
                    <a:pt x="3468" y="5920"/>
                  </a:lnTo>
                  <a:lnTo>
                    <a:pt x="62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2" name="Google Shape;962;p39"/>
            <p:cNvSpPr/>
            <p:nvPr/>
          </p:nvSpPr>
          <p:spPr>
            <a:xfrm>
              <a:off x="7178400" y="1396080"/>
              <a:ext cx="473760" cy="450720"/>
            </a:xfrm>
            <a:custGeom>
              <a:avLst/>
              <a:gdLst/>
              <a:ahLst/>
              <a:rect l="l" t="t" r="r" b="b"/>
              <a:pathLst>
                <a:path w="6222" h="5921">
                  <a:moveTo>
                    <a:pt x="2754" y="1"/>
                  </a:moveTo>
                  <a:lnTo>
                    <a:pt x="0" y="5920"/>
                  </a:lnTo>
                  <a:lnTo>
                    <a:pt x="3467" y="5920"/>
                  </a:lnTo>
                  <a:lnTo>
                    <a:pt x="62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3" name="Google Shape;963;p39"/>
            <p:cNvSpPr/>
            <p:nvPr/>
          </p:nvSpPr>
          <p:spPr>
            <a:xfrm>
              <a:off x="7866360" y="1396080"/>
              <a:ext cx="473400" cy="450720"/>
            </a:xfrm>
            <a:custGeom>
              <a:avLst/>
              <a:gdLst/>
              <a:ahLst/>
              <a:rect l="l" t="t" r="r" b="b"/>
              <a:pathLst>
                <a:path w="6221" h="5921">
                  <a:moveTo>
                    <a:pt x="2754" y="1"/>
                  </a:moveTo>
                  <a:lnTo>
                    <a:pt x="0" y="5920"/>
                  </a:lnTo>
                  <a:lnTo>
                    <a:pt x="3467" y="5920"/>
                  </a:lnTo>
                  <a:lnTo>
                    <a:pt x="62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4" name="Google Shape;964;p39"/>
            <p:cNvSpPr/>
            <p:nvPr/>
          </p:nvSpPr>
          <p:spPr>
            <a:xfrm>
              <a:off x="5717160" y="2163600"/>
              <a:ext cx="2721600" cy="449280"/>
            </a:xfrm>
            <a:custGeom>
              <a:avLst/>
              <a:gdLst/>
              <a:ahLst/>
              <a:rect l="l" t="t" r="r" b="b"/>
              <a:pathLst>
                <a:path w="35708" h="5905">
                  <a:moveTo>
                    <a:pt x="1" y="0"/>
                  </a:moveTo>
                  <a:lnTo>
                    <a:pt x="1" y="5904"/>
                  </a:lnTo>
                  <a:lnTo>
                    <a:pt x="35708" y="5904"/>
                  </a:lnTo>
                  <a:lnTo>
                    <a:pt x="35708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5" name="Google Shape;965;p39"/>
            <p:cNvSpPr/>
            <p:nvPr/>
          </p:nvSpPr>
          <p:spPr>
            <a:xfrm>
              <a:off x="5804280" y="2163600"/>
              <a:ext cx="473400" cy="449280"/>
            </a:xfrm>
            <a:custGeom>
              <a:avLst/>
              <a:gdLst/>
              <a:ahLst/>
              <a:rect l="l" t="t" r="r" b="b"/>
              <a:pathLst>
                <a:path w="6221" h="5905">
                  <a:moveTo>
                    <a:pt x="2754" y="0"/>
                  </a:moveTo>
                  <a:lnTo>
                    <a:pt x="0" y="5904"/>
                  </a:lnTo>
                  <a:lnTo>
                    <a:pt x="3466" y="5904"/>
                  </a:lnTo>
                  <a:lnTo>
                    <a:pt x="622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6" name="Google Shape;966;p39"/>
            <p:cNvSpPr/>
            <p:nvPr/>
          </p:nvSpPr>
          <p:spPr>
            <a:xfrm>
              <a:off x="6490800" y="2163600"/>
              <a:ext cx="473760" cy="449280"/>
            </a:xfrm>
            <a:custGeom>
              <a:avLst/>
              <a:gdLst/>
              <a:ahLst/>
              <a:rect l="l" t="t" r="r" b="b"/>
              <a:pathLst>
                <a:path w="6222" h="5905">
                  <a:moveTo>
                    <a:pt x="2755" y="0"/>
                  </a:moveTo>
                  <a:lnTo>
                    <a:pt x="1" y="5904"/>
                  </a:lnTo>
                  <a:lnTo>
                    <a:pt x="3468" y="5904"/>
                  </a:lnTo>
                  <a:lnTo>
                    <a:pt x="62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7" name="Google Shape;967;p39"/>
            <p:cNvSpPr/>
            <p:nvPr/>
          </p:nvSpPr>
          <p:spPr>
            <a:xfrm>
              <a:off x="7178400" y="2163600"/>
              <a:ext cx="473760" cy="449280"/>
            </a:xfrm>
            <a:custGeom>
              <a:avLst/>
              <a:gdLst/>
              <a:ahLst/>
              <a:rect l="l" t="t" r="r" b="b"/>
              <a:pathLst>
                <a:path w="6222" h="5905">
                  <a:moveTo>
                    <a:pt x="2754" y="0"/>
                  </a:moveTo>
                  <a:lnTo>
                    <a:pt x="0" y="5904"/>
                  </a:lnTo>
                  <a:lnTo>
                    <a:pt x="3467" y="5904"/>
                  </a:lnTo>
                  <a:lnTo>
                    <a:pt x="62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8" name="Google Shape;968;p39"/>
            <p:cNvSpPr/>
            <p:nvPr/>
          </p:nvSpPr>
          <p:spPr>
            <a:xfrm>
              <a:off x="7866360" y="2163600"/>
              <a:ext cx="473400" cy="449280"/>
            </a:xfrm>
            <a:custGeom>
              <a:avLst/>
              <a:gdLst/>
              <a:ahLst/>
              <a:rect l="l" t="t" r="r" b="b"/>
              <a:pathLst>
                <a:path w="6221" h="5905">
                  <a:moveTo>
                    <a:pt x="2754" y="0"/>
                  </a:moveTo>
                  <a:lnTo>
                    <a:pt x="0" y="5904"/>
                  </a:lnTo>
                  <a:lnTo>
                    <a:pt x="3467" y="5904"/>
                  </a:lnTo>
                  <a:lnTo>
                    <a:pt x="62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899" name="Google Shape;969;p39"/>
          <p:cNvGrpSpPr/>
          <p:nvPr/>
        </p:nvGrpSpPr>
        <p:grpSpPr>
          <a:xfrm>
            <a:off x="3830760" y="168840"/>
            <a:ext cx="604800" cy="1647720"/>
            <a:chOff x="3830760" y="168840"/>
            <a:chExt cx="604800" cy="1647720"/>
          </a:xfrm>
        </p:grpSpPr>
        <p:sp>
          <p:nvSpPr>
            <p:cNvPr id="1900" name="Google Shape;970;p39"/>
            <p:cNvSpPr/>
            <p:nvPr/>
          </p:nvSpPr>
          <p:spPr>
            <a:xfrm rot="10800000">
              <a:off x="3830760" y="17240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1" name="Google Shape;971;p39"/>
            <p:cNvSpPr/>
            <p:nvPr/>
          </p:nvSpPr>
          <p:spPr>
            <a:xfrm rot="10800000">
              <a:off x="3830760" y="1413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2" name="Google Shape;972;p39"/>
            <p:cNvSpPr/>
            <p:nvPr/>
          </p:nvSpPr>
          <p:spPr>
            <a:xfrm rot="10800000">
              <a:off x="3830760" y="11023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3" name="Google Shape;973;p39"/>
            <p:cNvSpPr/>
            <p:nvPr/>
          </p:nvSpPr>
          <p:spPr>
            <a:xfrm rot="10800000">
              <a:off x="3830760" y="7909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4" name="Google Shape;974;p39"/>
            <p:cNvSpPr/>
            <p:nvPr/>
          </p:nvSpPr>
          <p:spPr>
            <a:xfrm rot="10800000">
              <a:off x="3830760" y="4798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5" name="Google Shape;975;p39"/>
            <p:cNvSpPr/>
            <p:nvPr/>
          </p:nvSpPr>
          <p:spPr>
            <a:xfrm rot="10800000">
              <a:off x="3830760" y="1688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6" name="Google Shape;976;p39"/>
            <p:cNvSpPr/>
            <p:nvPr/>
          </p:nvSpPr>
          <p:spPr>
            <a:xfrm rot="10800000">
              <a:off x="4086720" y="17240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7" name="Google Shape;977;p39"/>
            <p:cNvSpPr/>
            <p:nvPr/>
          </p:nvSpPr>
          <p:spPr>
            <a:xfrm rot="10800000">
              <a:off x="4086720" y="1413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8" name="Google Shape;978;p39"/>
            <p:cNvSpPr/>
            <p:nvPr/>
          </p:nvSpPr>
          <p:spPr>
            <a:xfrm rot="10800000">
              <a:off x="4086720" y="11023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9" name="Google Shape;979;p39"/>
            <p:cNvSpPr/>
            <p:nvPr/>
          </p:nvSpPr>
          <p:spPr>
            <a:xfrm rot="10800000">
              <a:off x="4086720" y="7909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0" name="Google Shape;980;p39"/>
            <p:cNvSpPr/>
            <p:nvPr/>
          </p:nvSpPr>
          <p:spPr>
            <a:xfrm rot="10800000">
              <a:off x="4086720" y="4798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1" name="Google Shape;981;p39"/>
            <p:cNvSpPr/>
            <p:nvPr/>
          </p:nvSpPr>
          <p:spPr>
            <a:xfrm rot="10800000">
              <a:off x="4086720" y="1688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2" name="Google Shape;982;p39"/>
            <p:cNvSpPr/>
            <p:nvPr/>
          </p:nvSpPr>
          <p:spPr>
            <a:xfrm rot="10800000">
              <a:off x="4342680" y="17240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3" name="Google Shape;983;p39"/>
            <p:cNvSpPr/>
            <p:nvPr/>
          </p:nvSpPr>
          <p:spPr>
            <a:xfrm rot="10800000">
              <a:off x="4342680" y="141300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4" name="Google Shape;984;p39"/>
            <p:cNvSpPr/>
            <p:nvPr/>
          </p:nvSpPr>
          <p:spPr>
            <a:xfrm rot="10800000">
              <a:off x="4342680" y="110232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5" name="Google Shape;985;p39"/>
            <p:cNvSpPr/>
            <p:nvPr/>
          </p:nvSpPr>
          <p:spPr>
            <a:xfrm rot="10800000">
              <a:off x="4342680" y="79092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6" name="Google Shape;986;p39"/>
            <p:cNvSpPr/>
            <p:nvPr/>
          </p:nvSpPr>
          <p:spPr>
            <a:xfrm rot="10800000">
              <a:off x="4342680" y="47988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7" name="Google Shape;987;p39"/>
            <p:cNvSpPr/>
            <p:nvPr/>
          </p:nvSpPr>
          <p:spPr>
            <a:xfrm rot="10800000">
              <a:off x="4342680" y="1688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PlaceHolder 1"/>
          <p:cNvSpPr>
            <a:spLocks noGrp="1"/>
          </p:cNvSpPr>
          <p:nvPr>
            <p:ph type="title"/>
          </p:nvPr>
        </p:nvSpPr>
        <p:spPr>
          <a:xfrm>
            <a:off x="3995640" y="2700000"/>
            <a:ext cx="4874040" cy="12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W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i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r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e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f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r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a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m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e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 </a:t>
            </a:r>
            <a:r>
              <a:rPr b="1" lang="en" sz="5000" spc="-1" strike="noStrike">
                <a:solidFill>
                  <a:srgbClr val="434343"/>
                </a:solidFill>
                <a:latin typeface="Lexend Deca"/>
                <a:ea typeface="Lexend Deca"/>
              </a:rPr>
              <a:t>1</a:t>
            </a:r>
            <a:endParaRPr b="0" lang="pt-BR" sz="5000" spc="-1" strike="noStrike">
              <a:latin typeface="Arial"/>
            </a:endParaRPr>
          </a:p>
        </p:txBody>
      </p:sp>
      <p:grpSp>
        <p:nvGrpSpPr>
          <p:cNvPr id="1919" name="Google Shape;1159;p45"/>
          <p:cNvGrpSpPr/>
          <p:nvPr/>
        </p:nvGrpSpPr>
        <p:grpSpPr>
          <a:xfrm>
            <a:off x="4708440" y="167040"/>
            <a:ext cx="604800" cy="1648800"/>
            <a:chOff x="4708440" y="167040"/>
            <a:chExt cx="604800" cy="1648800"/>
          </a:xfrm>
        </p:grpSpPr>
        <p:sp>
          <p:nvSpPr>
            <p:cNvPr id="1920" name="Google Shape;1160;p45"/>
            <p:cNvSpPr/>
            <p:nvPr/>
          </p:nvSpPr>
          <p:spPr>
            <a:xfrm flipV="1">
              <a:off x="5220360" y="17229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40" y="2264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1" name="Google Shape;1161;p45"/>
            <p:cNvSpPr/>
            <p:nvPr/>
          </p:nvSpPr>
          <p:spPr>
            <a:xfrm flipV="1">
              <a:off x="5220360" y="14115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2" name="Google Shape;1162;p45"/>
            <p:cNvSpPr/>
            <p:nvPr/>
          </p:nvSpPr>
          <p:spPr>
            <a:xfrm flipV="1">
              <a:off x="5220360" y="1100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40" y="2263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3" name="Google Shape;1163;p45"/>
            <p:cNvSpPr/>
            <p:nvPr/>
          </p:nvSpPr>
          <p:spPr>
            <a:xfrm flipV="1">
              <a:off x="5220360" y="789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2"/>
                  </a:lnTo>
                  <a:lnTo>
                    <a:pt x="2282" y="1422"/>
                  </a:lnTo>
                  <a:lnTo>
                    <a:pt x="2282" y="861"/>
                  </a:lnTo>
                  <a:lnTo>
                    <a:pt x="1440" y="861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4" name="Google Shape;1164;p45"/>
            <p:cNvSpPr/>
            <p:nvPr/>
          </p:nvSpPr>
          <p:spPr>
            <a:xfrm flipV="1">
              <a:off x="5220360" y="47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40" y="2265"/>
                  </a:lnTo>
                  <a:lnTo>
                    <a:pt x="1440" y="1423"/>
                  </a:lnTo>
                  <a:lnTo>
                    <a:pt x="2282" y="1423"/>
                  </a:lnTo>
                  <a:lnTo>
                    <a:pt x="2282" y="843"/>
                  </a:lnTo>
                  <a:lnTo>
                    <a:pt x="1440" y="84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5" name="Google Shape;1165;p45"/>
            <p:cNvSpPr/>
            <p:nvPr/>
          </p:nvSpPr>
          <p:spPr>
            <a:xfrm flipV="1">
              <a:off x="5220360" y="1670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40" y="2281"/>
                  </a:lnTo>
                  <a:lnTo>
                    <a:pt x="1440" y="1421"/>
                  </a:lnTo>
                  <a:lnTo>
                    <a:pt x="2282" y="1421"/>
                  </a:lnTo>
                  <a:lnTo>
                    <a:pt x="2282" y="859"/>
                  </a:lnTo>
                  <a:lnTo>
                    <a:pt x="1440" y="859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6" name="Google Shape;1166;p45"/>
            <p:cNvSpPr/>
            <p:nvPr/>
          </p:nvSpPr>
          <p:spPr>
            <a:xfrm flipV="1">
              <a:off x="4964400" y="17229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0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64"/>
                  </a:lnTo>
                  <a:lnTo>
                    <a:pt x="1422" y="2264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7" name="Google Shape;1167;p45"/>
            <p:cNvSpPr/>
            <p:nvPr/>
          </p:nvSpPr>
          <p:spPr>
            <a:xfrm flipV="1">
              <a:off x="4964400" y="14115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8" name="Google Shape;1168;p45"/>
            <p:cNvSpPr/>
            <p:nvPr/>
          </p:nvSpPr>
          <p:spPr>
            <a:xfrm flipV="1">
              <a:off x="4964400" y="1100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63"/>
                  </a:lnTo>
                  <a:lnTo>
                    <a:pt x="1422" y="2263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9" name="Google Shape;1169;p45"/>
            <p:cNvSpPr/>
            <p:nvPr/>
          </p:nvSpPr>
          <p:spPr>
            <a:xfrm flipV="1">
              <a:off x="4964400" y="789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1" y="0"/>
                  </a:moveTo>
                  <a:lnTo>
                    <a:pt x="861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1" y="1422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2" y="861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0" name="Google Shape;1170;p45"/>
            <p:cNvSpPr/>
            <p:nvPr/>
          </p:nvSpPr>
          <p:spPr>
            <a:xfrm flipV="1">
              <a:off x="4964400" y="47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1" y="1"/>
                  </a:moveTo>
                  <a:lnTo>
                    <a:pt x="861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1" y="1423"/>
                  </a:lnTo>
                  <a:lnTo>
                    <a:pt x="861" y="2265"/>
                  </a:lnTo>
                  <a:lnTo>
                    <a:pt x="1422" y="2265"/>
                  </a:lnTo>
                  <a:lnTo>
                    <a:pt x="1422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2" y="843"/>
                  </a:lnTo>
                  <a:lnTo>
                    <a:pt x="142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1" name="Google Shape;1171;p45"/>
            <p:cNvSpPr/>
            <p:nvPr/>
          </p:nvSpPr>
          <p:spPr>
            <a:xfrm flipV="1">
              <a:off x="4964400" y="1670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1" y="0"/>
                  </a:moveTo>
                  <a:lnTo>
                    <a:pt x="861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1" y="1421"/>
                  </a:lnTo>
                  <a:lnTo>
                    <a:pt x="861" y="2281"/>
                  </a:lnTo>
                  <a:lnTo>
                    <a:pt x="1422" y="2281"/>
                  </a:lnTo>
                  <a:lnTo>
                    <a:pt x="1422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2" y="859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2" name="Google Shape;1172;p45"/>
            <p:cNvSpPr/>
            <p:nvPr/>
          </p:nvSpPr>
          <p:spPr>
            <a:xfrm flipV="1">
              <a:off x="4708440" y="172296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0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64"/>
                  </a:lnTo>
                  <a:lnTo>
                    <a:pt x="1421" y="2264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3" name="Google Shape;1173;p45"/>
            <p:cNvSpPr/>
            <p:nvPr/>
          </p:nvSpPr>
          <p:spPr>
            <a:xfrm flipV="1">
              <a:off x="4708440" y="141156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4" name="Google Shape;1174;p45"/>
            <p:cNvSpPr/>
            <p:nvPr/>
          </p:nvSpPr>
          <p:spPr>
            <a:xfrm flipV="1">
              <a:off x="4708440" y="1100880"/>
              <a:ext cx="92880" cy="92160"/>
            </a:xfrm>
            <a:custGeom>
              <a:avLst/>
              <a:gdLst/>
              <a:ahLst/>
              <a:rect l="l" t="t" r="r" b="b"/>
              <a:pathLst>
                <a:path w="2282" h="2264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63"/>
                  </a:lnTo>
                  <a:lnTo>
                    <a:pt x="1421" y="2263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5" name="Google Shape;1175;p45"/>
            <p:cNvSpPr/>
            <p:nvPr/>
          </p:nvSpPr>
          <p:spPr>
            <a:xfrm flipV="1">
              <a:off x="4708440" y="78948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1">
                  <a:moveTo>
                    <a:pt x="860" y="0"/>
                  </a:moveTo>
                  <a:lnTo>
                    <a:pt x="860" y="861"/>
                  </a:lnTo>
                  <a:lnTo>
                    <a:pt x="1" y="861"/>
                  </a:lnTo>
                  <a:lnTo>
                    <a:pt x="1" y="1422"/>
                  </a:lnTo>
                  <a:lnTo>
                    <a:pt x="860" y="1422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2"/>
                  </a:lnTo>
                  <a:lnTo>
                    <a:pt x="2281" y="1422"/>
                  </a:lnTo>
                  <a:lnTo>
                    <a:pt x="2281" y="861"/>
                  </a:lnTo>
                  <a:lnTo>
                    <a:pt x="1421" y="861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6" name="Google Shape;1176;p45"/>
            <p:cNvSpPr/>
            <p:nvPr/>
          </p:nvSpPr>
          <p:spPr>
            <a:xfrm flipV="1">
              <a:off x="4708440" y="478440"/>
              <a:ext cx="92880" cy="92520"/>
            </a:xfrm>
            <a:custGeom>
              <a:avLst/>
              <a:gdLst/>
              <a:ahLst/>
              <a:rect l="l" t="t" r="r" b="b"/>
              <a:pathLst>
                <a:path w="2282" h="2265">
                  <a:moveTo>
                    <a:pt x="860" y="1"/>
                  </a:moveTo>
                  <a:lnTo>
                    <a:pt x="860" y="843"/>
                  </a:lnTo>
                  <a:lnTo>
                    <a:pt x="1" y="843"/>
                  </a:lnTo>
                  <a:lnTo>
                    <a:pt x="1" y="1423"/>
                  </a:lnTo>
                  <a:lnTo>
                    <a:pt x="860" y="1423"/>
                  </a:lnTo>
                  <a:lnTo>
                    <a:pt x="860" y="2265"/>
                  </a:lnTo>
                  <a:lnTo>
                    <a:pt x="1421" y="2265"/>
                  </a:lnTo>
                  <a:lnTo>
                    <a:pt x="1421" y="1423"/>
                  </a:lnTo>
                  <a:lnTo>
                    <a:pt x="2281" y="1423"/>
                  </a:lnTo>
                  <a:lnTo>
                    <a:pt x="2281" y="843"/>
                  </a:lnTo>
                  <a:lnTo>
                    <a:pt x="1421" y="843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7" name="Google Shape;1177;p45"/>
            <p:cNvSpPr/>
            <p:nvPr/>
          </p:nvSpPr>
          <p:spPr>
            <a:xfrm flipV="1">
              <a:off x="4708440" y="167040"/>
              <a:ext cx="92880" cy="92880"/>
            </a:xfrm>
            <a:custGeom>
              <a:avLst/>
              <a:gdLst/>
              <a:ahLst/>
              <a:rect l="l" t="t" r="r" b="b"/>
              <a:pathLst>
                <a:path w="2282" h="2282">
                  <a:moveTo>
                    <a:pt x="860" y="0"/>
                  </a:moveTo>
                  <a:lnTo>
                    <a:pt x="860" y="859"/>
                  </a:lnTo>
                  <a:lnTo>
                    <a:pt x="1" y="859"/>
                  </a:lnTo>
                  <a:lnTo>
                    <a:pt x="1" y="1421"/>
                  </a:lnTo>
                  <a:lnTo>
                    <a:pt x="860" y="1421"/>
                  </a:lnTo>
                  <a:lnTo>
                    <a:pt x="860" y="2281"/>
                  </a:lnTo>
                  <a:lnTo>
                    <a:pt x="1421" y="2281"/>
                  </a:lnTo>
                  <a:lnTo>
                    <a:pt x="1421" y="1421"/>
                  </a:lnTo>
                  <a:lnTo>
                    <a:pt x="2281" y="1421"/>
                  </a:lnTo>
                  <a:lnTo>
                    <a:pt x="2281" y="859"/>
                  </a:lnTo>
                  <a:lnTo>
                    <a:pt x="1421" y="859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38" name="Google Shape;1178;p45"/>
          <p:cNvGrpSpPr/>
          <p:nvPr/>
        </p:nvGrpSpPr>
        <p:grpSpPr>
          <a:xfrm>
            <a:off x="677520" y="1071000"/>
            <a:ext cx="2892960" cy="2856600"/>
            <a:chOff x="677520" y="1071000"/>
            <a:chExt cx="2892960" cy="2856600"/>
          </a:xfrm>
        </p:grpSpPr>
        <p:grpSp>
          <p:nvGrpSpPr>
            <p:cNvPr id="1939" name="Google Shape;1179;p45"/>
            <p:cNvGrpSpPr/>
            <p:nvPr/>
          </p:nvGrpSpPr>
          <p:grpSpPr>
            <a:xfrm>
              <a:off x="1112760" y="1071000"/>
              <a:ext cx="2010960" cy="2543760"/>
              <a:chOff x="1112760" y="1071000"/>
              <a:chExt cx="2010960" cy="2543760"/>
            </a:xfrm>
          </p:grpSpPr>
          <p:sp>
            <p:nvSpPr>
              <p:cNvPr id="1940" name="Google Shape;1180;p45"/>
              <p:cNvSpPr/>
              <p:nvPr/>
            </p:nvSpPr>
            <p:spPr>
              <a:xfrm>
                <a:off x="1112760" y="1071000"/>
                <a:ext cx="2010960" cy="2543760"/>
              </a:xfrm>
              <a:custGeom>
                <a:avLst/>
                <a:gdLst/>
                <a:ahLst/>
                <a:rect l="l" t="t" r="r" b="b"/>
                <a:pathLst>
                  <a:path w="22951" h="29029">
                    <a:moveTo>
                      <a:pt x="11476" y="1"/>
                    </a:moveTo>
                    <a:lnTo>
                      <a:pt x="8009" y="8753"/>
                    </a:lnTo>
                    <a:lnTo>
                      <a:pt x="6870" y="11665"/>
                    </a:lnTo>
                    <a:lnTo>
                      <a:pt x="5082" y="16177"/>
                    </a:lnTo>
                    <a:lnTo>
                      <a:pt x="3926" y="19089"/>
                    </a:lnTo>
                    <a:lnTo>
                      <a:pt x="777" y="27050"/>
                    </a:lnTo>
                    <a:lnTo>
                      <a:pt x="49" y="28902"/>
                    </a:lnTo>
                    <a:lnTo>
                      <a:pt x="0" y="29029"/>
                    </a:lnTo>
                    <a:lnTo>
                      <a:pt x="22950" y="29029"/>
                    </a:lnTo>
                    <a:lnTo>
                      <a:pt x="22904" y="28902"/>
                    </a:lnTo>
                    <a:lnTo>
                      <a:pt x="22159" y="27050"/>
                    </a:lnTo>
                    <a:lnTo>
                      <a:pt x="19025" y="19089"/>
                    </a:lnTo>
                    <a:lnTo>
                      <a:pt x="17870" y="16177"/>
                    </a:lnTo>
                    <a:lnTo>
                      <a:pt x="16081" y="11665"/>
                    </a:lnTo>
                    <a:lnTo>
                      <a:pt x="14927" y="8753"/>
                    </a:lnTo>
                    <a:lnTo>
                      <a:pt x="11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41" name="Google Shape;1181;p45"/>
              <p:cNvSpPr/>
              <p:nvPr/>
            </p:nvSpPr>
            <p:spPr>
              <a:xfrm>
                <a:off x="1714680" y="1838160"/>
                <a:ext cx="806760" cy="254520"/>
              </a:xfrm>
              <a:custGeom>
                <a:avLst/>
                <a:gdLst/>
                <a:ahLst/>
                <a:rect l="l" t="t" r="r" b="b"/>
                <a:pathLst>
                  <a:path w="9213" h="2913">
                    <a:moveTo>
                      <a:pt x="1140" y="0"/>
                    </a:moveTo>
                    <a:lnTo>
                      <a:pt x="1" y="2912"/>
                    </a:lnTo>
                    <a:lnTo>
                      <a:pt x="9212" y="2912"/>
                    </a:lnTo>
                    <a:lnTo>
                      <a:pt x="8058" y="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42" name="Google Shape;1182;p45"/>
              <p:cNvSpPr/>
              <p:nvPr/>
            </p:nvSpPr>
            <p:spPr>
              <a:xfrm>
                <a:off x="1456560" y="2489040"/>
                <a:ext cx="1323000" cy="254880"/>
              </a:xfrm>
              <a:custGeom>
                <a:avLst/>
                <a:gdLst/>
                <a:ahLst/>
                <a:rect l="l" t="t" r="r" b="b"/>
                <a:pathLst>
                  <a:path w="15101" h="2914">
                    <a:moveTo>
                      <a:pt x="1157" y="1"/>
                    </a:moveTo>
                    <a:lnTo>
                      <a:pt x="1" y="2913"/>
                    </a:lnTo>
                    <a:lnTo>
                      <a:pt x="15100" y="2913"/>
                    </a:lnTo>
                    <a:lnTo>
                      <a:pt x="13945" y="1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43" name="Google Shape;1183;p45"/>
              <p:cNvSpPr/>
              <p:nvPr/>
            </p:nvSpPr>
            <p:spPr>
              <a:xfrm>
                <a:off x="1116720" y="3441960"/>
                <a:ext cx="2002680" cy="161640"/>
              </a:xfrm>
              <a:custGeom>
                <a:avLst/>
                <a:gdLst/>
                <a:ahLst/>
                <a:rect l="l" t="t" r="r" b="b"/>
                <a:pathLst>
                  <a:path w="22856" h="1854">
                    <a:moveTo>
                      <a:pt x="729" y="1"/>
                    </a:moveTo>
                    <a:lnTo>
                      <a:pt x="1" y="1853"/>
                    </a:lnTo>
                    <a:lnTo>
                      <a:pt x="22856" y="1853"/>
                    </a:lnTo>
                    <a:lnTo>
                      <a:pt x="22111" y="1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944" name="Google Shape;1184;p45"/>
            <p:cNvSpPr/>
            <p:nvPr/>
          </p:nvSpPr>
          <p:spPr>
            <a:xfrm>
              <a:off x="677520" y="3615480"/>
              <a:ext cx="2892960" cy="31212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" name="Google Shape;1030;p41"/>
          <p:cNvGrpSpPr/>
          <p:nvPr/>
        </p:nvGrpSpPr>
        <p:grpSpPr>
          <a:xfrm>
            <a:off x="544680" y="901440"/>
            <a:ext cx="2171520" cy="3701880"/>
            <a:chOff x="544680" y="901440"/>
            <a:chExt cx="2171520" cy="3701880"/>
          </a:xfrm>
        </p:grpSpPr>
        <p:sp>
          <p:nvSpPr>
            <p:cNvPr id="1946" name="Google Shape;1031;p41"/>
            <p:cNvSpPr/>
            <p:nvPr/>
          </p:nvSpPr>
          <p:spPr>
            <a:xfrm>
              <a:off x="1638360" y="1519200"/>
              <a:ext cx="382320" cy="528120"/>
            </a:xfrm>
            <a:custGeom>
              <a:avLst/>
              <a:gdLst/>
              <a:ahLst/>
              <a:rect l="l" t="t" r="r" b="b"/>
              <a:pathLst>
                <a:path w="7440" h="10273">
                  <a:moveTo>
                    <a:pt x="2691" y="0"/>
                  </a:moveTo>
                  <a:lnTo>
                    <a:pt x="1" y="1473"/>
                  </a:lnTo>
                  <a:lnTo>
                    <a:pt x="4337" y="9465"/>
                  </a:lnTo>
                  <a:cubicBezTo>
                    <a:pt x="4621" y="9977"/>
                    <a:pt x="5143" y="10272"/>
                    <a:pt x="5690" y="10272"/>
                  </a:cubicBezTo>
                  <a:cubicBezTo>
                    <a:pt x="5937" y="10272"/>
                    <a:pt x="6190" y="10212"/>
                    <a:pt x="6427" y="10083"/>
                  </a:cubicBezTo>
                  <a:cubicBezTo>
                    <a:pt x="7170" y="9687"/>
                    <a:pt x="7440" y="8754"/>
                    <a:pt x="7043" y="8009"/>
                  </a:cubicBezTo>
                  <a:lnTo>
                    <a:pt x="269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7" name="Google Shape;1032;p41"/>
            <p:cNvSpPr/>
            <p:nvPr/>
          </p:nvSpPr>
          <p:spPr>
            <a:xfrm>
              <a:off x="1850040" y="1609560"/>
              <a:ext cx="498960" cy="438480"/>
            </a:xfrm>
            <a:custGeom>
              <a:avLst/>
              <a:gdLst/>
              <a:ahLst/>
              <a:rect l="l" t="t" r="r" b="b"/>
              <a:pathLst>
                <a:path w="9703" h="8533">
                  <a:moveTo>
                    <a:pt x="7756" y="1"/>
                  </a:moveTo>
                  <a:lnTo>
                    <a:pt x="744" y="5809"/>
                  </a:lnTo>
                  <a:cubicBezTo>
                    <a:pt x="79" y="6347"/>
                    <a:pt x="1" y="7313"/>
                    <a:pt x="539" y="7978"/>
                  </a:cubicBezTo>
                  <a:cubicBezTo>
                    <a:pt x="842" y="8343"/>
                    <a:pt x="1280" y="8533"/>
                    <a:pt x="1721" y="8533"/>
                  </a:cubicBezTo>
                  <a:cubicBezTo>
                    <a:pt x="2064" y="8533"/>
                    <a:pt x="2408" y="8418"/>
                    <a:pt x="2692" y="8183"/>
                  </a:cubicBezTo>
                  <a:lnTo>
                    <a:pt x="9703" y="2375"/>
                  </a:lnTo>
                  <a:lnTo>
                    <a:pt x="775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8" name="Google Shape;1033;p41"/>
            <p:cNvSpPr/>
            <p:nvPr/>
          </p:nvSpPr>
          <p:spPr>
            <a:xfrm>
              <a:off x="1515960" y="1394280"/>
              <a:ext cx="341640" cy="367560"/>
            </a:xfrm>
            <a:custGeom>
              <a:avLst/>
              <a:gdLst/>
              <a:ahLst/>
              <a:rect l="l" t="t" r="r" b="b"/>
              <a:pathLst>
                <a:path w="6649" h="7155">
                  <a:moveTo>
                    <a:pt x="2746" y="1"/>
                  </a:moveTo>
                  <a:cubicBezTo>
                    <a:pt x="2409" y="1"/>
                    <a:pt x="2067" y="72"/>
                    <a:pt x="1742" y="222"/>
                  </a:cubicBezTo>
                  <a:cubicBezTo>
                    <a:pt x="539" y="775"/>
                    <a:pt x="1" y="2200"/>
                    <a:pt x="554" y="3403"/>
                  </a:cubicBezTo>
                  <a:lnTo>
                    <a:pt x="2280" y="7154"/>
                  </a:lnTo>
                  <a:lnTo>
                    <a:pt x="6648" y="5160"/>
                  </a:lnTo>
                  <a:lnTo>
                    <a:pt x="4922" y="1393"/>
                  </a:lnTo>
                  <a:cubicBezTo>
                    <a:pt x="4519" y="516"/>
                    <a:pt x="3652" y="1"/>
                    <a:pt x="274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9" name="Google Shape;1034;p41"/>
            <p:cNvSpPr/>
            <p:nvPr/>
          </p:nvSpPr>
          <p:spPr>
            <a:xfrm>
              <a:off x="705240" y="1519200"/>
              <a:ext cx="382320" cy="528120"/>
            </a:xfrm>
            <a:custGeom>
              <a:avLst/>
              <a:gdLst/>
              <a:ahLst/>
              <a:rect l="l" t="t" r="r" b="b"/>
              <a:pathLst>
                <a:path w="7440" h="10273">
                  <a:moveTo>
                    <a:pt x="4749" y="0"/>
                  </a:moveTo>
                  <a:lnTo>
                    <a:pt x="397" y="8009"/>
                  </a:lnTo>
                  <a:cubicBezTo>
                    <a:pt x="0" y="8754"/>
                    <a:pt x="270" y="9687"/>
                    <a:pt x="1013" y="10083"/>
                  </a:cubicBezTo>
                  <a:cubicBezTo>
                    <a:pt x="1246" y="10212"/>
                    <a:pt x="1496" y="10272"/>
                    <a:pt x="1744" y="10272"/>
                  </a:cubicBezTo>
                  <a:cubicBezTo>
                    <a:pt x="2289" y="10272"/>
                    <a:pt x="2820" y="9977"/>
                    <a:pt x="3103" y="9465"/>
                  </a:cubicBezTo>
                  <a:lnTo>
                    <a:pt x="7439" y="1473"/>
                  </a:lnTo>
                  <a:lnTo>
                    <a:pt x="4749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0" name="Google Shape;1035;p41"/>
            <p:cNvSpPr/>
            <p:nvPr/>
          </p:nvSpPr>
          <p:spPr>
            <a:xfrm>
              <a:off x="718200" y="1895760"/>
              <a:ext cx="558360" cy="218520"/>
            </a:xfrm>
            <a:custGeom>
              <a:avLst/>
              <a:gdLst/>
              <a:ahLst/>
              <a:rect l="l" t="t" r="r" b="b"/>
              <a:pathLst>
                <a:path w="10859" h="4256">
                  <a:moveTo>
                    <a:pt x="1632" y="1"/>
                  </a:moveTo>
                  <a:cubicBezTo>
                    <a:pt x="876" y="1"/>
                    <a:pt x="213" y="558"/>
                    <a:pt x="112" y="1327"/>
                  </a:cubicBezTo>
                  <a:cubicBezTo>
                    <a:pt x="1" y="2167"/>
                    <a:pt x="587" y="2942"/>
                    <a:pt x="1442" y="3053"/>
                  </a:cubicBezTo>
                  <a:lnTo>
                    <a:pt x="10463" y="4256"/>
                  </a:lnTo>
                  <a:lnTo>
                    <a:pt x="10858" y="1217"/>
                  </a:lnTo>
                  <a:lnTo>
                    <a:pt x="1837" y="14"/>
                  </a:lnTo>
                  <a:cubicBezTo>
                    <a:pt x="1768" y="5"/>
                    <a:pt x="1700" y="1"/>
                    <a:pt x="1632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1" name="Google Shape;1036;p41"/>
            <p:cNvSpPr/>
            <p:nvPr/>
          </p:nvSpPr>
          <p:spPr>
            <a:xfrm>
              <a:off x="868320" y="1394280"/>
              <a:ext cx="341640" cy="367560"/>
            </a:xfrm>
            <a:custGeom>
              <a:avLst/>
              <a:gdLst/>
              <a:ahLst/>
              <a:rect l="l" t="t" r="r" b="b"/>
              <a:pathLst>
                <a:path w="6649" h="7155">
                  <a:moveTo>
                    <a:pt x="3903" y="1"/>
                  </a:moveTo>
                  <a:cubicBezTo>
                    <a:pt x="2997" y="1"/>
                    <a:pt x="2130" y="516"/>
                    <a:pt x="1727" y="1393"/>
                  </a:cubicBezTo>
                  <a:lnTo>
                    <a:pt x="1" y="5160"/>
                  </a:lnTo>
                  <a:lnTo>
                    <a:pt x="4369" y="7154"/>
                  </a:lnTo>
                  <a:lnTo>
                    <a:pt x="6095" y="3403"/>
                  </a:lnTo>
                  <a:cubicBezTo>
                    <a:pt x="6649" y="2200"/>
                    <a:pt x="6110" y="775"/>
                    <a:pt x="4908" y="222"/>
                  </a:cubicBezTo>
                  <a:cubicBezTo>
                    <a:pt x="4582" y="72"/>
                    <a:pt x="4240" y="1"/>
                    <a:pt x="3903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2" name="Google Shape;1037;p41"/>
            <p:cNvSpPr/>
            <p:nvPr/>
          </p:nvSpPr>
          <p:spPr>
            <a:xfrm>
              <a:off x="1212120" y="969120"/>
              <a:ext cx="245520" cy="282960"/>
            </a:xfrm>
            <a:custGeom>
              <a:avLst/>
              <a:gdLst/>
              <a:ahLst/>
              <a:rect l="l" t="t" r="r" b="b"/>
              <a:pathLst>
                <a:path w="4781" h="5509">
                  <a:moveTo>
                    <a:pt x="2391" y="0"/>
                  </a:moveTo>
                  <a:cubicBezTo>
                    <a:pt x="1076" y="0"/>
                    <a:pt x="0" y="1235"/>
                    <a:pt x="0" y="2754"/>
                  </a:cubicBezTo>
                  <a:cubicBezTo>
                    <a:pt x="0" y="4274"/>
                    <a:pt x="1076" y="5508"/>
                    <a:pt x="2391" y="5508"/>
                  </a:cubicBezTo>
                  <a:cubicBezTo>
                    <a:pt x="3720" y="5508"/>
                    <a:pt x="4780" y="4274"/>
                    <a:pt x="4780" y="2754"/>
                  </a:cubicBezTo>
                  <a:cubicBezTo>
                    <a:pt x="4780" y="1235"/>
                    <a:pt x="3720" y="0"/>
                    <a:pt x="239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3" name="Google Shape;1038;p41"/>
            <p:cNvSpPr/>
            <p:nvPr/>
          </p:nvSpPr>
          <p:spPr>
            <a:xfrm>
              <a:off x="1287720" y="1238760"/>
              <a:ext cx="132120" cy="202320"/>
            </a:xfrm>
            <a:custGeom>
              <a:avLst/>
              <a:gdLst/>
              <a:ahLst/>
              <a:rect l="l" t="t" r="r" b="b"/>
              <a:pathLst>
                <a:path w="2581" h="3943">
                  <a:moveTo>
                    <a:pt x="1" y="1"/>
                  </a:moveTo>
                  <a:lnTo>
                    <a:pt x="1" y="3942"/>
                  </a:lnTo>
                  <a:lnTo>
                    <a:pt x="2580" y="3942"/>
                  </a:lnTo>
                  <a:lnTo>
                    <a:pt x="258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4" name="Google Shape;1039;p41"/>
            <p:cNvSpPr/>
            <p:nvPr/>
          </p:nvSpPr>
          <p:spPr>
            <a:xfrm>
              <a:off x="1287720" y="1211760"/>
              <a:ext cx="132120" cy="113040"/>
            </a:xfrm>
            <a:custGeom>
              <a:avLst/>
              <a:gdLst/>
              <a:ahLst/>
              <a:rect l="l" t="t" r="r" b="b"/>
              <a:pathLst>
                <a:path w="2581" h="2207">
                  <a:moveTo>
                    <a:pt x="1" y="1"/>
                  </a:moveTo>
                  <a:lnTo>
                    <a:pt x="1" y="713"/>
                  </a:lnTo>
                  <a:cubicBezTo>
                    <a:pt x="79" y="887"/>
                    <a:pt x="412" y="1631"/>
                    <a:pt x="1251" y="1995"/>
                  </a:cubicBezTo>
                  <a:cubicBezTo>
                    <a:pt x="1630" y="2164"/>
                    <a:pt x="1989" y="2206"/>
                    <a:pt x="2257" y="2206"/>
                  </a:cubicBezTo>
                  <a:cubicBezTo>
                    <a:pt x="2390" y="2206"/>
                    <a:pt x="2501" y="2196"/>
                    <a:pt x="2580" y="2185"/>
                  </a:cubicBezTo>
                  <a:lnTo>
                    <a:pt x="258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5" name="Google Shape;1040;p41"/>
            <p:cNvSpPr/>
            <p:nvPr/>
          </p:nvSpPr>
          <p:spPr>
            <a:xfrm>
              <a:off x="1238040" y="1016640"/>
              <a:ext cx="225000" cy="280440"/>
            </a:xfrm>
            <a:custGeom>
              <a:avLst/>
              <a:gdLst/>
              <a:ahLst/>
              <a:rect l="l" t="t" r="r" b="b"/>
              <a:pathLst>
                <a:path w="4386" h="5463">
                  <a:moveTo>
                    <a:pt x="2073" y="1"/>
                  </a:moveTo>
                  <a:cubicBezTo>
                    <a:pt x="2016" y="1"/>
                    <a:pt x="1958" y="4"/>
                    <a:pt x="1900" y="11"/>
                  </a:cubicBezTo>
                  <a:cubicBezTo>
                    <a:pt x="777" y="137"/>
                    <a:pt x="1" y="1451"/>
                    <a:pt x="175" y="2939"/>
                  </a:cubicBezTo>
                  <a:cubicBezTo>
                    <a:pt x="326" y="4373"/>
                    <a:pt x="1269" y="5463"/>
                    <a:pt x="2332" y="5463"/>
                  </a:cubicBezTo>
                  <a:cubicBezTo>
                    <a:pt x="2383" y="5463"/>
                    <a:pt x="2435" y="5460"/>
                    <a:pt x="2486" y="5455"/>
                  </a:cubicBezTo>
                  <a:cubicBezTo>
                    <a:pt x="3609" y="5329"/>
                    <a:pt x="4386" y="4016"/>
                    <a:pt x="4227" y="2511"/>
                  </a:cubicBezTo>
                  <a:cubicBezTo>
                    <a:pt x="4062" y="1086"/>
                    <a:pt x="3128" y="1"/>
                    <a:pt x="207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6" name="Google Shape;1041;p41"/>
            <p:cNvSpPr/>
            <p:nvPr/>
          </p:nvSpPr>
          <p:spPr>
            <a:xfrm>
              <a:off x="1183680" y="1121760"/>
              <a:ext cx="97200" cy="94320"/>
            </a:xfrm>
            <a:custGeom>
              <a:avLst/>
              <a:gdLst/>
              <a:ahLst/>
              <a:rect l="l" t="t" r="r" b="b"/>
              <a:pathLst>
                <a:path w="1901" h="1845">
                  <a:moveTo>
                    <a:pt x="691" y="0"/>
                  </a:moveTo>
                  <a:cubicBezTo>
                    <a:pt x="554" y="0"/>
                    <a:pt x="425" y="39"/>
                    <a:pt x="317" y="121"/>
                  </a:cubicBezTo>
                  <a:cubicBezTo>
                    <a:pt x="1" y="374"/>
                    <a:pt x="16" y="944"/>
                    <a:pt x="364" y="1387"/>
                  </a:cubicBezTo>
                  <a:cubicBezTo>
                    <a:pt x="597" y="1683"/>
                    <a:pt x="913" y="1845"/>
                    <a:pt x="1197" y="1845"/>
                  </a:cubicBezTo>
                  <a:cubicBezTo>
                    <a:pt x="1339" y="1845"/>
                    <a:pt x="1473" y="1805"/>
                    <a:pt x="1584" y="1720"/>
                  </a:cubicBezTo>
                  <a:cubicBezTo>
                    <a:pt x="1900" y="1467"/>
                    <a:pt x="1884" y="912"/>
                    <a:pt x="1536" y="469"/>
                  </a:cubicBezTo>
                  <a:cubicBezTo>
                    <a:pt x="1300" y="170"/>
                    <a:pt x="978" y="0"/>
                    <a:pt x="69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7" name="Google Shape;1042;p41"/>
            <p:cNvSpPr/>
            <p:nvPr/>
          </p:nvSpPr>
          <p:spPr>
            <a:xfrm>
              <a:off x="1410120" y="1121760"/>
              <a:ext cx="97200" cy="94320"/>
            </a:xfrm>
            <a:custGeom>
              <a:avLst/>
              <a:gdLst/>
              <a:ahLst/>
              <a:rect l="l" t="t" r="r" b="b"/>
              <a:pathLst>
                <a:path w="1901" h="1845">
                  <a:moveTo>
                    <a:pt x="1209" y="0"/>
                  </a:moveTo>
                  <a:cubicBezTo>
                    <a:pt x="922" y="0"/>
                    <a:pt x="600" y="170"/>
                    <a:pt x="364" y="469"/>
                  </a:cubicBezTo>
                  <a:cubicBezTo>
                    <a:pt x="16" y="912"/>
                    <a:pt x="1" y="1467"/>
                    <a:pt x="333" y="1720"/>
                  </a:cubicBezTo>
                  <a:cubicBezTo>
                    <a:pt x="438" y="1805"/>
                    <a:pt x="568" y="1845"/>
                    <a:pt x="707" y="1845"/>
                  </a:cubicBezTo>
                  <a:cubicBezTo>
                    <a:pt x="987" y="1845"/>
                    <a:pt x="1303" y="1683"/>
                    <a:pt x="1536" y="1387"/>
                  </a:cubicBezTo>
                  <a:cubicBezTo>
                    <a:pt x="1884" y="944"/>
                    <a:pt x="1900" y="374"/>
                    <a:pt x="1584" y="121"/>
                  </a:cubicBezTo>
                  <a:cubicBezTo>
                    <a:pt x="1476" y="39"/>
                    <a:pt x="1347" y="0"/>
                    <a:pt x="120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8" name="Google Shape;1043;p41"/>
            <p:cNvSpPr/>
            <p:nvPr/>
          </p:nvSpPr>
          <p:spPr>
            <a:xfrm>
              <a:off x="1293480" y="1140840"/>
              <a:ext cx="39960" cy="13320"/>
            </a:xfrm>
            <a:custGeom>
              <a:avLst/>
              <a:gdLst/>
              <a:ahLst/>
              <a:rect l="l" t="t" r="r" b="b"/>
              <a:pathLst>
                <a:path w="793" h="272">
                  <a:moveTo>
                    <a:pt x="425" y="0"/>
                  </a:moveTo>
                  <a:cubicBezTo>
                    <a:pt x="416" y="0"/>
                    <a:pt x="407" y="1"/>
                    <a:pt x="397" y="1"/>
                  </a:cubicBezTo>
                  <a:cubicBezTo>
                    <a:pt x="159" y="18"/>
                    <a:pt x="33" y="191"/>
                    <a:pt x="17" y="223"/>
                  </a:cubicBezTo>
                  <a:cubicBezTo>
                    <a:pt x="1" y="239"/>
                    <a:pt x="17" y="255"/>
                    <a:pt x="33" y="271"/>
                  </a:cubicBezTo>
                  <a:lnTo>
                    <a:pt x="49" y="271"/>
                  </a:lnTo>
                  <a:cubicBezTo>
                    <a:pt x="64" y="271"/>
                    <a:pt x="64" y="271"/>
                    <a:pt x="81" y="255"/>
                  </a:cubicBezTo>
                  <a:cubicBezTo>
                    <a:pt x="96" y="239"/>
                    <a:pt x="191" y="81"/>
                    <a:pt x="397" y="65"/>
                  </a:cubicBezTo>
                  <a:cubicBezTo>
                    <a:pt x="587" y="65"/>
                    <a:pt x="714" y="208"/>
                    <a:pt x="729" y="223"/>
                  </a:cubicBezTo>
                  <a:cubicBezTo>
                    <a:pt x="737" y="231"/>
                    <a:pt x="745" y="235"/>
                    <a:pt x="753" y="235"/>
                  </a:cubicBezTo>
                  <a:cubicBezTo>
                    <a:pt x="761" y="235"/>
                    <a:pt x="769" y="231"/>
                    <a:pt x="777" y="223"/>
                  </a:cubicBezTo>
                  <a:cubicBezTo>
                    <a:pt x="792" y="208"/>
                    <a:pt x="792" y="191"/>
                    <a:pt x="777" y="176"/>
                  </a:cubicBezTo>
                  <a:cubicBezTo>
                    <a:pt x="761" y="160"/>
                    <a:pt x="631" y="0"/>
                    <a:pt x="42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9" name="Google Shape;1044;p41"/>
            <p:cNvSpPr/>
            <p:nvPr/>
          </p:nvSpPr>
          <p:spPr>
            <a:xfrm>
              <a:off x="1307520" y="1142640"/>
              <a:ext cx="11520" cy="11160"/>
            </a:xfrm>
            <a:custGeom>
              <a:avLst/>
              <a:gdLst/>
              <a:ahLst/>
              <a:rect l="l" t="t" r="r" b="b"/>
              <a:pathLst>
                <a:path w="238" h="228">
                  <a:moveTo>
                    <a:pt x="135" y="0"/>
                  </a:moveTo>
                  <a:cubicBezTo>
                    <a:pt x="127" y="0"/>
                    <a:pt x="119" y="1"/>
                    <a:pt x="111" y="3"/>
                  </a:cubicBezTo>
                  <a:cubicBezTo>
                    <a:pt x="48" y="3"/>
                    <a:pt x="1" y="51"/>
                    <a:pt x="1" y="114"/>
                  </a:cubicBezTo>
                  <a:cubicBezTo>
                    <a:pt x="1" y="183"/>
                    <a:pt x="48" y="228"/>
                    <a:pt x="102" y="228"/>
                  </a:cubicBezTo>
                  <a:cubicBezTo>
                    <a:pt x="111" y="228"/>
                    <a:pt x="119" y="227"/>
                    <a:pt x="127" y="225"/>
                  </a:cubicBezTo>
                  <a:cubicBezTo>
                    <a:pt x="191" y="225"/>
                    <a:pt x="237" y="178"/>
                    <a:pt x="237" y="114"/>
                  </a:cubicBezTo>
                  <a:cubicBezTo>
                    <a:pt x="237" y="45"/>
                    <a:pt x="189" y="0"/>
                    <a:pt x="13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0" name="Google Shape;1045;p41"/>
            <p:cNvSpPr/>
            <p:nvPr/>
          </p:nvSpPr>
          <p:spPr>
            <a:xfrm>
              <a:off x="1377360" y="1135080"/>
              <a:ext cx="39960" cy="13320"/>
            </a:xfrm>
            <a:custGeom>
              <a:avLst/>
              <a:gdLst/>
              <a:ahLst/>
              <a:rect l="l" t="t" r="r" b="b"/>
              <a:pathLst>
                <a:path w="793" h="271">
                  <a:moveTo>
                    <a:pt x="428" y="1"/>
                  </a:moveTo>
                  <a:cubicBezTo>
                    <a:pt x="417" y="1"/>
                    <a:pt x="407" y="1"/>
                    <a:pt x="396" y="2"/>
                  </a:cubicBezTo>
                  <a:cubicBezTo>
                    <a:pt x="159" y="17"/>
                    <a:pt x="32" y="192"/>
                    <a:pt x="16" y="224"/>
                  </a:cubicBezTo>
                  <a:cubicBezTo>
                    <a:pt x="1" y="239"/>
                    <a:pt x="16" y="255"/>
                    <a:pt x="32" y="271"/>
                  </a:cubicBezTo>
                  <a:lnTo>
                    <a:pt x="48" y="271"/>
                  </a:lnTo>
                  <a:cubicBezTo>
                    <a:pt x="64" y="271"/>
                    <a:pt x="64" y="271"/>
                    <a:pt x="79" y="255"/>
                  </a:cubicBezTo>
                  <a:cubicBezTo>
                    <a:pt x="96" y="239"/>
                    <a:pt x="191" y="81"/>
                    <a:pt x="396" y="65"/>
                  </a:cubicBezTo>
                  <a:cubicBezTo>
                    <a:pt x="586" y="65"/>
                    <a:pt x="712" y="207"/>
                    <a:pt x="729" y="224"/>
                  </a:cubicBezTo>
                  <a:cubicBezTo>
                    <a:pt x="736" y="231"/>
                    <a:pt x="744" y="235"/>
                    <a:pt x="752" y="235"/>
                  </a:cubicBezTo>
                  <a:cubicBezTo>
                    <a:pt x="760" y="235"/>
                    <a:pt x="768" y="231"/>
                    <a:pt x="776" y="224"/>
                  </a:cubicBezTo>
                  <a:cubicBezTo>
                    <a:pt x="792" y="207"/>
                    <a:pt x="792" y="192"/>
                    <a:pt x="776" y="176"/>
                  </a:cubicBezTo>
                  <a:cubicBezTo>
                    <a:pt x="761" y="146"/>
                    <a:pt x="631" y="1"/>
                    <a:pt x="42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1" name="Google Shape;1046;p41"/>
            <p:cNvSpPr/>
            <p:nvPr/>
          </p:nvSpPr>
          <p:spPr>
            <a:xfrm>
              <a:off x="1391400" y="1136880"/>
              <a:ext cx="11520" cy="11160"/>
            </a:xfrm>
            <a:custGeom>
              <a:avLst/>
              <a:gdLst/>
              <a:ahLst/>
              <a:rect l="l" t="t" r="r" b="b"/>
              <a:pathLst>
                <a:path w="239" h="228">
                  <a:moveTo>
                    <a:pt x="137" y="1"/>
                  </a:moveTo>
                  <a:cubicBezTo>
                    <a:pt x="128" y="1"/>
                    <a:pt x="120" y="2"/>
                    <a:pt x="112" y="4"/>
                  </a:cubicBezTo>
                  <a:cubicBezTo>
                    <a:pt x="48" y="4"/>
                    <a:pt x="0" y="51"/>
                    <a:pt x="0" y="114"/>
                  </a:cubicBezTo>
                  <a:cubicBezTo>
                    <a:pt x="0" y="171"/>
                    <a:pt x="51" y="228"/>
                    <a:pt x="108" y="228"/>
                  </a:cubicBezTo>
                  <a:cubicBezTo>
                    <a:pt x="114" y="228"/>
                    <a:pt x="120" y="227"/>
                    <a:pt x="127" y="225"/>
                  </a:cubicBezTo>
                  <a:cubicBezTo>
                    <a:pt x="190" y="225"/>
                    <a:pt x="238" y="177"/>
                    <a:pt x="238" y="114"/>
                  </a:cubicBezTo>
                  <a:cubicBezTo>
                    <a:pt x="238" y="46"/>
                    <a:pt x="191" y="1"/>
                    <a:pt x="13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2" name="Google Shape;1047;p41"/>
            <p:cNvSpPr/>
            <p:nvPr/>
          </p:nvSpPr>
          <p:spPr>
            <a:xfrm>
              <a:off x="1347120" y="1143360"/>
              <a:ext cx="28080" cy="66960"/>
            </a:xfrm>
            <a:custGeom>
              <a:avLst/>
              <a:gdLst/>
              <a:ahLst/>
              <a:rect l="l" t="t" r="r" b="b"/>
              <a:pathLst>
                <a:path w="556" h="1314">
                  <a:moveTo>
                    <a:pt x="239" y="0"/>
                  </a:moveTo>
                  <a:lnTo>
                    <a:pt x="1" y="1313"/>
                  </a:lnTo>
                  <a:lnTo>
                    <a:pt x="555" y="1298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3" name="Google Shape;1048;p41"/>
            <p:cNvSpPr/>
            <p:nvPr/>
          </p:nvSpPr>
          <p:spPr>
            <a:xfrm>
              <a:off x="1268280" y="1103400"/>
              <a:ext cx="63720" cy="14040"/>
            </a:xfrm>
            <a:custGeom>
              <a:avLst/>
              <a:gdLst/>
              <a:ahLst/>
              <a:rect l="l" t="t" r="r" b="b"/>
              <a:pathLst>
                <a:path w="1251" h="286">
                  <a:moveTo>
                    <a:pt x="1124" y="0"/>
                  </a:moveTo>
                  <a:lnTo>
                    <a:pt x="128" y="32"/>
                  </a:lnTo>
                  <a:cubicBezTo>
                    <a:pt x="64" y="32"/>
                    <a:pt x="1" y="95"/>
                    <a:pt x="16" y="159"/>
                  </a:cubicBezTo>
                  <a:cubicBezTo>
                    <a:pt x="16" y="238"/>
                    <a:pt x="64" y="285"/>
                    <a:pt x="143" y="285"/>
                  </a:cubicBezTo>
                  <a:lnTo>
                    <a:pt x="1141" y="253"/>
                  </a:lnTo>
                  <a:cubicBezTo>
                    <a:pt x="1204" y="238"/>
                    <a:pt x="1251" y="190"/>
                    <a:pt x="1251" y="112"/>
                  </a:cubicBezTo>
                  <a:cubicBezTo>
                    <a:pt x="1251" y="48"/>
                    <a:pt x="1187" y="0"/>
                    <a:pt x="1124" y="0"/>
                  </a:cubicBezTo>
                  <a:close/>
                </a:path>
              </a:pathLst>
            </a:custGeom>
            <a:solidFill>
              <a:srgbClr val="e296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4" name="Google Shape;1049;p41"/>
            <p:cNvSpPr/>
            <p:nvPr/>
          </p:nvSpPr>
          <p:spPr>
            <a:xfrm>
              <a:off x="1374120" y="1100160"/>
              <a:ext cx="63720" cy="14040"/>
            </a:xfrm>
            <a:custGeom>
              <a:avLst/>
              <a:gdLst/>
              <a:ahLst/>
              <a:rect l="l" t="t" r="r" b="b"/>
              <a:pathLst>
                <a:path w="1251" h="286">
                  <a:moveTo>
                    <a:pt x="1124" y="1"/>
                  </a:moveTo>
                  <a:lnTo>
                    <a:pt x="127" y="33"/>
                  </a:lnTo>
                  <a:cubicBezTo>
                    <a:pt x="64" y="49"/>
                    <a:pt x="1" y="96"/>
                    <a:pt x="1" y="176"/>
                  </a:cubicBezTo>
                  <a:cubicBezTo>
                    <a:pt x="1" y="239"/>
                    <a:pt x="64" y="286"/>
                    <a:pt x="127" y="286"/>
                  </a:cubicBezTo>
                  <a:lnTo>
                    <a:pt x="1124" y="254"/>
                  </a:lnTo>
                  <a:cubicBezTo>
                    <a:pt x="1203" y="239"/>
                    <a:pt x="1250" y="191"/>
                    <a:pt x="1250" y="128"/>
                  </a:cubicBezTo>
                  <a:cubicBezTo>
                    <a:pt x="1250" y="49"/>
                    <a:pt x="1187" y="1"/>
                    <a:pt x="1124" y="1"/>
                  </a:cubicBezTo>
                  <a:close/>
                </a:path>
              </a:pathLst>
            </a:custGeom>
            <a:solidFill>
              <a:srgbClr val="e296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5" name="Google Shape;1050;p41"/>
            <p:cNvSpPr/>
            <p:nvPr/>
          </p:nvSpPr>
          <p:spPr>
            <a:xfrm>
              <a:off x="1259280" y="1176120"/>
              <a:ext cx="51480" cy="46440"/>
            </a:xfrm>
            <a:custGeom>
              <a:avLst/>
              <a:gdLst/>
              <a:ahLst/>
              <a:rect l="l" t="t" r="r" b="b"/>
              <a:pathLst>
                <a:path w="1014" h="919">
                  <a:moveTo>
                    <a:pt x="491" y="1"/>
                  </a:moveTo>
                  <a:cubicBezTo>
                    <a:pt x="207" y="16"/>
                    <a:pt x="0" y="222"/>
                    <a:pt x="0" y="475"/>
                  </a:cubicBezTo>
                  <a:cubicBezTo>
                    <a:pt x="17" y="729"/>
                    <a:pt x="238" y="919"/>
                    <a:pt x="523" y="919"/>
                  </a:cubicBezTo>
                  <a:cubicBezTo>
                    <a:pt x="792" y="902"/>
                    <a:pt x="1013" y="697"/>
                    <a:pt x="998" y="444"/>
                  </a:cubicBezTo>
                  <a:cubicBezTo>
                    <a:pt x="998" y="190"/>
                    <a:pt x="760" y="1"/>
                    <a:pt x="49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6" name="Google Shape;1051;p41"/>
            <p:cNvSpPr/>
            <p:nvPr/>
          </p:nvSpPr>
          <p:spPr>
            <a:xfrm>
              <a:off x="1405800" y="1168560"/>
              <a:ext cx="51480" cy="46800"/>
            </a:xfrm>
            <a:custGeom>
              <a:avLst/>
              <a:gdLst/>
              <a:ahLst/>
              <a:rect l="l" t="t" r="r" b="b"/>
              <a:pathLst>
                <a:path w="1014" h="920">
                  <a:moveTo>
                    <a:pt x="491" y="0"/>
                  </a:moveTo>
                  <a:cubicBezTo>
                    <a:pt x="222" y="17"/>
                    <a:pt x="0" y="222"/>
                    <a:pt x="0" y="475"/>
                  </a:cubicBezTo>
                  <a:cubicBezTo>
                    <a:pt x="16" y="719"/>
                    <a:pt x="222" y="919"/>
                    <a:pt x="491" y="919"/>
                  </a:cubicBezTo>
                  <a:cubicBezTo>
                    <a:pt x="502" y="919"/>
                    <a:pt x="512" y="919"/>
                    <a:pt x="523" y="918"/>
                  </a:cubicBezTo>
                  <a:cubicBezTo>
                    <a:pt x="792" y="918"/>
                    <a:pt x="1013" y="697"/>
                    <a:pt x="1013" y="444"/>
                  </a:cubicBezTo>
                  <a:cubicBezTo>
                    <a:pt x="998" y="190"/>
                    <a:pt x="776" y="0"/>
                    <a:pt x="49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7" name="Google Shape;1052;p41"/>
            <p:cNvSpPr/>
            <p:nvPr/>
          </p:nvSpPr>
          <p:spPr>
            <a:xfrm>
              <a:off x="1326240" y="1218600"/>
              <a:ext cx="67680" cy="17640"/>
            </a:xfrm>
            <a:custGeom>
              <a:avLst/>
              <a:gdLst/>
              <a:ahLst/>
              <a:rect l="l" t="t" r="r" b="b"/>
              <a:pathLst>
                <a:path w="1330" h="360">
                  <a:moveTo>
                    <a:pt x="40" y="0"/>
                  </a:moveTo>
                  <a:cubicBezTo>
                    <a:pt x="32" y="0"/>
                    <a:pt x="24" y="4"/>
                    <a:pt x="17" y="12"/>
                  </a:cubicBezTo>
                  <a:cubicBezTo>
                    <a:pt x="0" y="28"/>
                    <a:pt x="0" y="43"/>
                    <a:pt x="17" y="60"/>
                  </a:cubicBezTo>
                  <a:cubicBezTo>
                    <a:pt x="80" y="138"/>
                    <a:pt x="285" y="328"/>
                    <a:pt x="602" y="360"/>
                  </a:cubicBezTo>
                  <a:lnTo>
                    <a:pt x="665" y="360"/>
                  </a:lnTo>
                  <a:cubicBezTo>
                    <a:pt x="1029" y="360"/>
                    <a:pt x="1283" y="123"/>
                    <a:pt x="1330" y="60"/>
                  </a:cubicBezTo>
                  <a:cubicBezTo>
                    <a:pt x="1330" y="43"/>
                    <a:pt x="1330" y="28"/>
                    <a:pt x="1314" y="12"/>
                  </a:cubicBezTo>
                  <a:cubicBezTo>
                    <a:pt x="1306" y="4"/>
                    <a:pt x="1298" y="0"/>
                    <a:pt x="1290" y="0"/>
                  </a:cubicBezTo>
                  <a:cubicBezTo>
                    <a:pt x="1282" y="0"/>
                    <a:pt x="1274" y="4"/>
                    <a:pt x="1266" y="12"/>
                  </a:cubicBezTo>
                  <a:cubicBezTo>
                    <a:pt x="1222" y="57"/>
                    <a:pt x="1009" y="284"/>
                    <a:pt x="680" y="284"/>
                  </a:cubicBezTo>
                  <a:cubicBezTo>
                    <a:pt x="660" y="284"/>
                    <a:pt x="639" y="283"/>
                    <a:pt x="618" y="281"/>
                  </a:cubicBezTo>
                  <a:cubicBezTo>
                    <a:pt x="317" y="265"/>
                    <a:pt x="127" y="92"/>
                    <a:pt x="63" y="12"/>
                  </a:cubicBezTo>
                  <a:cubicBezTo>
                    <a:pt x="56" y="4"/>
                    <a:pt x="48" y="0"/>
                    <a:pt x="4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8" name="Google Shape;1053;p41"/>
            <p:cNvSpPr/>
            <p:nvPr/>
          </p:nvSpPr>
          <p:spPr>
            <a:xfrm>
              <a:off x="1280520" y="983880"/>
              <a:ext cx="97920" cy="79920"/>
            </a:xfrm>
            <a:custGeom>
              <a:avLst/>
              <a:gdLst/>
              <a:ahLst/>
              <a:rect l="l" t="t" r="r" b="b"/>
              <a:pathLst>
                <a:path w="1917" h="1567">
                  <a:moveTo>
                    <a:pt x="967" y="0"/>
                  </a:moveTo>
                  <a:cubicBezTo>
                    <a:pt x="429" y="0"/>
                    <a:pt x="1" y="348"/>
                    <a:pt x="1" y="775"/>
                  </a:cubicBezTo>
                  <a:cubicBezTo>
                    <a:pt x="1" y="1203"/>
                    <a:pt x="429" y="1567"/>
                    <a:pt x="967" y="1567"/>
                  </a:cubicBezTo>
                  <a:cubicBezTo>
                    <a:pt x="1489" y="1567"/>
                    <a:pt x="1916" y="1203"/>
                    <a:pt x="1916" y="775"/>
                  </a:cubicBezTo>
                  <a:cubicBezTo>
                    <a:pt x="1916" y="348"/>
                    <a:pt x="1489" y="0"/>
                    <a:pt x="967" y="0"/>
                  </a:cubicBezTo>
                  <a:close/>
                </a:path>
              </a:pathLst>
            </a:custGeom>
            <a:solidFill>
              <a:srgbClr val="2b33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9" name="Google Shape;1054;p41"/>
            <p:cNvSpPr/>
            <p:nvPr/>
          </p:nvSpPr>
          <p:spPr>
            <a:xfrm>
              <a:off x="1210320" y="901440"/>
              <a:ext cx="267480" cy="177840"/>
            </a:xfrm>
            <a:custGeom>
              <a:avLst/>
              <a:gdLst/>
              <a:ahLst/>
              <a:rect l="l" t="t" r="r" b="b"/>
              <a:pathLst>
                <a:path w="5209" h="3467">
                  <a:moveTo>
                    <a:pt x="2613" y="0"/>
                  </a:moveTo>
                  <a:cubicBezTo>
                    <a:pt x="1172" y="0"/>
                    <a:pt x="1" y="1156"/>
                    <a:pt x="1" y="2596"/>
                  </a:cubicBezTo>
                  <a:lnTo>
                    <a:pt x="1" y="3467"/>
                  </a:lnTo>
                  <a:lnTo>
                    <a:pt x="5208" y="3467"/>
                  </a:lnTo>
                  <a:lnTo>
                    <a:pt x="5208" y="2596"/>
                  </a:lnTo>
                  <a:cubicBezTo>
                    <a:pt x="5208" y="1156"/>
                    <a:pt x="4052" y="0"/>
                    <a:pt x="261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0" name="Google Shape;1055;p41"/>
            <p:cNvSpPr/>
            <p:nvPr/>
          </p:nvSpPr>
          <p:spPr>
            <a:xfrm>
              <a:off x="1190880" y="1030320"/>
              <a:ext cx="307440" cy="48960"/>
            </a:xfrm>
            <a:custGeom>
              <a:avLst/>
              <a:gdLst/>
              <a:ahLst/>
              <a:rect l="l" t="t" r="r" b="b"/>
              <a:pathLst>
                <a:path w="5984" h="967">
                  <a:moveTo>
                    <a:pt x="476" y="1"/>
                  </a:moveTo>
                  <a:cubicBezTo>
                    <a:pt x="207" y="1"/>
                    <a:pt x="1" y="222"/>
                    <a:pt x="1" y="492"/>
                  </a:cubicBezTo>
                  <a:cubicBezTo>
                    <a:pt x="1" y="760"/>
                    <a:pt x="207" y="967"/>
                    <a:pt x="476" y="967"/>
                  </a:cubicBezTo>
                  <a:lnTo>
                    <a:pt x="5493" y="967"/>
                  </a:lnTo>
                  <a:cubicBezTo>
                    <a:pt x="5762" y="967"/>
                    <a:pt x="5984" y="760"/>
                    <a:pt x="5984" y="492"/>
                  </a:cubicBezTo>
                  <a:cubicBezTo>
                    <a:pt x="5984" y="222"/>
                    <a:pt x="5762" y="1"/>
                    <a:pt x="5493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1" name="Google Shape;1056;p41"/>
            <p:cNvSpPr/>
            <p:nvPr/>
          </p:nvSpPr>
          <p:spPr>
            <a:xfrm>
              <a:off x="1320480" y="2189880"/>
              <a:ext cx="680400" cy="1179360"/>
            </a:xfrm>
            <a:custGeom>
              <a:avLst/>
              <a:gdLst/>
              <a:ahLst/>
              <a:rect l="l" t="t" r="r" b="b"/>
              <a:pathLst>
                <a:path w="13233" h="22926">
                  <a:moveTo>
                    <a:pt x="5446" y="0"/>
                  </a:moveTo>
                  <a:lnTo>
                    <a:pt x="2470" y="1140"/>
                  </a:lnTo>
                  <a:cubicBezTo>
                    <a:pt x="824" y="1773"/>
                    <a:pt x="1" y="3624"/>
                    <a:pt x="634" y="5270"/>
                  </a:cubicBezTo>
                  <a:lnTo>
                    <a:pt x="6632" y="20876"/>
                  </a:lnTo>
                  <a:cubicBezTo>
                    <a:pt x="7120" y="22146"/>
                    <a:pt x="8334" y="22926"/>
                    <a:pt x="9619" y="22926"/>
                  </a:cubicBezTo>
                  <a:cubicBezTo>
                    <a:pt x="10000" y="22926"/>
                    <a:pt x="10387" y="22857"/>
                    <a:pt x="10764" y="22712"/>
                  </a:cubicBezTo>
                  <a:cubicBezTo>
                    <a:pt x="12410" y="22079"/>
                    <a:pt x="13233" y="20228"/>
                    <a:pt x="12600" y="18582"/>
                  </a:cubicBezTo>
                  <a:lnTo>
                    <a:pt x="544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2" name="Google Shape;1057;p41"/>
            <p:cNvSpPr/>
            <p:nvPr/>
          </p:nvSpPr>
          <p:spPr>
            <a:xfrm>
              <a:off x="1663200" y="3067920"/>
              <a:ext cx="318960" cy="1284480"/>
            </a:xfrm>
            <a:custGeom>
              <a:avLst/>
              <a:gdLst/>
              <a:ahLst/>
              <a:rect l="l" t="t" r="r" b="b"/>
              <a:pathLst>
                <a:path w="6396" h="25562">
                  <a:moveTo>
                    <a:pt x="334" y="0"/>
                  </a:moveTo>
                  <a:cubicBezTo>
                    <a:pt x="159" y="0"/>
                    <a:pt x="1" y="142"/>
                    <a:pt x="1" y="332"/>
                  </a:cubicBezTo>
                  <a:lnTo>
                    <a:pt x="1" y="25561"/>
                  </a:lnTo>
                  <a:lnTo>
                    <a:pt x="6395" y="25561"/>
                  </a:lnTo>
                  <a:lnTo>
                    <a:pt x="6395" y="2390"/>
                  </a:lnTo>
                  <a:cubicBezTo>
                    <a:pt x="6395" y="2200"/>
                    <a:pt x="6237" y="2058"/>
                    <a:pt x="6063" y="2058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3" name="Google Shape;1058;p41"/>
            <p:cNvSpPr/>
            <p:nvPr/>
          </p:nvSpPr>
          <p:spPr>
            <a:xfrm>
              <a:off x="983880" y="2196360"/>
              <a:ext cx="423720" cy="2201760"/>
            </a:xfrm>
            <a:custGeom>
              <a:avLst/>
              <a:gdLst/>
              <a:ahLst/>
              <a:rect l="l" t="t" r="r" b="b"/>
              <a:pathLst>
                <a:path w="8248" h="42783">
                  <a:moveTo>
                    <a:pt x="1885" y="1"/>
                  </a:moveTo>
                  <a:lnTo>
                    <a:pt x="1172" y="15780"/>
                  </a:lnTo>
                  <a:lnTo>
                    <a:pt x="792" y="24565"/>
                  </a:lnTo>
                  <a:lnTo>
                    <a:pt x="0" y="42497"/>
                  </a:lnTo>
                  <a:lnTo>
                    <a:pt x="159" y="42514"/>
                  </a:lnTo>
                  <a:lnTo>
                    <a:pt x="5793" y="42750"/>
                  </a:lnTo>
                  <a:lnTo>
                    <a:pt x="6363" y="42782"/>
                  </a:lnTo>
                  <a:lnTo>
                    <a:pt x="7931" y="7471"/>
                  </a:lnTo>
                  <a:lnTo>
                    <a:pt x="7946" y="7155"/>
                  </a:lnTo>
                  <a:lnTo>
                    <a:pt x="8199" y="1472"/>
                  </a:lnTo>
                  <a:lnTo>
                    <a:pt x="8216" y="1250"/>
                  </a:lnTo>
                  <a:lnTo>
                    <a:pt x="8247" y="286"/>
                  </a:lnTo>
                  <a:lnTo>
                    <a:pt x="193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4" name="Google Shape;1059;p41"/>
            <p:cNvSpPr/>
            <p:nvPr/>
          </p:nvSpPr>
          <p:spPr>
            <a:xfrm>
              <a:off x="1082520" y="2095920"/>
              <a:ext cx="534600" cy="486720"/>
            </a:xfrm>
            <a:custGeom>
              <a:avLst/>
              <a:gdLst/>
              <a:ahLst/>
              <a:rect l="l" t="t" r="r" b="b"/>
              <a:pathLst>
                <a:path w="10399" h="9466">
                  <a:moveTo>
                    <a:pt x="0" y="0"/>
                  </a:moveTo>
                  <a:lnTo>
                    <a:pt x="0" y="8990"/>
                  </a:lnTo>
                  <a:cubicBezTo>
                    <a:pt x="0" y="9260"/>
                    <a:pt x="205" y="9465"/>
                    <a:pt x="475" y="9465"/>
                  </a:cubicBezTo>
                  <a:lnTo>
                    <a:pt x="9940" y="9465"/>
                  </a:lnTo>
                  <a:cubicBezTo>
                    <a:pt x="10193" y="9465"/>
                    <a:pt x="10398" y="9260"/>
                    <a:pt x="10398" y="8990"/>
                  </a:cubicBezTo>
                  <a:lnTo>
                    <a:pt x="1039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5" name="Google Shape;1060;p41"/>
            <p:cNvSpPr/>
            <p:nvPr/>
          </p:nvSpPr>
          <p:spPr>
            <a:xfrm>
              <a:off x="544680" y="3582000"/>
              <a:ext cx="822960" cy="1009800"/>
            </a:xfrm>
            <a:custGeom>
              <a:avLst/>
              <a:gdLst/>
              <a:ahLst/>
              <a:rect l="l" t="t" r="r" b="b"/>
              <a:pathLst>
                <a:path w="16002" h="19628">
                  <a:moveTo>
                    <a:pt x="8530" y="1"/>
                  </a:moveTo>
                  <a:lnTo>
                    <a:pt x="8024" y="16208"/>
                  </a:lnTo>
                  <a:lnTo>
                    <a:pt x="0" y="19627"/>
                  </a:lnTo>
                  <a:lnTo>
                    <a:pt x="14846" y="19532"/>
                  </a:lnTo>
                  <a:lnTo>
                    <a:pt x="14846" y="16778"/>
                  </a:lnTo>
                  <a:lnTo>
                    <a:pt x="1600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6" name="Google Shape;1061;p41"/>
            <p:cNvSpPr/>
            <p:nvPr/>
          </p:nvSpPr>
          <p:spPr>
            <a:xfrm>
              <a:off x="1611720" y="3593520"/>
              <a:ext cx="822960" cy="1009800"/>
            </a:xfrm>
            <a:custGeom>
              <a:avLst/>
              <a:gdLst/>
              <a:ahLst/>
              <a:rect l="l" t="t" r="r" b="b"/>
              <a:pathLst>
                <a:path w="16003" h="19627">
                  <a:moveTo>
                    <a:pt x="1" y="0"/>
                  </a:moveTo>
                  <a:lnTo>
                    <a:pt x="1141" y="16778"/>
                  </a:lnTo>
                  <a:lnTo>
                    <a:pt x="1141" y="19532"/>
                  </a:lnTo>
                  <a:lnTo>
                    <a:pt x="16002" y="19627"/>
                  </a:lnTo>
                  <a:lnTo>
                    <a:pt x="7978" y="16224"/>
                  </a:lnTo>
                  <a:lnTo>
                    <a:pt x="7472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7" name="Google Shape;1062;p41"/>
            <p:cNvSpPr/>
            <p:nvPr/>
          </p:nvSpPr>
          <p:spPr>
            <a:xfrm>
              <a:off x="1083240" y="1396080"/>
              <a:ext cx="534600" cy="768600"/>
            </a:xfrm>
            <a:custGeom>
              <a:avLst/>
              <a:gdLst/>
              <a:ahLst/>
              <a:rect l="l" t="t" r="r" b="b"/>
              <a:pathLst>
                <a:path w="10400" h="14943">
                  <a:moveTo>
                    <a:pt x="0" y="1"/>
                  </a:moveTo>
                  <a:lnTo>
                    <a:pt x="0" y="14942"/>
                  </a:lnTo>
                  <a:lnTo>
                    <a:pt x="10400" y="14942"/>
                  </a:lnTo>
                  <a:lnTo>
                    <a:pt x="10400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8" name="Google Shape;1063;p41"/>
            <p:cNvSpPr/>
            <p:nvPr/>
          </p:nvSpPr>
          <p:spPr>
            <a:xfrm>
              <a:off x="1083240" y="1676520"/>
              <a:ext cx="536400" cy="583560"/>
            </a:xfrm>
            <a:custGeom>
              <a:avLst/>
              <a:gdLst/>
              <a:ahLst/>
              <a:rect l="l" t="t" r="r" b="b"/>
              <a:pathLst>
                <a:path w="10432" h="11349">
                  <a:moveTo>
                    <a:pt x="0" y="1"/>
                  </a:moveTo>
                  <a:lnTo>
                    <a:pt x="0" y="11348"/>
                  </a:lnTo>
                  <a:lnTo>
                    <a:pt x="10431" y="11348"/>
                  </a:lnTo>
                  <a:lnTo>
                    <a:pt x="1043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9" name="Google Shape;1064;p41"/>
            <p:cNvSpPr/>
            <p:nvPr/>
          </p:nvSpPr>
          <p:spPr>
            <a:xfrm>
              <a:off x="1082520" y="1397520"/>
              <a:ext cx="154800" cy="369360"/>
            </a:xfrm>
            <a:custGeom>
              <a:avLst/>
              <a:gdLst/>
              <a:ahLst/>
              <a:rect l="l" t="t" r="r" b="b"/>
              <a:pathLst>
                <a:path w="3023" h="7187">
                  <a:moveTo>
                    <a:pt x="0" y="1"/>
                  </a:moveTo>
                  <a:lnTo>
                    <a:pt x="0" y="7186"/>
                  </a:lnTo>
                  <a:lnTo>
                    <a:pt x="3023" y="7186"/>
                  </a:lnTo>
                  <a:lnTo>
                    <a:pt x="302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0" name="Google Shape;1065;p41"/>
            <p:cNvSpPr/>
            <p:nvPr/>
          </p:nvSpPr>
          <p:spPr>
            <a:xfrm>
              <a:off x="1464480" y="1397520"/>
              <a:ext cx="154080" cy="369360"/>
            </a:xfrm>
            <a:custGeom>
              <a:avLst/>
              <a:gdLst/>
              <a:ahLst/>
              <a:rect l="l" t="t" r="r" b="b"/>
              <a:pathLst>
                <a:path w="3008" h="7187">
                  <a:moveTo>
                    <a:pt x="1" y="1"/>
                  </a:moveTo>
                  <a:lnTo>
                    <a:pt x="1" y="7186"/>
                  </a:lnTo>
                  <a:lnTo>
                    <a:pt x="3008" y="7186"/>
                  </a:lnTo>
                  <a:lnTo>
                    <a:pt x="3008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1" name="Google Shape;1066;p41"/>
            <p:cNvSpPr/>
            <p:nvPr/>
          </p:nvSpPr>
          <p:spPr>
            <a:xfrm>
              <a:off x="1141920" y="1779120"/>
              <a:ext cx="405000" cy="428760"/>
            </a:xfrm>
            <a:custGeom>
              <a:avLst/>
              <a:gdLst/>
              <a:ahLst/>
              <a:rect l="l" t="t" r="r" b="b"/>
              <a:pathLst>
                <a:path w="7883" h="8342">
                  <a:moveTo>
                    <a:pt x="0" y="1"/>
                  </a:moveTo>
                  <a:lnTo>
                    <a:pt x="0" y="4401"/>
                  </a:lnTo>
                  <a:cubicBezTo>
                    <a:pt x="0" y="6585"/>
                    <a:pt x="1773" y="8341"/>
                    <a:pt x="3942" y="8341"/>
                  </a:cubicBezTo>
                  <a:cubicBezTo>
                    <a:pt x="6126" y="8341"/>
                    <a:pt x="7882" y="6585"/>
                    <a:pt x="7882" y="4401"/>
                  </a:cubicBezTo>
                  <a:lnTo>
                    <a:pt x="788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2" name="Google Shape;1067;p41"/>
            <p:cNvSpPr/>
            <p:nvPr/>
          </p:nvSpPr>
          <p:spPr>
            <a:xfrm>
              <a:off x="1024560" y="3008520"/>
              <a:ext cx="150840" cy="457200"/>
            </a:xfrm>
            <a:custGeom>
              <a:avLst/>
              <a:gdLst/>
              <a:ahLst/>
              <a:rect l="l" t="t" r="r" b="b"/>
              <a:pathLst>
                <a:path w="2945" h="8896">
                  <a:moveTo>
                    <a:pt x="381" y="0"/>
                  </a:moveTo>
                  <a:lnTo>
                    <a:pt x="1" y="8785"/>
                  </a:lnTo>
                  <a:lnTo>
                    <a:pt x="2550" y="8895"/>
                  </a:lnTo>
                  <a:lnTo>
                    <a:pt x="2945" y="1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3" name="Google Shape;1068;p41"/>
            <p:cNvSpPr/>
            <p:nvPr/>
          </p:nvSpPr>
          <p:spPr>
            <a:xfrm>
              <a:off x="2227320" y="1397520"/>
              <a:ext cx="488880" cy="655200"/>
            </a:xfrm>
            <a:custGeom>
              <a:avLst/>
              <a:gdLst/>
              <a:ahLst/>
              <a:rect l="l" t="t" r="r" b="b"/>
              <a:pathLst>
                <a:path w="9514" h="12742">
                  <a:moveTo>
                    <a:pt x="0" y="1"/>
                  </a:moveTo>
                  <a:lnTo>
                    <a:pt x="0" y="12741"/>
                  </a:lnTo>
                  <a:lnTo>
                    <a:pt x="9513" y="12741"/>
                  </a:lnTo>
                  <a:lnTo>
                    <a:pt x="951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4" name="Google Shape;1069;p41"/>
            <p:cNvSpPr/>
            <p:nvPr/>
          </p:nvSpPr>
          <p:spPr>
            <a:xfrm>
              <a:off x="2262960" y="1433520"/>
              <a:ext cx="417240" cy="571320"/>
            </a:xfrm>
            <a:custGeom>
              <a:avLst/>
              <a:gdLst/>
              <a:ahLst/>
              <a:rect l="l" t="t" r="r" b="b"/>
              <a:pathLst>
                <a:path w="8121" h="11112">
                  <a:moveTo>
                    <a:pt x="1" y="0"/>
                  </a:moveTo>
                  <a:lnTo>
                    <a:pt x="1" y="11111"/>
                  </a:lnTo>
                  <a:lnTo>
                    <a:pt x="8121" y="11111"/>
                  </a:lnTo>
                  <a:lnTo>
                    <a:pt x="812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5" name="Google Shape;1070;p41"/>
            <p:cNvSpPr/>
            <p:nvPr/>
          </p:nvSpPr>
          <p:spPr>
            <a:xfrm>
              <a:off x="2203560" y="1671480"/>
              <a:ext cx="130320" cy="47520"/>
            </a:xfrm>
            <a:custGeom>
              <a:avLst/>
              <a:gdLst/>
              <a:ahLst/>
              <a:rect l="l" t="t" r="r" b="b"/>
              <a:pathLst>
                <a:path w="2548" h="934">
                  <a:moveTo>
                    <a:pt x="458" y="1"/>
                  </a:moveTo>
                  <a:cubicBezTo>
                    <a:pt x="205" y="1"/>
                    <a:pt x="0" y="222"/>
                    <a:pt x="0" y="476"/>
                  </a:cubicBezTo>
                  <a:cubicBezTo>
                    <a:pt x="0" y="729"/>
                    <a:pt x="205" y="934"/>
                    <a:pt x="458" y="934"/>
                  </a:cubicBezTo>
                  <a:lnTo>
                    <a:pt x="2089" y="934"/>
                  </a:lnTo>
                  <a:cubicBezTo>
                    <a:pt x="2342" y="934"/>
                    <a:pt x="2548" y="729"/>
                    <a:pt x="2548" y="476"/>
                  </a:cubicBezTo>
                  <a:cubicBezTo>
                    <a:pt x="2548" y="222"/>
                    <a:pt x="2342" y="1"/>
                    <a:pt x="2089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6" name="Google Shape;1071;p41"/>
            <p:cNvSpPr/>
            <p:nvPr/>
          </p:nvSpPr>
          <p:spPr>
            <a:xfrm>
              <a:off x="2311200" y="1516680"/>
              <a:ext cx="344880" cy="11520"/>
            </a:xfrm>
            <a:custGeom>
              <a:avLst/>
              <a:gdLst/>
              <a:ahLst/>
              <a:rect l="l" t="t" r="r" b="b"/>
              <a:pathLst>
                <a:path w="6712" h="238">
                  <a:moveTo>
                    <a:pt x="0" y="0"/>
                  </a:moveTo>
                  <a:lnTo>
                    <a:pt x="0" y="237"/>
                  </a:lnTo>
                  <a:lnTo>
                    <a:pt x="6711" y="237"/>
                  </a:lnTo>
                  <a:lnTo>
                    <a:pt x="671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7" name="Google Shape;1072;p41"/>
            <p:cNvSpPr/>
            <p:nvPr/>
          </p:nvSpPr>
          <p:spPr>
            <a:xfrm>
              <a:off x="2311200" y="1564560"/>
              <a:ext cx="344880" cy="10800"/>
            </a:xfrm>
            <a:custGeom>
              <a:avLst/>
              <a:gdLst/>
              <a:ahLst/>
              <a:rect l="l" t="t" r="r" b="b"/>
              <a:pathLst>
                <a:path w="6712" h="223">
                  <a:moveTo>
                    <a:pt x="0" y="1"/>
                  </a:moveTo>
                  <a:lnTo>
                    <a:pt x="0" y="222"/>
                  </a:lnTo>
                  <a:lnTo>
                    <a:pt x="6711" y="222"/>
                  </a:lnTo>
                  <a:lnTo>
                    <a:pt x="6711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8" name="Google Shape;1073;p41"/>
            <p:cNvSpPr/>
            <p:nvPr/>
          </p:nvSpPr>
          <p:spPr>
            <a:xfrm>
              <a:off x="2311200" y="1612080"/>
              <a:ext cx="344880" cy="11520"/>
            </a:xfrm>
            <a:custGeom>
              <a:avLst/>
              <a:gdLst/>
              <a:ahLst/>
              <a:rect l="l" t="t" r="r" b="b"/>
              <a:pathLst>
                <a:path w="6712" h="239">
                  <a:moveTo>
                    <a:pt x="0" y="1"/>
                  </a:moveTo>
                  <a:lnTo>
                    <a:pt x="0" y="239"/>
                  </a:lnTo>
                  <a:lnTo>
                    <a:pt x="6711" y="239"/>
                  </a:lnTo>
                  <a:lnTo>
                    <a:pt x="6711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989" name="" descr=""/>
          <p:cNvPicPr/>
          <p:nvPr/>
        </p:nvPicPr>
        <p:blipFill>
          <a:blip r:embed="rId1"/>
          <a:stretch/>
        </p:blipFill>
        <p:spPr>
          <a:xfrm>
            <a:off x="3592440" y="525600"/>
            <a:ext cx="5329800" cy="404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0" name="" descr=""/>
          <p:cNvPicPr/>
          <p:nvPr/>
        </p:nvPicPr>
        <p:blipFill>
          <a:blip r:embed="rId1"/>
          <a:stretch/>
        </p:blipFill>
        <p:spPr>
          <a:xfrm>
            <a:off x="1620000" y="692280"/>
            <a:ext cx="5691960" cy="362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1" name="" descr=""/>
          <p:cNvPicPr/>
          <p:nvPr/>
        </p:nvPicPr>
        <p:blipFill>
          <a:blip r:embed="rId1"/>
          <a:stretch/>
        </p:blipFill>
        <p:spPr>
          <a:xfrm>
            <a:off x="2345040" y="36360"/>
            <a:ext cx="457128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2" name="" descr=""/>
          <p:cNvPicPr/>
          <p:nvPr/>
        </p:nvPicPr>
        <p:blipFill>
          <a:blip r:embed="rId1"/>
          <a:stretch/>
        </p:blipFill>
        <p:spPr>
          <a:xfrm>
            <a:off x="720000" y="1050840"/>
            <a:ext cx="7740000" cy="249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3" name="" descr=""/>
          <p:cNvPicPr/>
          <p:nvPr/>
        </p:nvPicPr>
        <p:blipFill>
          <a:blip r:embed="rId1"/>
          <a:stretch/>
        </p:blipFill>
        <p:spPr>
          <a:xfrm>
            <a:off x="2520000" y="36360"/>
            <a:ext cx="428976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4" name="" descr=""/>
          <p:cNvPicPr/>
          <p:nvPr/>
        </p:nvPicPr>
        <p:blipFill>
          <a:blip r:embed="rId1"/>
          <a:stretch/>
        </p:blipFill>
        <p:spPr>
          <a:xfrm>
            <a:off x="1800000" y="301320"/>
            <a:ext cx="5481720" cy="455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5" name="" descr=""/>
          <p:cNvPicPr/>
          <p:nvPr/>
        </p:nvPicPr>
        <p:blipFill>
          <a:blip r:embed="rId1"/>
          <a:stretch/>
        </p:blipFill>
        <p:spPr>
          <a:xfrm>
            <a:off x="1080000" y="542160"/>
            <a:ext cx="6736320" cy="395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6" name="Google Shape;1137;p44"/>
          <p:cNvGrpSpPr/>
          <p:nvPr/>
        </p:nvGrpSpPr>
        <p:grpSpPr>
          <a:xfrm>
            <a:off x="5378040" y="1765800"/>
            <a:ext cx="474840" cy="473760"/>
            <a:chOff x="5378040" y="1765800"/>
            <a:chExt cx="474840" cy="473760"/>
          </a:xfrm>
        </p:grpSpPr>
        <p:sp>
          <p:nvSpPr>
            <p:cNvPr id="1997" name="Google Shape;1138;p44"/>
            <p:cNvSpPr/>
            <p:nvPr/>
          </p:nvSpPr>
          <p:spPr>
            <a:xfrm>
              <a:off x="5498280" y="1884960"/>
              <a:ext cx="234720" cy="234720"/>
            </a:xfrm>
            <a:custGeom>
              <a:avLst/>
              <a:gdLst/>
              <a:ahLst/>
              <a:rect l="l" t="t" r="r" b="b"/>
              <a:pathLst>
                <a:path w="9562" h="9562">
                  <a:moveTo>
                    <a:pt x="4782" y="1"/>
                  </a:moveTo>
                  <a:cubicBezTo>
                    <a:pt x="2142" y="1"/>
                    <a:pt x="1" y="2139"/>
                    <a:pt x="1" y="4780"/>
                  </a:cubicBezTo>
                  <a:cubicBezTo>
                    <a:pt x="1" y="7421"/>
                    <a:pt x="2142" y="9562"/>
                    <a:pt x="4782" y="9562"/>
                  </a:cubicBezTo>
                  <a:cubicBezTo>
                    <a:pt x="7420" y="9562"/>
                    <a:pt x="9561" y="7421"/>
                    <a:pt x="9561" y="4780"/>
                  </a:cubicBezTo>
                  <a:cubicBezTo>
                    <a:pt x="9561" y="2139"/>
                    <a:pt x="7420" y="1"/>
                    <a:pt x="478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8" name="Google Shape;1139;p44"/>
            <p:cNvSpPr/>
            <p:nvPr/>
          </p:nvSpPr>
          <p:spPr>
            <a:xfrm>
              <a:off x="5378040" y="1765800"/>
              <a:ext cx="474840" cy="473760"/>
            </a:xfrm>
            <a:custGeom>
              <a:avLst/>
              <a:gdLst/>
              <a:ahLst/>
              <a:rect l="l" t="t" r="r" b="b"/>
              <a:pathLst>
                <a:path w="19327" h="19274">
                  <a:moveTo>
                    <a:pt x="9666" y="3728"/>
                  </a:moveTo>
                  <a:cubicBezTo>
                    <a:pt x="12925" y="3728"/>
                    <a:pt x="15575" y="6378"/>
                    <a:pt x="15575" y="9636"/>
                  </a:cubicBezTo>
                  <a:cubicBezTo>
                    <a:pt x="15575" y="12894"/>
                    <a:pt x="12925" y="15547"/>
                    <a:pt x="9666" y="15547"/>
                  </a:cubicBezTo>
                  <a:cubicBezTo>
                    <a:pt x="6405" y="15547"/>
                    <a:pt x="3755" y="12894"/>
                    <a:pt x="3755" y="9636"/>
                  </a:cubicBezTo>
                  <a:cubicBezTo>
                    <a:pt x="3755" y="6378"/>
                    <a:pt x="6405" y="3728"/>
                    <a:pt x="9666" y="3728"/>
                  </a:cubicBezTo>
                  <a:close/>
                  <a:moveTo>
                    <a:pt x="9665" y="0"/>
                  </a:moveTo>
                  <a:cubicBezTo>
                    <a:pt x="9575" y="0"/>
                    <a:pt x="9484" y="22"/>
                    <a:pt x="9402" y="66"/>
                  </a:cubicBezTo>
                  <a:lnTo>
                    <a:pt x="7532" y="1054"/>
                  </a:lnTo>
                  <a:lnTo>
                    <a:pt x="5418" y="1054"/>
                  </a:lnTo>
                  <a:cubicBezTo>
                    <a:pt x="5231" y="1054"/>
                    <a:pt x="5056" y="1144"/>
                    <a:pt x="4954" y="1301"/>
                  </a:cubicBezTo>
                  <a:lnTo>
                    <a:pt x="3752" y="3053"/>
                  </a:lnTo>
                  <a:lnTo>
                    <a:pt x="1879" y="4041"/>
                  </a:lnTo>
                  <a:cubicBezTo>
                    <a:pt x="1717" y="4128"/>
                    <a:pt x="1605" y="4288"/>
                    <a:pt x="1584" y="4474"/>
                  </a:cubicBezTo>
                  <a:lnTo>
                    <a:pt x="1328" y="6588"/>
                  </a:lnTo>
                  <a:lnTo>
                    <a:pt x="127" y="8341"/>
                  </a:lnTo>
                  <a:cubicBezTo>
                    <a:pt x="24" y="8491"/>
                    <a:pt x="0" y="8687"/>
                    <a:pt x="67" y="8859"/>
                  </a:cubicBezTo>
                  <a:lnTo>
                    <a:pt x="816" y="10852"/>
                  </a:lnTo>
                  <a:lnTo>
                    <a:pt x="560" y="12966"/>
                  </a:lnTo>
                  <a:cubicBezTo>
                    <a:pt x="536" y="13150"/>
                    <a:pt x="606" y="13334"/>
                    <a:pt x="744" y="13457"/>
                  </a:cubicBezTo>
                  <a:lnTo>
                    <a:pt x="2325" y="14869"/>
                  </a:lnTo>
                  <a:lnTo>
                    <a:pt x="3075" y="16860"/>
                  </a:lnTo>
                  <a:cubicBezTo>
                    <a:pt x="3141" y="17034"/>
                    <a:pt x="3289" y="17164"/>
                    <a:pt x="3466" y="17209"/>
                  </a:cubicBezTo>
                  <a:lnTo>
                    <a:pt x="5520" y="17718"/>
                  </a:lnTo>
                  <a:lnTo>
                    <a:pt x="7101" y="19130"/>
                  </a:lnTo>
                  <a:cubicBezTo>
                    <a:pt x="7205" y="19223"/>
                    <a:pt x="7340" y="19273"/>
                    <a:pt x="7477" y="19273"/>
                  </a:cubicBezTo>
                  <a:cubicBezTo>
                    <a:pt x="7523" y="19273"/>
                    <a:pt x="7568" y="19268"/>
                    <a:pt x="7613" y="19257"/>
                  </a:cubicBezTo>
                  <a:lnTo>
                    <a:pt x="9666" y="18745"/>
                  </a:lnTo>
                  <a:lnTo>
                    <a:pt x="11717" y="19254"/>
                  </a:lnTo>
                  <a:cubicBezTo>
                    <a:pt x="11759" y="19266"/>
                    <a:pt x="11807" y="19272"/>
                    <a:pt x="11853" y="19272"/>
                  </a:cubicBezTo>
                  <a:cubicBezTo>
                    <a:pt x="11991" y="19272"/>
                    <a:pt x="12124" y="19221"/>
                    <a:pt x="12229" y="19127"/>
                  </a:cubicBezTo>
                  <a:lnTo>
                    <a:pt x="13810" y="17715"/>
                  </a:lnTo>
                  <a:lnTo>
                    <a:pt x="15861" y="17206"/>
                  </a:lnTo>
                  <a:cubicBezTo>
                    <a:pt x="16041" y="17161"/>
                    <a:pt x="16186" y="17031"/>
                    <a:pt x="16252" y="16857"/>
                  </a:cubicBezTo>
                  <a:lnTo>
                    <a:pt x="17002" y="14866"/>
                  </a:lnTo>
                  <a:lnTo>
                    <a:pt x="18583" y="13454"/>
                  </a:lnTo>
                  <a:cubicBezTo>
                    <a:pt x="18721" y="13331"/>
                    <a:pt x="18791" y="13147"/>
                    <a:pt x="18766" y="12963"/>
                  </a:cubicBezTo>
                  <a:lnTo>
                    <a:pt x="18514" y="10849"/>
                  </a:lnTo>
                  <a:lnTo>
                    <a:pt x="19263" y="8856"/>
                  </a:lnTo>
                  <a:cubicBezTo>
                    <a:pt x="19327" y="8684"/>
                    <a:pt x="19306" y="8491"/>
                    <a:pt x="19200" y="8338"/>
                  </a:cubicBezTo>
                  <a:lnTo>
                    <a:pt x="18002" y="6588"/>
                  </a:lnTo>
                  <a:lnTo>
                    <a:pt x="17746" y="4471"/>
                  </a:lnTo>
                  <a:cubicBezTo>
                    <a:pt x="17725" y="4288"/>
                    <a:pt x="17613" y="4128"/>
                    <a:pt x="17451" y="4041"/>
                  </a:cubicBezTo>
                  <a:lnTo>
                    <a:pt x="15578" y="3050"/>
                  </a:lnTo>
                  <a:lnTo>
                    <a:pt x="14379" y="1298"/>
                  </a:lnTo>
                  <a:cubicBezTo>
                    <a:pt x="14274" y="1144"/>
                    <a:pt x="14099" y="1054"/>
                    <a:pt x="13912" y="1054"/>
                  </a:cubicBezTo>
                  <a:lnTo>
                    <a:pt x="11798" y="1054"/>
                  </a:lnTo>
                  <a:lnTo>
                    <a:pt x="9928" y="66"/>
                  </a:lnTo>
                  <a:cubicBezTo>
                    <a:pt x="9846" y="22"/>
                    <a:pt x="9755" y="0"/>
                    <a:pt x="966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999" name="" descr=""/>
          <p:cNvPicPr/>
          <p:nvPr/>
        </p:nvPicPr>
        <p:blipFill>
          <a:blip r:embed="rId1"/>
          <a:stretch/>
        </p:blipFill>
        <p:spPr>
          <a:xfrm>
            <a:off x="364320" y="1186200"/>
            <a:ext cx="8532720" cy="284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" descr=""/>
          <p:cNvPicPr/>
          <p:nvPr/>
        </p:nvPicPr>
        <p:blipFill>
          <a:blip r:embed="rId1"/>
          <a:stretch/>
        </p:blipFill>
        <p:spPr>
          <a:xfrm>
            <a:off x="1080000" y="274680"/>
            <a:ext cx="7037280" cy="440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1244;p47"/>
          <p:cNvSpPr/>
          <p:nvPr/>
        </p:nvSpPr>
        <p:spPr>
          <a:xfrm>
            <a:off x="441000" y="1163880"/>
            <a:ext cx="844200" cy="84420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02" name="" descr=""/>
          <p:cNvPicPr/>
          <p:nvPr/>
        </p:nvPicPr>
        <p:blipFill>
          <a:blip r:embed="rId1"/>
          <a:stretch/>
        </p:blipFill>
        <p:spPr>
          <a:xfrm>
            <a:off x="2130840" y="384840"/>
            <a:ext cx="5194080" cy="447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3" name="" descr=""/>
          <p:cNvPicPr/>
          <p:nvPr/>
        </p:nvPicPr>
        <p:blipFill>
          <a:blip r:embed="rId1"/>
          <a:stretch/>
        </p:blipFill>
        <p:spPr>
          <a:xfrm>
            <a:off x="950760" y="720000"/>
            <a:ext cx="7509240" cy="3467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4" name="" descr=""/>
          <p:cNvPicPr/>
          <p:nvPr/>
        </p:nvPicPr>
        <p:blipFill>
          <a:blip r:embed="rId1"/>
          <a:stretch/>
        </p:blipFill>
        <p:spPr>
          <a:xfrm>
            <a:off x="1080000" y="900000"/>
            <a:ext cx="6781320" cy="334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1455;p 1"/>
          <p:cNvSpPr/>
          <p:nvPr/>
        </p:nvSpPr>
        <p:spPr>
          <a:xfrm flipH="1">
            <a:off x="7065720" y="789480"/>
            <a:ext cx="783360" cy="78336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6" name="Google Shape;1456;p 1"/>
          <p:cNvSpPr/>
          <p:nvPr/>
        </p:nvSpPr>
        <p:spPr>
          <a:xfrm flipH="1">
            <a:off x="1008720" y="3163320"/>
            <a:ext cx="1033560" cy="1033920"/>
          </a:xfrm>
          <a:custGeom>
            <a:avLst/>
            <a:gdLst/>
            <a:ahLst/>
            <a:rect l="l" t="t" r="r" b="b"/>
            <a:pathLst>
              <a:path w="13757" h="13757">
                <a:moveTo>
                  <a:pt x="5141" y="0"/>
                </a:moveTo>
                <a:lnTo>
                  <a:pt x="5141" y="5159"/>
                </a:lnTo>
                <a:lnTo>
                  <a:pt x="1" y="5159"/>
                </a:lnTo>
                <a:lnTo>
                  <a:pt x="1" y="8616"/>
                </a:lnTo>
                <a:lnTo>
                  <a:pt x="5141" y="8616"/>
                </a:lnTo>
                <a:lnTo>
                  <a:pt x="5141" y="13756"/>
                </a:lnTo>
                <a:lnTo>
                  <a:pt x="8598" y="13756"/>
                </a:lnTo>
                <a:lnTo>
                  <a:pt x="8598" y="8616"/>
                </a:lnTo>
                <a:lnTo>
                  <a:pt x="13757" y="8616"/>
                </a:lnTo>
                <a:lnTo>
                  <a:pt x="13757" y="5159"/>
                </a:lnTo>
                <a:lnTo>
                  <a:pt x="8598" y="5159"/>
                </a:lnTo>
                <a:lnTo>
                  <a:pt x="85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07" name="" descr=""/>
          <p:cNvPicPr/>
          <p:nvPr/>
        </p:nvPicPr>
        <p:blipFill>
          <a:blip r:embed="rId1"/>
          <a:stretch/>
        </p:blipFill>
        <p:spPr>
          <a:xfrm>
            <a:off x="1450440" y="540000"/>
            <a:ext cx="6649560" cy="389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1256;p48"/>
          <p:cNvSpPr/>
          <p:nvPr/>
        </p:nvSpPr>
        <p:spPr>
          <a:xfrm>
            <a:off x="4140000" y="2160000"/>
            <a:ext cx="3780000" cy="5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400" spc="-1" strike="noStrike">
                <a:solidFill>
                  <a:srgbClr val="434343"/>
                </a:solidFill>
                <a:latin typeface="Lexend Deca"/>
                <a:ea typeface="Lexend Deca"/>
              </a:rPr>
              <a:t>TH</a:t>
            </a:r>
            <a:r>
              <a:rPr b="1" lang="en" sz="4400" spc="-1" strike="noStrike">
                <a:solidFill>
                  <a:srgbClr val="434343"/>
                </a:solidFill>
                <a:latin typeface="Lexend Deca"/>
                <a:ea typeface="Lexend Deca"/>
              </a:rPr>
              <a:t>AN</a:t>
            </a:r>
            <a:r>
              <a:rPr b="1" lang="en" sz="4400" spc="-1" strike="noStrike">
                <a:solidFill>
                  <a:srgbClr val="434343"/>
                </a:solidFill>
                <a:latin typeface="Lexend Deca"/>
                <a:ea typeface="Lexend Deca"/>
              </a:rPr>
              <a:t>KS!</a:t>
            </a:r>
            <a:endParaRPr b="0" lang="pt-BR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ffffff"/>
      </a:lt2>
      <a:accent1>
        <a:srgbClr val="efcfc6"/>
      </a:accent1>
      <a:accent2>
        <a:srgbClr val="e06b6b"/>
      </a:accent2>
      <a:accent3>
        <a:srgbClr val="7f9ffb"/>
      </a:accent3>
      <a:accent4>
        <a:srgbClr val="9cc34c"/>
      </a:accent4>
      <a:accent5>
        <a:srgbClr val="999999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LibreOffice/7.3.4.2$Linux_X86_64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2022-06-29T23:53:18Z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